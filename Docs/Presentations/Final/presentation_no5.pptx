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notesSlides/notesSlide7.xml" ContentType="application/vnd.openxmlformats-officedocument.presentationml.notesSlide+xml"/>
  <Override PartName="/ppt/ink/ink12.xml" ContentType="application/inkml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12"/>
  </p:notesMasterIdLst>
  <p:handoutMasterIdLst>
    <p:handoutMasterId r:id="rId13"/>
  </p:handoutMasterIdLst>
  <p:sldIdLst>
    <p:sldId id="256" r:id="rId4"/>
    <p:sldId id="433" r:id="rId5"/>
    <p:sldId id="444" r:id="rId6"/>
    <p:sldId id="446" r:id="rId7"/>
    <p:sldId id="445" r:id="rId8"/>
    <p:sldId id="447" r:id="rId9"/>
    <p:sldId id="448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86FF85E-3923-46B0-ABC8-7AD5F5DDE9B2}">
          <p14:sldIdLst>
            <p14:sldId id="256"/>
            <p14:sldId id="433"/>
            <p14:sldId id="444"/>
            <p14:sldId id="446"/>
            <p14:sldId id="445"/>
            <p14:sldId id="447"/>
            <p14:sldId id="448"/>
            <p14:sldId id="260"/>
          </p14:sldIdLst>
        </p14:section>
        <p14:section name="old" id="{E5D8E0E5-9A67-4E32-85BC-37B4D1B049C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AB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30" autoAdjust="0"/>
    <p:restoredTop sz="88620" autoAdjust="0"/>
  </p:normalViewPr>
  <p:slideViewPr>
    <p:cSldViewPr snapToGrid="0">
      <p:cViewPr varScale="1">
        <p:scale>
          <a:sx n="111" d="100"/>
          <a:sy n="111" d="100"/>
        </p:scale>
        <p:origin x="414" y="96"/>
      </p:cViewPr>
      <p:guideLst>
        <p:guide orient="horz" pos="247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6-02-26T08:37:49.49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6-02-26T08:37:50.432"/>
    </inkml:context>
  </inkml:definitions>
  <inkml:trace contextRef="#ctx0" brushRef="#br0">28111 7209 0</inkml:trace>
  <inkml:trace contextRef="#ctx1" brushRef="#br0">20255 5085 1155 0,'3'-2'122'0,"-1"-8"120"0,3-16-161 15,3-14-31-15,2-13-22 16,0-8-8-16,3-2-5 16,-3-1 0-16,0-4-10 15,0-1 2-15,3 1 0 16,2 5-1-16,0 15 1 16,-2 7-3-16,-3 21-4 15,0 7-5-15,-2 23-1 16,11 11 2-16,4 22 2 15,1 5 2-15,6 10 0 16,-3 3-1-16,-6-13 1 0,6-2-1 16,-11-21 1-16,2-2 0 15,-3-16 0-15,-3-2 0 0,-1-5 4 16,-1-7 0-16,3-3 4 0,2-11 3 16,0-7-4-16,-2-15 0 0,1-10 2 15,-4-10-2-15,-6-8 4 0,6-3 2 16,-5 1-8-16,-1 7 0 0,1 15-2 15,0 14-5-15,4 14-1 0,6 7 0 16,-1 14-7-16,0 2 1 0,5 8 1 0,4 14-3 16,8 6 6-16,10 13 4 0,1 2 0 15,-3 5 1-15,-1 3 2 0,-5-1-2 16,-8-4 0-16,-2-3 2 0,-3-5-2 16,-2-3 0-16,2 1 1 0,-2-6-1 15,-3 3-1-15,2-2 3 0,-7-3-3 16,1 2 0-16,-2-2-2 0,-1 0-78 15,2-6 58-15</inkml:trace>
  <inkml:trace contextRef="#ctx1" brushRef="#br0" timeOffset="372.2">21599 4513 1310 0,'9'3'58'0,"1"7"25"0,14 7-52 0,-10 11-15 15,5 5-5-15,-5 5-7 16,-9-2 0-16,-1-3 0 16,-4-3 2-16,-9-12 10 15,4 2 6-15,-4-12 17 16,-1-1 10-16,1-7 16 15,-5-2 1-15,-5-14-8 16,0-6-7-16,4-11-22 0,1 0-8 16,8 2-8-16,3 9-4 15,1 11-7-15,2 11-3 16,10 3-6-16,-5 10-2 16,11 4 4-16,7 4 3 15,5-1 1-15,4 0 4 0,-7-5-4 16,-1-4 1-16,3 4 0 0,-1-5-4 15,2 0-1-15,-1 0-26 0,-6 0-43 16,-2-2-16-16,-1 2 33 0</inkml:trace>
  <inkml:trace contextRef="#ctx1" brushRef="#br0" timeOffset="1405.78">21443 4141 1435 0,'-1'-31'74'0,"-4"6"16"0,1 4-23 0,-1 9-32 16,0 7-12-16,5 5-19 15,0 0-6-15,10 18-4 16,0 15-2-16,7 35 5 15,-1 21 1-15,2 17 2 16,-3-5 1-16,-10-10 0 16,4-14 0-16,-4-14 1 0,-2-12-1 15,-3-11-1-15,1-7 3 16,4-10 0-16,-5-8 1 16,4-15 22-16,6 8 10 15,0-11 18-15,8-2 8 16,30-13-13-16,14-2-10 15,8 0-19-15,1-3-10 0,-17 10-6 16,-6 1-4-16,-5 6-2 0,-5 1-1 16,-5 5-17-16,-9 0-86 0,-5 3 71 15</inkml:trace>
  <inkml:trace contextRef="#ctx1" brushRef="#br0" timeOffset="2016.67">23243 4964 1602 0,'0'0'94'0,"0"-5"28"0,0-10-16 0,5-8-37 16,0-15-22-16,5-5-28 15,3-8-7-15,-3 3-8 16,0 2-4-16,0 8-1 16,-2 5 0-16,2 16-5 0,0 7-5 15,5 20-7-15,6 12-2 16,9 22 6-16,3 9 3 16,0 3 11-1,2 2 2-15,-9-15 1 0,2-10 1 16,-6-14-2-16,-9-10 0 15,-3-4 3-15,-2-8 3 16,-1-8 10-16,1-6 1 16,0-6-1-16,-1-4 6 0,1-4-13 15,-3 1 0-15,0 2-2 0,3 3-9 0,-1 7-1 16,3 8-1-16,-5 5-7 0,3 5 1 16,0 0 0-16,2 7-4 0,7 6 5 15,-1 0 3-15,1 2-3 0,-4 0 5 16,0 5 2-16,2-2-2 0,0 5-3 15,0-5-39-15,6 2-53 0,-4-2-199 16,6-3 171-16</inkml:trace>
  <inkml:trace contextRef="#ctx1" brushRef="#br0" timeOffset="2233.29">24185 4779 1665 0,'8'-5'54'0,"-3"2"-20"16,5 3-11-16,-5 10-6 15,5 6-5-15,-5 14-1 16,-4 8-2-16,-7 8-4 16,-4-6 0-16,-5-9 4 15,2-6 5-15,-2-12 12 16,3-6 9-16,-1-9 11 16,-2-8 1-16,2-16-14 15,-5-9-12-15,6-18-54 16,-1-11-37-16,23-9-312 15,5-3 244-15</inkml:trace>
  <inkml:trace contextRef="#ctx1" brushRef="#br0" timeOffset="2842.11">24522 4191 1752 0,'0'0'43'16,"5"5"-38"-16,-2 3-9 15,12 17-6-15,5 11-1 16,3 19 7-16,0 6 3 16,-5 3 2-16,-1 4 0 15,-11-12 0-15,-4-3 2 0,-7-7 1 16,-8-6 1-16,-2-12 4 16,-3-5 4-16,6-11 12 15,-1-4 9-15,5-13 17 16,3-8 2-16,-5-15-13 15,10-10-13-15,0-7-25 16,3 7-5-16,7 12-4 16,5 14-1-16,0 19-5 15,3 14 1-15,2 6 4 0,-2 6 3 16,0-2 7-16,-3-3 2 0,5-5-4 16,-10-1 2-16,8-1 1 0,0-6-3 15,-3 0 1-15,8-2 1 0,-13-6-2 16,5-4 0-16,3-1-3 0,-3-2 1 15,10-2 6-15,-7-8 6 0,5-8 4 16,0-5 1-16,2-10 0 0,3-5-3 16,-3-2 4-16,-7-1 1 0,-8 11-5 15,-5 9 0-15,-2 9-1 0,-3 2-2 0,0 2 1 16,-3 3 0-16,3 0-2 0,-2 5 0 16,-1 0 1-16,3 0-4 0,0 0-1 15,0 0-2-15,-5 2-5 0,0 4 0 16,0 4-1-16,0 5-4 0,-3 10 2 15,1 3 4-15,4 7-2 0,1 1 2 16,2-8 3-16,7 0-4 0,3-6 2 16,-2-4 0-16,5-3-3 0,-1-4 4 15,-2-1 1-15,3-8-1 0,0-2 3 0,2-2 4 16,8-3-1-16,0-6 3 0,4-1 0 16,-1-8-6-16,-3-3-19 0,-1-3-82 15,1-6 63-15</inkml:trace>
  <inkml:trace contextRef="#ctx1" brushRef="#br0" timeOffset="4104.08">26037 4888 1254 0,'-5'2'31'0,"0"3"-19"0,5-2-1 0,0 0 10 16,0-1 17-16,5 1 12 16,0-1 3-16,13 1 0 0,2-1-15 15,23 1-9-15,12-3-4 16,27 0-11-16,19-5-4 15,3-3-5-15,5 3-1 16,-23 5-2-16,-5 3 0 16,-20-1 0-16,-8 1-1 15,-17-3 1-15,-11 0 2 16,-15 0 5-16,-7 0 4 0,4-5 12 16,-17-1 7-16,-5-6-3 15,-3-6-2-15,-2 0-16 16,7-2-4-16,3 2-4 0,0 1 9 15,5 1 6-15,-5 1-3 0,5 3 1 16,5 1-6-16,2 4-8 0,6 2-1 16,1-3 0-16,-8 6-5 0,8-1 1 15,-3 1 1-15,6-1-3 0,3 3 4 16,-6 0 1-16,11 0-3 0,-5 3 2 16,3-3 1-16,7 5-3 0,-7 0 2 0,7 0 1 15,3 2-3-15,0 1 2 0,9 0 1 16,-8-3-1-16,1 5 0 0,-7 0 1 15,-1-2-5-15,-7 2 2 0,-4 0 0 16,-6 0-2-16,-5 3 4 0,0-3 3 16,-2 2-2-16,-6 4 3 0,-2-1 0 15,-5 8-4-15,-8 2 1 0,-5 3 2 16,0 2-2-16,-7-2 0 0,7 0 1 0,10-3-2 16,3-7 1-16,5-5 2 0,2-3-2 15,6-5 3-15,2-5-24 0,2 2 106 16,11-9-68-16</inkml:trace>
  <inkml:trace contextRef="#ctx1" brushRef="#br0" timeOffset="4759.52">27964 4657 467 0,'10'16'18'0,"0"9"25"0,1 3-20 16,-11 7 2-16,-1 3 3 16,-13-2 5-16,-2-3 101 15,-2-8 61-15,0-10 15 16,4-7 6-16,-1-3-89 0,6-10-37 16,4-5-11-16,0-13-23 15,5-8-17-15,1-9-20 16,6-1-8-16,4 11-8 15,-1 10 0-15,0 10-9 16,3 7-4-16,6 11-1 16,4 9 0-16,11 16 3 15,3 8 2-15,-2 15 3 16,-2-3 2-16,-10-5 0 16,-3-5 5-16,-11-13-4 0,1-2 3 0,-10-1 2 15,-1-3-3-15,-8-1 2 0,-5-3 1 16,-5 3-3-16,3-4 2 0,-1 0 0 15,3-2-6-15,4-4-17 0,0-3-65 16,-4-7 52-16</inkml:trace>
  <inkml:trace contextRef="#ctx1" brushRef="#br0" timeOffset="5210.33">28379 4756 1596 0,'0'-2'71'0,"5"2"9"0,-5-5-34 0,5 5-32 15,0-3-9-15,4 6-10 16,5 2 1-16,-1 7-1 16,-2 3-1-16,-1 6 6 15,-6-1 2-15,-8 3 5 16,-2 0 3-16,-7-6-4 15,1 1 0-15,0-5 1 16,2-8 1-16,1-3 6 16,-1-4 9-16,5-8 11 15,1-6-2-15,-1-11-15 16,4-1-17-16,1 2-46 16,1 4-21-16,9 9 32 15</inkml:trace>
  <inkml:trace contextRef="#ctx1" brushRef="#br0" timeOffset="5451.24">28683 4272 1190 0,'0'-2'138'0,"1"-3"217"16,-1 5-314-16,-1 2-17 15,6 11-16-15,5 5-8 16,9 20-1-16,9 12 1 16,6 14 1-16,-3 2 1 15,-1 2-2-15,-6-12 0 16,8-3 2-16,-2-5 0 16,3-15-1-16,-5-3-47 15,-10-14 33-15</inkml:trace>
  <inkml:trace contextRef="#ctx1" brushRef="#br0" timeOffset="6304.77">29321 4065 810 0,'5'35'16'0,"13"21"-16"16,5 10-7-16,-3 20 4 16,3 0 3-16,-8-8 10 15,-12-4 19-15,-3-18 99 16,-8-6 23-16,-10-14 20 16,3-8-11-16,-4-13-80 15,-2-8-10-15,8-9-6 16,-5-11-4-16,1-15-16 15,5-12-12-15,3-8-23 16,7 2-8-16,4 16-5 16,3 7-2-16,8 18-2 15,7 5 2-15,3 12 1 16,6 4 1-16,5 9 3 16,7 3 2-16,-11-5 1 0,6-3 0 0,-3-7-2 15,-3-3-1-15,6 0 0 0,4-3 3 16,-4-6-1-16,-6-1 3 0,0-3 3 15,-12-5-4-15,-3-4 6 0,-2-1 12 16,-3-5 2-16,-10-4 3 0,0-1-1 16,0-3-15-16,-5-4-5 0,0 0-2 15,-3 2-4-15,1 5-1 0,-1 8 7 16,1 2-3-16,4 8 2 0,1 5 2 16,-1 2-11-16,3 6-1 0,0 7 2 0,0 8-4 15,3 5 3-15,2 5 5 16,2 2-3-16,3 1 1 0,0-3 2 0,1-5-4 15,1-1 2-15,-2-9 4 0,-2-3-2 16,0-7 2-16,-3-3 2 0,0-2 0 16,2-3 2-16,-4-5 5 0,-1-3-1 15,3-7 2-15,-2-6 0 0,2-9-6 16,5-8-2-16,-5-2-1 0,5-6-3 16,-2 5 0-16,2 8 0 0,-2 8-3 0,-6 12-2 15,-2 11 0-15,8 2-8 0,-1 13 2 16,1 2 3-16,7 13-1 0,0 2 6 15,1 1 3-15,-1 6-1 0,3-4 2 16,-1-2 3-16,-7-3-3 0,3-8 1 16,-3-7 2-16,0-1-4 0,3-7 4 15,0-2 2-15,-1-3-2 0,-7-5 5 16,1-5 1-16,6-8-3 0,3-10 2 0,8-7 0 16,0-3-3-16,-3-10 2 15,-2 4 0-15,-3-4-4 0,0 8-2 16,-2 12 0-16,-3 8-5 0,-2 12 1 0,-8 6-3 15,7 1-7-15,-2 7 0 0,3 6 1 16,2 8-1-16,-2 6 6 0,-1-1 6 16,-2 1-2-16,6 4 3 0,-1-7 2 15,0 0-3-15,0 2-34 0,5-5-77 16,3 0 67-16</inkml:trace>
  <inkml:trace contextRef="#ctx1" brushRef="#br0" timeOffset="6708.63">30613 4695 1631 0,'0'-2'98'0,"3"2"33"0,-1-5-30 0,1-5-40 0,-1-3-14 0,4-17-17 16,-1-3-8-16,0-15-13 15,0-1-4-15,0 9-5 16,0 2-4-16,0 23-7 15,0 4-4-15,0 12-3 16,10 14 2-16,5 7 4 16,-2 4 5-16,3 4 4 15,-4 1 1-15,-2-11 6 16,-2 3 0-16,-3-11 1 16,0-4 2-16,-10-8 0 0,5 2 3 15,3-4 9 1,2-6 1-16,-5-7-2 0,3-3-4 0,2-2-7 15,0-5-7-15,10 0 0 0,-4 2 0 16,1 5-6-16,1 3 2 0,-3 7 0 16,0 6-7-16,-2 2 0 0,-3 5 1 15,-2 5-3-15,5 2 5 0,4 6 3 16,-2 0-2-16,-2 2 3 0,5-2 2 16,-6 5-42-16,6-5-48 0,-3 2-99 15,-2-5 93-15</inkml:trace>
  <inkml:trace contextRef="#ctx1" brushRef="#br0" timeOffset="6941.34">31244 4432 1110 0,'5'-13'117'0,"8"6"170"15,-1 2-259-15,6 15-26 16,2 2-12-16,-2 9 19 16,-3 6 3-16,-4 1 7 15,-6 0 13-15,-5-2-12 16,-3-1 12-16,-5-7 24 15,-2 2 15-15,-10-7-2 16,2-3-10-16,-4-10-16 16,-4 0-15-16,8-15-4 15,-2-1-4-15,5-9-36 16,10-5-29-16,15-11 25 16</inkml:trace>
  <inkml:trace contextRef="#ctx1" brushRef="#br0" timeOffset="7723.63">31543 3852 1625 0,'0'5'32'15,"5"8"-37"-15,5 14-6 16,8 24 3-16,0 12 4 16,-1 34 4-16,-1 1 0 15,-6-1 2-15,-5-6 0 0,-5-28 0 16,-3-7 1-16,-4-15 3 15,-1-3 11-15,0-11 30 16,-4-6 10-16,2-16 14 16,2-5 2-16,-5-13-18 15,3-10-6-15,0-17-18 16,0-8-15-16,10-3-17 16,0 0-5-16,10 23-1 15,5 8 2-15,-5 20-6 16,3 8-1-16,2 7 1 15,-2 8 1-15,2 5 10 0,0-1-1 0,3 4 1 16,-3-8 1-16,6 2-2 0,-4-7 1 16,-1-1 1-16,1-1-1 0,-4-9 1 15,5 1 3-15,-6-3-3 0,6-5 2 16,0-5 4-16,2-5-2 0,8-5 8 16,-3-3 8-16,8-5-1 0,-5-7 0 15,0-6-1-15,-3 3-10 0,-7-2-1 0,0 2 0 16,-3 5-5-16,-5 3 1 0,-5 2 1 15,-5 5-5-15,0-2 0 0,-5 2 2 16,-3 0-1-16,3 3 5 0,0 8 1 16,0 4-5-16,5 3-5 0,-2 0-2 15,-3 10-9-15,2 0-2 0,3 8 2 16,-2 10-3-16,2 10 6 0,2 7 6 16,3 4-1-16,5-6 3 0,3-10 3 15,5-3-5-15,-1-7 2 0,-4-5 3 16,-3-3-4-16,0-5 5 0,-2-5 3 0,0-5 3 15,-1 0 10-15,1-3 10 0,-3-2 13 16,2-7 13-16,6-4 8 0,0-11-9 16,6-9-13-16,2-9-15 0,-3-6-16 15,2-7-4-15,-3-3-1 0,-1-3-4 16,-3 1 0-16,2 2 0 0,0 0-5 16,-2 1 1-16,-3 4 4 0,-2 8-2 15,-3 12 3-15,-5 11 0 0,2 10-7 16,-2 7-2-16,0 6-1 0,0 2-8 0,0 0 0 15,3 5 0-15,-1 2-2 0,3 7 5 16,-2 10 7-16,1 12 1 0,2 9 4 16,-1 9 3-16,0-1-3 0,8-3 3 15,-11-1 2-15,5-4-2 0,-1 3 0 16,2 0 2-16,2-4-3 0,-5-1 4 16,4 0-31-16,-9-5-53 0,5 0 90 15,-9-5-46-15</inkml:trace>
  <inkml:trace contextRef="#ctx1" brushRef="#br0" timeOffset="8568.7">29330 6024 1444 0,'12'19'40'0,"-2"8"-21"0,6 14 16 16,1 4 11-16,11-1 9 16,3 3 2-16,-2-18-7 15,-6-4-2-15,-13-8 4 16,-7-17 1-16,-3 1 3 15,-8 4-5-15,-11-16-16 16,-7-7-6-16,-7-19-18 16,2-12-5-16,1-22-6 15,2-10-5-15,10-23-5 16,8-4-1-16,18 11 2 16,8 7 4-16,13 39 4 15,2 16-1-15,9 26-3 16,1 9-3-16,-6 11-2 0,3 11 0 15,-17-3 8-15,-4 6-1 0,-12 2 4 0,-5 1 5 16,0 3-5-16,-7 2 3 0,-8 4 0 16,-1 1-3-16,-6-5 0 0,-6 0 2 15,7-5-3-15,1-2 0 0,5-4 0 16,12-4-60-16,1-8 213 0,-1-10-130 16</inkml:trace>
  <inkml:trace contextRef="#ctx1" brushRef="#br0" timeOffset="8941.86">29904 5358 1448 0,'0'29'38'16,"5"11"-17"-16,3 10-5 16,2 2 12-16,2 1 10 15,4-5 8-15,1-6 3 16,6-14-8-16,0-13-8 0,-3-15-2 15,3-5-3-15,2-19-5 16,1-12-5-16,-6-12-10 16,5-1-2-16,-12-3-3 15,0 4 0 1,-3 20 1-16,-8 5 0 0,-2 17-4 16,0 6-2-16,0 16 1 15,5 11 1-15,3 16 2 16,-3 4 4-16,-2 10-4 15,-3 1 0-15,-3-9-1 16,-5 6 4-16,-2-12-4 0,-5 0 4 0,-3 0 1 16,3-5-4-16,3-4 0 0,-1-2 0 15,3-4-3-15,0-8 0 0,2-11-1 16,8-5-50-16,-3-3 143 0,3-10-82 16</inkml:trace>
  <inkml:trace contextRef="#ctx1" brushRef="#br0" timeOffset="9255.35">30661 4956 1530 0,'-2'-2'44'0,"4"2"-22"0,6 15-17 0,10 10-3 16,2 28-1-16,5 11 0 0,-9 12 3 16,-1-5 2-16,-8-8 10 15,4-7 6-15,-4-11 0 16,-2-4 0-16,5-11-11 16,-2-2-5-16,2-1-2 15,0-6-2-15,0 1 0 16,-5-6-1-16,0-4 0 15,-5-11-26-15,3 3 16 16</inkml:trace>
  <inkml:trace contextRef="#ctx1" brushRef="#br0" timeOffset="9451.68">30922 5212 1549 0,'-12'-1'58'0,"-6"1"25"0,-5 0-63 16,-5 4-9-16,-7 3-1 15,-6 6-8-15,-2 2 0 16,5 3-2-16,8 1 1 16,7-5-29-16,13-4 21 15</inkml:trace>
  <inkml:trace contextRef="#ctx1" brushRef="#br0" timeOffset="9952.52">30905 4911 1410 0,'-3'25'40'0,"8"21"-9"16,5 17-25-16,5 18 2 15,8 8 7-15,-2-11 3 16,1-3 0-16,-1-16 0 15,-1-9-7-15,-5-17 6 16,-5-12 9-16,-2-13 17 16,-8-6 13-16,7-2 21 15,-2-7-3-15,1-12-18 16,1-13-14-16,8-6-33 16,3 0-7-16,2 13-4 15,6 6-2-15,-1 14-2 16,3 6-1-16,-3 12 2 15,-2 7 2-15,5 8 1 16,2-3 0-16,-4-2-15 0,1 0-27 0,-9-13-15 16,0-1-6-16,-3-4 12 0,0 0 25 15,-5-5 15-15,-2-5 12 0,-3 1 3 16,-5-2 15-16,5-1 18 0,-2-3 9 16,-1 4 5-16,8-4-8 0,-2-2-19 15,5 2-12-15,4 4-5 0,-4-3-6 16,10 8 1-16,-5 1 0 0,-1 1-2 15,6 8 1-15,-13 2 1 0,8 2-1 16,-8 5 3-16,-10-3 12 0,5 0-3 16,-5 0 3-16,-7-2 4 0,-1 1-2 0,-5 0 9 15,-7-5 11-15,7 1-1 0,-2-5-3 16,-3 0-6-16,8-5-14 0,-2-5-4 16,2 0-3-16,-1-9-9 0,4 0-57 15,-3-13 287-15,10-16-186 0</inkml:trace>
  <inkml:trace contextRef="#ctx1" brushRef="#br0" timeOffset="10300.2">31789 5088 1399 0,'2'56'61'0,"3"2"-12"0,8 10-5 0,2 1-7 0,3-7-10 16,2-10-1-16,-5-14 7 15,-7-8 6-15,0-17 29 16,-8-13 14-16,0 0 19 16,0-3-2-16,-3-17-24 15,3-9-13-15,3-19-34 16,9-9-12-16,6 0-12 16,10 5-5-16,2 14-5 15,3 14 0-15,3 17-4 16,-3 14-1-16,-3 12 0 15,-5 11 1-15,-7 6 4 16,-5-2 2-16,-6-6 4 0,-2-4 0 0,0-5 0 16,-5-3-4-16,3-1-90 0,-3-3 68 15</inkml:trace>
  <inkml:trace contextRef="#ctx1" brushRef="#br0" timeOffset="58015.55">31753 10147 1197 0,'0'-3'65'0,"8"-2"17"0,7 0-34 16,5-5-40-16,1 5-3 15,-14 0 14-15,-12 2 2 16,-43 3 3-16,-20 0-1 0,-54 5-15 15,-15 3-4-15,-27 2 0 16,-16 0-2-16,-3 0 1 16,-2 0 1-16,18-2-1 15,10-3-1-15,5 3 0 16,8-3-1-16,17 0 0 16,23 0-1-16,36 8 0 15,15 2-3-15,17 6-2 16,8 6 1-16,8 11 0 15,5 23 2-15,7 5 1 0,3 25 2 16,5-8-1-16,0 1 0 0,10-1 1 16,-2-7-1-16,2 6 0 0,3 11 1 15,-6 19-1-15,3 12 0 0,-5-5 2 16,-2-10-2-16,-3-15 2 0,0-8 1 16,-8 5-3-16,3 10 3 0,-5 6 0 15,0 3-3-15,2-15 2 0,6-12 0 16,4-14-2-16,9-7 0 0,6-9 2 0,-1-11-3 15,6-4 2-15,-1-4 2 0,4-15-2 16,8-5 4-16,2-9 1 0,11-10-2 16,12-9 2-16,11-4 1 0,14-3-3 15,13-2 2-15,6-2-1 0,9 3-4 16,8 2 1-16,13 2 0 0,30 3-2 16,10-3 2-16,8 2 1 0,10-2-3 15,0-6 2-15,0 0 0 0,-2 0-2 16,-16-5 1-16,-15 6 2 0,-5-4-3 0,-10 2 1 15,-23 6 2-15,-28 4-3 16,-25 5 0-16,-13 8 2 0,-15 2-2 0,-5 2 0 16,-13 1 2-16,-8-1-2 0,-12-2 6 15,1-2 5-15,-6-10 4 0,0-7 11 16,-8-19 3-16,-3-19-2 0,-8-19-4 16,1-10-8-16,4-4-9 0,5-3-2 15,9 0 1-15,2-11-5 0,3-20 0 16,7-8 2-16,4 0-2 0,9 16 0 0,3 17 1 15,4 10-2-15,-3 3 1 0,-4-3 2 16,-5-4-3-16,2 6 1 0,-7 14 0 16,-5 15-1-16,-4 15 1 0,-7 15 1 15,-9 0-2-15,-3 8 0 0,-6 2 2 16,-4 0-3-16,-6-2 2 0,-8 2 0 16,-9-2-1-16,-8 2 1 0,-26-1 1 15,-25 3-2-15,-23 1 0 0,-4 7 1 16,-5 4-3-16,5 9 1 0,-12 7 2 15,-18 8-3-15,12-2 2 0,26 2 1 0,33-2 0 16,40-3 0-16,23 0 0 0,10-2-20 16,13-1-73-16,3 1 61 0</inkml:trace>
  <inkml:trace contextRef="#ctx1" brushRef="#br0" timeOffset="58640.4">30365 10810 962 0,'10'-35'57'0,"-2"10"16"0,-3 4-13 0,0 19-56 0,-5 4-13 16,0 21-23-16,0 8 1 15,-3 14 18-15,-7 6 11 0,3-3 17 16,-1 3 10-16,3-1 13 16,2 6 2-16,3 10-3 15,0 10-6 1,0 5-11-16,0 0-3 0,0-15-4 16,3-15-3-16,12-21 0 15,0-17 0-15,18-21 10 16,5-17 5-16,16-31 1 15,6-25-1-15,14-38-9 16,7-10-5-16,-8 17-4 0,-4 13-2 16,-29 41 1-16,-12 10-4 0,-18 10 2 15,-10 0 1-15,-10 5-4 0,-10-2 1 16,0 7 1-16,-6 0-3 0,-2 0 0 16,3 3 2-16,-10-1-2 0,-1 6 0 15,-4 7 2-15,-1 8-3 0,3 8 1 16,0 7 0-16,0 8-1 0,-2 10 1 0,-1 4 1 15,8 4-2-15,5-1 1 0,10-4 2 16,13-6-3-16,5 0 2 0,13-2-2 16,12-3-119-16,8-4 88 0</inkml:trace>
  <inkml:trace contextRef="#ctx1" brushRef="#br0" timeOffset="59416.48">31122 10826 502 0,'0'-43'126'0,"3"10"116"0,-3 5-24 0,-3 18-94 16,-2 10-61-16,-10 25-83 15,-3 18-8-15,-9 36 26 16,1 32 19-16,11 31 24 0,8 7 0 16,24-17-14-16,11-20-9 15,10-44-8-15,10-15-2 16,3-23 8 0,-3-14 5-16,8-26 7 0,-6-13 2 15,-1-28-6-15,-9-15-4 16,-17-40-7-16,-8-23-1 15,-15-23-4-15,5 2-2 16,-5 29-2-16,0 24-2 16,-5 47 0-16,-3 19-3 0,6 36-18 0,-1 13-138 15,3 10 105-15</inkml:trace>
  <inkml:trace contextRef="#ctx1" brushRef="#br0" timeOffset="59600.63">31743 10937 1365 0,'-10'-41'39'16,"2"14"-22"-16,11 9-14 16,-1 23-8-16,6 10-4 0,2 36 0 15,3 17 5-15,5 44 6 16,-1 12 2-16,4-8 3 16,-1-14 0-16,0-36-1 15,3-18 3-15,-3-5-84 16,-2-15 57-16</inkml:trace>
  <inkml:trace contextRef="#ctx1" brushRef="#br0" timeOffset="59770.15">32136 10750 1475 0,'-23'-13'37'15,"-5"5"-30"-15,-5 11-6 16,-12 4 0-16,-19 6 0 15,-17 5 0-15,-23 0 0 16,-20 2 2-16,-2-8-10 16,1-4 7-16</inkml:trace>
  <inkml:trace contextRef="#ctx1" brushRef="#br0" timeOffset="60675.01">27671 11544 542 0,'-34'9'12'0,"2"6"-9"0,3-3-1 0,5-1 0 16,10-4 26-16,5-4 87 15,8 2 20-15,2-5 26 16,4-3-20-16,27-4-74 16,17-6-15-16,45-7-17 15,20-3-2-15,20 3-11 16,-2 5-6-16,-3 12-8 16,-3 6-4-16,9 7 0 15,-7 5-1-15,-23-5 0 16,-15-2 1-16,-44-6 5 15,-16-2 8-15,-25-6 4 16,-5-6 1-16,-9-15-4 16,-5-6-7-16,-1-10-5 0,-8-6-2 0,8 4-2 15,-4-1 0-15,10 11-2 0,-1 12 0 16,5 13 1-16,5 5-2 0,0 0 0 16,5 5 1-16,0 0-4 0,3 0 1 15,2 2 2-15,0 3-3 0,5-2 3 16,6-3 1-16,-4 0 0 0,6 0 0 15,6-5 1-15,8-3-1 0,2 1 0 16,4 4 1-16,-6 3-1 0,-4 8-1 16,2 9 2-16,7 6-3 0,-4 5 1 0,-9 0 1 15,-11-3-4-15,-10 0 2 0,-6-2-1 16,3-2-2-16,-5-6 3 0,-5 0 2 16,-5 0 0-16,-8-2 2 0,-2 5 2 15,-8-3-3-15,-7 0 3 0,-3 3 0 16,-3 2-3-16,-7-2 2 0,-4 2-1 15,0 3-2-15,-11-4 0 0,5 2 1 16,-2 0-1-16,3-4 1 0,14-4 3 16,10-4-4-16,19-8 2 0,9-1 3 0,10 0-3 15,14-1 4-15,14-8-85 0,10-9 58 16</inkml:trace>
  <inkml:trace contextRef="#ctx1" brushRef="#br0" timeOffset="61236.97">26611 10641 1079 0,'0'0'3'0,"-9"-10"3"0,-1-3 4 0,-3 3-1 0,3 5-11 0,0 0-19 0,15 15-6 15,8 5-3-15,11 18 8 16,5 12 13-16,9 9 4 16,4-1 2-16,-11-5 3 15,-8-8 0-15,-13-9 16 16,-5-8 19-16,-15-8 28 15,-1-10 10-15,-13-10-3 16,0-10-14-16,2-21-24 16,11-9-8-16,11-36-12 15,11-11-4-15,17-32-5 16,4 0 0-16,2 23-1 16,-1 22-1-16,-8 49-1 0,2 15-3 15,-11 20 1-15,12 10-1 0,-1 10-29 16,-3 6 24-16</inkml:trace>
  <inkml:trace contextRef="#ctx1" brushRef="#br0" timeOffset="61502.83">27062 10689 1069 0,'-4'0'-6'0,"19"2"0"0,7 6-5 0,-1-1 6 16,7 1 1-16,5 0 4 15,4-3 2-15,-3 0 0 16,-11-5 6-16,-9-5 8 16,-13-8 32-16,-6-7 4 15,-23-6-5-15,-10 1-7 0,-11 18-37 16,-2 7-9-16,14 25-9 16,7 8-1-16,22 5 4 15,13 0 6-15,23-8 13 16,20-7 8-16,12-10 18 15,-3-8-17-15,1-10-2 16</inkml:trace>
  <inkml:trace contextRef="#ctx1" brushRef="#br0" timeOffset="61918.13">27463 10676 979 0,'3'3'36'16,"1"4"-6"-16,1 8-8 15,-4 1 3-15,3 9-2 16,-4 0-1-16,-5 1 5 16,-7-6 0-16,-4-12 2 0,-7-9-1 15,-6-19 1 1,6-10-1-16,7-23-4 0,8-13-5 16,4-5 0-16,4 8 0 15,13 30-5-15,6 17-1 16,10 32-9-16,9 14-3 15,10 13 1-15,3 8 0 16,12-8 1-16,-2-10-1 16,-3-13 2-16,-2-17 2 15,-23-6 1-15,-4-17 2 0,-15-3 1 0,1-15-2 16,-1-15-1-16,-1-8-1 0,-2-10-4 16,3-5 1-16,-5 0 2 0,1 1-4 15,-5 4 2-15,5 9 1 0,2 7-3 16,3 14 0-16,-4 16-1 0,2 15-4 15,1 15-1-15,-3 12 2 0,2 14-1 16,2 9 4-16,-1 11 3 0,0 5-3 16,13 7 4-16,-1 3 0 0,7 5-3 15,9 0 3-15,-3-5 1 0,8-3 1 0,-6-12-4 16,4-11 1-16</inkml:trace>
  <inkml:trace contextRef="#ctx1" brushRef="#br0" timeOffset="63063.75">27410 12439 923 0,'0'-5'101'0,"0"4"178"0,5 6-263 16,4 6-22-16,4 21 3 15,-2 6 2-15,4 18 2 16,-2 7 3-16,2 3 0 16,-6-10 1-16,-5-18 8 15,5-12 3-15,-9-26-7 16</inkml:trace>
  <inkml:trace contextRef="#ctx1" brushRef="#br0" timeOffset="63193.01">27539 11976 1268 0,'-6'0'29'16,"2"10"-28"-16,3 19-181 16,-3-1 134-16</inkml:trace>
  <inkml:trace contextRef="#ctx1" brushRef="#br0" timeOffset="63544.2">27622 12343 365 0,'25'28'60'0,"3"6"77"0,1 4 3 15,0 0-28-15,-6 1-14 16,-12 3-49-16,2-4-17 15,-13-9-9-15,5-1-2 16,-5-14 3-16,0-13 12 16,5 3 13-16,-6-19-1 15,16-23-7-15,8-15-16 16,6-13-20-16,13 5 0 0,-17 19-11 16,-6 21-8-16,-4 26-8 15,-11 11-3-15,1 27 10 16,-5 8 7-16,4 12 8 15,11 2 4-15,13 1 10 16,5-7 5-16,-1-14 7 16,-1-10 7-16,-3-22-24 0,0-12-121 15,-1-15 79-15</inkml:trace>
  <inkml:trace contextRef="#ctx1" brushRef="#br0" timeOffset="63731.57">28331 11839 964 0,'15'40'34'16,"4"16"-20"-16,8 33 29 15,1 6 7-15,-2-3-7 16,2-4-7-16,-6-16-3 16,-6-4 0-16,11-8 3 0,-2-7-47 15,9-20 12-15</inkml:trace>
  <inkml:trace contextRef="#ctx1" brushRef="#br0" timeOffset="63825.28">28838 12281 1360 0,'-59'-10'43'16,"-17"5"-13"-16,-20 10-7 0,-23 6-11 16,-4 7-4-16,9 6-6 15</inkml:trace>
  <inkml:trace contextRef="#ctx1" brushRef="#br0" timeOffset="76655.3">28627 14437 991 0,'-5'-13'57'0,"10"-2"19"0,23-8-36 16,29-5-41-16,10-2-1 0,9 7 2 15,-7 8 0-15,-16 22 8 16,-5 9 3-16,-15 14 5 16,-8 3 2-16,-12 2 4 15,-8 1-2-15,-18 2-2 16,-11-3-2-16,-24 1-7 15,-9-3-1-15,-1 5-1 16,-7-6-1-16,26-6-9 16,6-3-4-16,28-11-4 15,13 1-1-15,18 0 6 16,11 2 3-16,16 3 3 16,4-3 1-16,-5-1 0 0,-9 2 5 15,-20 4 0-15,-8 6 5 0,-7 2 2 16,-8 5-5-16,-13 2-2 0,-5 2-2 0,-6 2-3 15,-2-4 2-15,-10 1 1 0,3 1-1 16,-2-3 1-16,3-6 1 0,8-8-2 16,-4 0 2-16,3-5 5 0,2 1-4 15,9-4-290-15,8-9 208 0</inkml:trace>
  <inkml:trace contextRef="#ctx1" brushRef="#br0" timeOffset="76844.95">29562 14862 571 0,'-18'20'13'0,"-10"6"-11"0,6 2-3 16,-4 2 0-16,6 0 1 15,12-9 3-15,6-4-12 0,17-24 7 16</inkml:trace>
  <inkml:trace contextRef="#ctx1" brushRef="#br0" timeOffset="77256.64">29752 14350 474 0,'20'-38'64'16,"6"-5"47"-16,7-15-21 15,5 5-14-15,-6 10-25 0,1 12-17 16,-15 19-27-16,-3 2-8 16,-2 12-13-16,-13 6-1 15,5 20 1-15,-5 10 6 16,-8 28 11-16,-2 15 5 16,3 10 4-16,-3-3 0 15,10-11-2-15,7-4-1 0,16-17 4 16,2-3 7-16,16-10-5 15,-11-10-2-15</inkml:trace>
  <inkml:trace contextRef="#ctx1" brushRef="#br0" timeOffset="77700.23">30474 14860 455 0,'10'-51'115'15,"5"-5"73"-15,8-15 4 16,2-17-13-16,13-34-63 0,5-15-40 15,13-2-37-15,8 10-6 16,-6 38-6 0,-13 25-2-16,-32 28-3 0,-13 20-6 15,-23 15-7-15,-12 6-3 16,-21 15-6-16,0 5-1 16,-10 14 1-16,1 4-1 15,9 5 2-15,0 2-1 16,21 0 0-16,4-3-2 0,21-4-3 15,8-5 0-15,19-11 4 16,9-10 1-16,9-12 3 16,13-8-1-16,-2-11 0 0,12-7 2 15,21-4-4-15,14-1 3 0,14 0 3 16,-1 3-2-16,-7 9-5 0,-20 6-180 16,-19 3 128-16</inkml:trace>
  <inkml:trace contextRef="#ctx1" brushRef="#br0" timeOffset="79171.84">28088 16744 540 0,'-5'-5'16'0,"2"4"-4"0,1 1-8 0,2 0 14 15,0-3 51-15,2-4 29 16,6-16 33-16,2-5-2 15,13-12-29-15,7 2-17 0,8-5-8 16,5 7-5-16,-2 21-20 16,-6 5-12-16,-6 25-25 15,-6 10-7-15,-8 21 8 16,-3 7 2-16,-17 8 2 16,-7 5 1-16,-12-8-10 15,-9-2-2-15,-5-8-1 16,0 0-1-16,4-8-2 15,11-2 0-15,12-10-4 0,7-2 1 16,8-11-3-16,7-7 3 16,17 2 1-16,14-8 0 0,7-4 3 0,21-11 1 15,11-12-3-15,15-3 2 0,6-5 0 16,-11 0-164-16,-20-5 117 0</inkml:trace>
  <inkml:trace contextRef="#ctx1" brushRef="#br0" timeOffset="79555.17">29249 16381 1041 0,'-4'-5'24'16,"4"2"-19"-16,-2 1 1 16,-1-5 49-16,-2 1 16 15,-10-8 25-15,0 5 8 16,-5 2-42-16,-1 4-15 15,-8 3-24-15,0 5-9 16,-9 14-10-16,5 10-3 16,3 14-1-16,3 4-1 0,18 10 1 15,9 4 0-15,18-15 2 16,7-1-1-16,17-22 2 16,10 0-1-16,11-11 0 15,-2-4 0-15,-20 7-1 16,-16-5 0-16,-25 13 0 15,-18 5 0-15,-12 2-1 16,-8 3 2-16,-8-7-2 0,3 2 1 0,5-3 1 16,5-7-3-16,13-3 1 0,6-3 2 15,5-6-2-15,9-1 0 0,5-3-92 16,3-7 65-16</inkml:trace>
  <inkml:trace contextRef="#ctx1" brushRef="#br0" timeOffset="79951.4">29772 16963 1308 0,'-2'-7'48'0,"-1"-3"-6"0,3-3-19 0,0-17-16 16,3-8-2-16,2-26-3 15,2-14-2-15,9-26-2 16,9-15-2-16,15-5 3 16,6-2 2-16,0 21 10 15,-6 20 12-15,-30 47 6 16,-17 22-2-16,-31 45-8 15,-18 18-11-15,-5 12-7 16,-5 11-1-16,8-4 0 16,2 0-1-16,18-13-5 0,13-10-10 15,25-15 4-15,15-10 1 16,28-16 7-16,18-7 11 16,13-10-1-16,17-12-4 0,-3 6-43 15,4-6-140-15,-11 3 117 0</inkml:trace>
  <inkml:trace contextRef="#ctx1" brushRef="#br0" timeOffset="80334.27">30109 16961 1015 0,'3'-3'110'0,"9"-7"92"0,1-4-163 0,17-10-52 15</inkml:trace>
  <inkml:trace contextRef="#ctx1" brushRef="#br0" timeOffset="80441.3">30527 16857 1514 0,'5'-5'37'16,"8"5"-30"-16,2-5-354 16,8-5 244-16</inkml:trace>
  <inkml:trace contextRef="#ctx1" brushRef="#br0" timeOffset="80739.23">31604 16860 1034 0,'-8'-6'4'15</inkml:trace>
  <inkml:trace contextRef="#ctx1" brushRef="#br0" timeOffset="84029.49">7249 17001 886 0,'-9'-60'296'0,"6"24"-159"15,3-2-137-15,0 105-2 0,-2-53 5 16,-3-9-1-16,-3 3 0 0,3 2-2 16,-1-2-1-16,-3-1-5 0,1 1-4 15,3 2-5-15,0-5 3 0,8-2 15 16,7 2 12-16,0-5 13 0,15 5-2 16,8-5-6-16,13 0-6 0,22 0-6 15,13-5-1-15,23 0-1 0,10-1-3 0,-5-1 1 16,-1-1 0-16,-12 1-2 0,-1 2 1 15,6-2 2-15,26 1-2 0,6-4 2 16,-6 0 2-16,-8 0-3 0,-28 2 1 16,-20-5 0-16,-8 3-4 0,-12 1 2 15,-13 3 0-15,-8 1-2 0,-11 0 4 16,-7 0 7-16,-2 0 3 0,-10 2 3 0,-10-6 1 16,-2-2-8-16,-7-4-5 15,-10-8-1-15,1 0-5 0,-6-2 2 0,4 2 0 16,7 3-2-16,5-3 1 0,3 5 2 15,1 3-3-15,5 5 2 0,0-3 2 16,-1 8-4-16,5 1 0 0,4 3 0 16,1 1-5-16,0 3-1 0,1-3 1 15,9 5-2-15,4-5 4 0,5 5 4 16,8-3-1-16,11 6 0 0,6-8 1 0,18 0-1 16,5 5 0-16,3-4 2 0,-4 11-3 15,-3 13 2-15,-12 5 0 0,-11 6-1 16,-4 4 1-16,-15-2 3 0,-7 3-3 15,-9-6 2-15,-7-2 1 0,-11-5-3 16,-7-5 1-16,-7 0 1 0,-11-8-1 16,-5-3 3-16,-14-1 2 0,-9-4-3 15,-6-2 1-15,6-5 0 0,2 0-3 16,9-5 1-16,11 3 1 0,-3-8-2 0,18 5 1 16,1-1 1-16,8 1-2 0,7 3 1 15,4-3 4-15,4-3 3 0,0-2 2 16,5-5 2-16,4-5-7 0,2-8-4 15,4-10 0-15,-1-8-3 0,5-12 0 16,-5-13 2-16,-3-4-2 0,3 3 0 16,-6 16 1-16,-2 21-1 0,-1 17-1 15,-9 19-21-15,-5 26 14 0</inkml:trace>
  <inkml:trace contextRef="#ctx1" brushRef="#br0" timeOffset="91071.46">31416 13530 1464 0,'-53'-51'37'0,"-81"11"-32"16,136-11 6-16,-174 137-16 16,91-63 6-16,8-26 2 0,4-4-3 0,-4-1 1 15,-11 3 1-15,-10-3-2 16,-20 6 0-16,-25 4 2 0,-26 1-3 0,-2 7 1 16,-8 0 1-16,-17 5-2 0,7 8 0 15,3 0 1-15,9-3-1 0,20-2 1 16,1-5 2-16,14-3-2 0,20 0 2 15,21-2 2-15,22 4-4 0,4-4 2 16,0 2 1-16,12-5-3 0,9-2 1 16,16 4 1-16,9 1-2 0,-2 4-2 15,-6 14 2-15,0 4-2 0,-5 16 1 16,-1 12 2-16,1 13-2 0,8 10 0 0,-2 13 0 16,13 4-4-16,5 4 2 0,3-3 0 15,8-16-1-15,6-12 4 0,-2-15 1 16,8-10 1-16,-3-1 2 0,-1-4 2 15,5-1-2-15,-3 3 1 0,-6 0-1 16,4 8-2-16,0 2 0 0,0 0 1 0,5 0-3 16,2-7 3-16,-1-5 3 0,8-7-1 15,0-13 5-15,14-3 2 0,10-8-4 16,5-2 2-16,0-3 1 0,13-5-1 16,9 0 5-16,-2 0 3 0,11 0-3 15,-1 0-3-15,-7 0-3 0,13 7-7 16,13 5-1-16,1-1 2 0,6 4-3 15,-8 3 0-15,-5-1 2 0,0-2-2 16,4-6 0-16,23-4 3 0,14-3-3 16,2-2 1-16,3-2 2 0,-8-3-3 0,-10-3 1 15,10-3 5-15,6-3-2 0,-4 0 4 16,-7 4 1-16,-20 5-5 0,-23 5-2 16,-12 0 1-16,-9 3-3 0,-4-3 0 15,-3-2 2-15,1-1-2 0,1-7 1 16,-1-1 2-16,1-8-1 0,-2-5 8 15,-4-8 10-15,-4-8 0 0,1-11 7 16,-1-17-5-16,4-8-9 0,4-9-3 16,-8-5-3-16,1-4-6 0,-6 3 1 0,-7-5 1 15,8-3-4-15,-11-5 2 0,1 8 2 16,-3 7-3-16,-6 15 2 0,-4 11 2 16,0 5-4-16,-5 5 1 0,-6 2 2 15,3 3-4-15,-7 0 1 0,-3-3 1 16,2 1-3-16,-7 4 2 0,-2-2 1 15,-6 5-6-15,-12 5 5 0,-8 2 0 16,-13 3-2-16,-10 8 2 0,-12 5 0 16,-16 7-5-16,-7 8 3 0,-13 5 2 0,0 5-4 15,3 8 4-15,12 2 2 0,11 10-4 16,20 11-8-16,15 14-63 0,7 21 47 16</inkml:trace>
  <inkml:trace contextRef="#ctx1" brushRef="#br0" timeOffset="92192.63">28403 15288 1382 0,'-33'-5'34'0,"4"2"-29"0,-14 3-3 0,0 0 1 0,-13 3-3 15,4 2 1-15,-6 0 1 0,-9 0-2 16,-3-3 4-16,-11 1 8 0,-1 6 1 0,-3 0 3 16,-4 10-2-16,-8 10-10 0,-12 9 0 15,-20 9-2-15,-12 16-2 0,12 9 0 16,7 13 2-16,30 2-3 0,16 1 1 15,11-6 2-15,17-11-1 0,10-9 4 16,13-5 1-16,2 3-2 0,5 3 3 16,2 3 2-16,-3 2 0 0,9 3 2 15,-3 5 2-15,12-2-5 0,2-1-2 0,9-6 6 16,13-7-1-16,0-12 3 0,2-5 3 16,3-10-6-16,9-3 0 0,6-4 3 15,10-9-4-15,1-4 4 0,10-5 2 16,-2-8-4-16,-5-5 0 0,10-1-2 15,0-1-8-15,3 2 0 0,-6 0 1 16,-8 0-4-16,-18 5 2 0,-15-3 1 16,-8 1-2-16,-6-1 3 0,-9 3 4 15,0-2 6-15,1-1 14 0,-2-5 6 16,-4-2-5-16,-4-7-5 0,1 1-10 0,-3-9-10 16,-3 0 0-16,1-3-1 0,2-5-3 15,2 10-1-15,-1 5-1 0,0 3-5 16,2 8 2-16,2 4 3 0,2-1 0 15,-1 3 3-15,5 1 1 0,0 0-4 16,5 5 2-16,0 3 1 0,5 2-1 16,8 0 2-16,7 5 2 0,7 3-3 15,7-2 0-15,4 6 2 0,3 1-3 0,1-6 1 16,-13 6 1-16,3 0-2 0,-8 2 1 16,-9-2 1-16,-5 0-2 0,-3-8 1 15,-11-2 0-15,4 2-3 0,-10-2 1 16,-8-3 2-16,-7 5-3 0,1-2 4 15,-10 2 4-15,-4 2-4 0,-5-1 1 16,-14 4 2-16,4 3-4 0,-4-5 1 16,4 4 3-16,10-6-4 0,5-1 1 15,9-5 1-15,10-5-2 0,4-5 3 16,7 0 4-16,-2 0 7 0,5-5 15 0,-1-3 11 16,-4-4-1-16,1-4-9 0,-1-6-10 15,5-6-15-15,-1 5-3 0,1-2 2 16,0 2-6-16,5 8 2 0,5-6 0 15,-4 4-3-15,7 4 3 0,2-5-1 16,8 3-2-16,1-3 1 0,-5-2 2 16,0 5-1-16,-5 0 1 0,-4 7 0 15,-1 3-2-15,-9 5-3 0,1 0-3 0,-6 0-20 16,4 0-29-16,-8 5-87 0,-1 0 81 16</inkml:trace>
  <inkml:trace contextRef="#ctx1" brushRef="#br0" timeOffset="92779.15">28299 17815 1652 0,'9'-21'57'0,"-4"4"-16"0,-2-1-19 0,-1 10-19 0,1-2-5 0,-3 5 0 0,-3 3-2 0,1-1-5 16,-6 3 8-16,3-3 3 0,-9 1 0 15,-2 2 7-15,-11 0-3 0,-2 2-4 0,-13 4 1 16,4 4 1-16,-6 2-3 0,-3 9 0 16,5 4 2-16,-5 5-3 0,4 1 1 15,5 2 2-15,14-3 0 0,5 3 2 16,8 0 4-16,12 0-1 0,4 2 0 15,14-4 1-15,5-1-7 0,4 0 1 16,10-4 0-16,5 2-3 0,4-4 0 16,-3 0 0-16,6-6-14 0,3-1-37 15,5-5-105-15,-2-9 92 0</inkml:trace>
  <inkml:trace contextRef="#ctx1" brushRef="#br0" timeOffset="93062.96">28745 18030 1704 0,'32'-10'39'16,"-2"2"-37"-16,3 6-4 0,-10 2 1 16,-3 12-3-16,-5 1 2 0,-6 5 2 15,0-1-4-15,-6-1 3 0,-3 4 0 16,-3-2-1-16,-6 2 5 0,-5 3 4 16,-6 1-1-16,-10 0 4 0,-11 6 0 0,-6 1-5 15,-1-7 2-15,-4-3-1 0,12-6-5 16,4-8 2-16,7 2 2 0,20-9-2 15,4-4 9-15,1-5 4 0,4-9-1 16,-1-10-2-16,1-10-13 0,10-12-11 16,3-9-2-16,12-1 5 0,-1 1-1 15,0 11-5-15,-1 15-19 0,-4 16-32 16,3 9-42-16,-1 8-180 0,3 2 180 0</inkml:trace>
  <inkml:trace contextRef="#ctx1" brushRef="#br0" timeOffset="93628.1">29216 17670 1715 0,'9'-7'48'0,"4"-1"-28"0,-2 3-11 0,1 5-6 16,0 5-6-16,-4 8-2 0,3 7 2 15,6 5-2-15,-5 11 4 0,-3 7 2 16,0 7-2-16,-9 11 2 0,0 3 1 15,-5-1-3-15,-8 3 1 0,3-5 3 16,-5-8-4-16,-5-10 3 0,2-13 4 16,3-8-1-16,-3-8 7 0,9-4 6 15,-5-5-3-15,4-5 0 0,5 0 0 16,-5-13-8-16,6-3-2 0,-2-11-1 16,3-8-6-16,3-3-3 0,8-5-1 0,10 0-2 15,-1 5 9-15,9 7 4 0,-5 8 0 16,-4 11-1-16,-1 12-4 0,-2 0-2 15,1 10 1-15,-1 5 2 0,5 8-2 16,0-3 1-16,-2 5 1 0,0-2-1 16,1-3 0-16,-3 1 3 0,8-6-2 15,1-2 2-15,0-8 3 0,7 2-2 16,-6-7 1-16,3-2 0 0,2-3-5 16,3-8 0-16,0-2 0 0,0 0-2 0,3-6 2 15,-9 1 2-15,-1 0-2 0,-6 2 0 16,-5 3 3-16,-5 0-3 0,0 5 3 15,-7 2 10-15,2-2 5 0,-10 2 10 16,2-4 10-16,-4 4-5 0,-3-7-3 16,0 5-7-16,-1 0-11 0,1 4-5 15,3 4-4-15,2-1-6 0,0 6-2 16,0 5 0-16,-3 12-3 0,0 13 3 16,-2 10 4-16,5 10-3 0,0 8 3 0,8-6 2 15,7-6-3-15,2-6 2 0,11-10 3 16,5-6-5-16,10-6-1 0,15-11 3 15,0-10-7-15,23-13-41 0,33-17 36 16</inkml:trace>
  <inkml:trace contextRef="#ctx1" brushRef="#br0" timeOffset="96561.19">3737 10770 1285 0,'-41'-51'13'0,"-1"1"-25"0,13 11-7 16,-4 1 3-16,8 11 16 0,2 6 2 16,-5 4 1-16,3 6-3 0,-2 1 0 15,-2 5 1-15,4-2-3 0,-2 2-1 16,3 0 1-16,1 2-2 0,-1 1 4 16,5 2 15-16,4-1 25 0,1 1 23 15,10-2 12-15,4-3-15 0,0 5-15 0,4-5-17 16,10 5-12-16,9 0 4 0,12 5-8 15,12 0-6-15,15 5 1 0,9-2-3 16,8 2-4-16,17 0 0 0,18-2 2 16,15-6-3-16,5 1 2 0,-2-3 1 15,-13-5-3-15,13 0 2 0,12 2 1 16,8 0-4-16,10 1 2 0,-15 2 0 16,8 2-1-16,22 1 0 0,8-3 2 15,5 2-1-15,-7-1 0 0,-1 1 2 0,-5 1-2 16,3-1 0-16,-23 1 2 0,-10-3-3 15,-1 5 1-15,-8-5 1 0,-4 0-1 16,-25 0 0-16,-13 0 2 0,-17 2-3 16,-1-2 1-16,-2-2 3 0,-1-3-4 15,-8 2 2-15,-9 1 1 0,-12 2-2 16,-13 2 1-16,-8 1 1 0,-7-1-2 16,-4 1 0-16,-4-3 2 0,-6 5-4 15,1 2 2-15,0 6 0 0,0 5-5 16,4 5 3-16,1 7 0 0,3 11-3 0,3 12 1 15,2 8 2-15,6 12-2 0,-5 13 2 16,5 13 3-16,-5 10-2 0,5 5 1 16,-1-10 1-16,0-5-3 0,-2-3 2 15,11-13 2-15,-3 1-2 0,-1 1 0 16,7-9 3-16,2-4-3 0,1-2 0 16,1-8 3-16,-1-10-3 0,-1-4 1 15,-4-5 2-15,-5 0-3 0,1-5 0 0,-4 0 3 16,-8-10-2-16,-6-8 1 0,-6-7 6 15,-5-8 12-15,-10-4 10 0,-18-2 12 16,-16-8-5-16,-26-5-11 0,-7-8-3 16,-3-3-9-16,3-4 2 0,2 0 1 15,-1 1-10-15,-11 9-1 0,-11 4-2 16,-13 3-5-16,-16 5 1 0,2 3 1 16,2 4-3-16,6 0 2 0,-4 0 1 15,-34 0-2-15,-2 4 1 0,-2 1 1 16,-7 0-2-16,0 4 1 0,-22-4 2 0,-2 0-3 15,0 1 1-15,3 2 0 0,2 2-1 16,0-1 1-16,15-3 1 0,13 4-2 16,10 0 1-16,-12 7 1 0,9-3-2 15,-2 10 1-15,13-3 2 0,2 2-3 16,-10-1 1-16,0-1 2 0,8 1-4 16,12-1 2-16,8 2 1 0,-10 0-2 15,-13 1 1-15,9-6 2 0,9-3-4 16,10-5 3-16,19-1 1 0,-5-4-4 0,-9 0 2 15,0-1 2-15,2 1-3 0,4 0 1 16,17 0 1-16,19 0-2 0,6 3 1 16,4-3 2-16,-4 0-4 0,-2 0 2 15,2-5 2-15,-6 0-3 0,2-5 2 16,1-4 2-16,7-4-3 0,19-8 3 16,5-7 1-16,14-9-3 0,0-11-1 15,1-8 2-15,3-8-4 0,7-7 2 16,2-10 1-16,7-9-3 0,2-9 2 0,-3-7 2 15,-3-3-2-15,-7 5 0 0,-5 3 2 16,10 9-3-16,10 6 1 0,-1-2 4 16,-3 4-4-16,-1-7 2 0,-10 7 1 15,12 11-3-15,-9 12 1 0,-1 13 2 16,2 10-3-16,-3 10 2 0,1 3 1 16,1 4-3-16,4 4 1 0,-12 4 1 15,15 3-4-15,0 0 0 0,5 5 1 16,5 0-5-16,-7 2-3 0,-1-2-1 0,-4 0-5 15,4 0 4-15,10 0 7 0,7 2-2 16,6 1 3-16,12 2 0 0,6 5-4 16,19 5 4-16,19 0 3 0,10 3-3 15,3 2 3-15,6 3 2 0,-13-3-3 16,12 0 1-16,0-7 2 0,11-3-4 16,13-5 1-16,1-5 1 0,-1-1-2 15,-18-4 2-15,0-5 2 0,9-3-3 16,14-4 1-16,8 1 3 0,-2 4-5 0,-14 7 2 15,-15 7 1-15,-6 5-4 0,5 4 2 16,7 4 1-16,-2 0-3 0,-12 0 3 16,-11 0 2-16,-23 5-4 0,-10-5 2 15,-10 1 0-15,-12-6-24 0,-1 0-59 16,-10-5 53-16</inkml:trace>
  <inkml:trace contextRef="#ctx1" brushRef="#br0" timeOffset="97525.62">3117 10843 1217 0,'0'-5'123'0,"-1"3"196"0,2 2-320 0,13 7-12 15,0 11 0-15,15 28 2 16,-6 17 1-16,0 36 3 16,-3 20-1-16,-5 8 3 15,-1 7 2-15,0-10 3 16,1-5 0-16,-1-5 2 0,10-8 1 15,-1-27 0-15,1-8 0 16,3-28-2-16</inkml:trace>
  <inkml:trace contextRef="#ctx1" brushRef="#br0" timeOffset="97892.05">5170 10831 1743 0,'-5'-8'38'0,"5"5"-38"16,5 4-11-16,-5 16-2 15,8 14 1-15,-3 42 6 16,0 28 2-16,10 34 1 16,3 7 2-16,2-6 1 15,8-10 0-15,-3-14 2 16,-4 0 1-16,-6-16 0 15,-10-3 1-15,0-16-2 16,-7-9 1-16,-9-3-142 16,-4-9 102-16</inkml:trace>
  <inkml:trace contextRef="#ctx1" brushRef="#br0" timeOffset="98913.14">1761 9777 1071 0,'-47'-5'95'0,"-5"0"119"0,-6 5-183 15,-2 10-20-15,16 10-12 16,11 8-8-16,18 11-4 16,11 6 6-16,23 8 7 15,5 0 6-15,24-5 7 16,5 3-3-16,3-11-5 16,2 1 0-16,-15-8-2 15,-2-3 1-15,-16-1-1 16,-12-2 0-16,-17 3 5 15,-11-2 2-15,-22-3 0 16,-2 1 1-16,-13-11-3 0,-4-7-3 16,18-13-306-16,4-13 221 15</inkml:trace>
  <inkml:trace contextRef="#ctx1" brushRef="#br0" timeOffset="99094.22">2066 9977 805 0,'-9'-4'67'16,"4"3"111"-16,1 1-191 0,9 10-2 15,3 8 2-15,6 7 10 16,2 16 21-16,1 7 6 16,-1 0 4-16,1 0-2 15,-6 3-14-15,8-3-35 16,-5-8 16-16</inkml:trace>
  <inkml:trace contextRef="#ctx1" brushRef="#br0" timeOffset="100090.71">2033 9640 1474 0,'-1'-35'66'0,"-3"8"5"0,-9 8-15 0,12 10-27 0,-8 4-12 15,3 9-15-15,2 1-3 16,-1 10-2-16,5 8 2 16,15 10-2-16,2 5-20 15,18-5-216-15,-2-3 166 16</inkml:trace>
  <inkml:trace contextRef="#ctx1" brushRef="#br0" timeOffset="100520.17">2531 9969 1229 0,'5'-7'29'15,"0"2"-38"-15,-4 10-16 16,-1 11-39-16,-5 13-12 16,-5 17 13-16,-8 5 18 0,-3 2 54 15,-2-8 43-15,-5-14 75 16,3-8 11-16,-7-11-3 16,-1-4-28-16,9-13-67 15,-5-5-15-15,16-18-10 16,8-10-4-16,23-23-7 15,16-2-1-15,8 7-3 16,1 8 1-16,-10 30-3 16,-4 16-1-16,-6 17-3 15,-3 15 0-15,-1 18 2 16,0 4 1-16,-10 5 0 0,1-1 3 16,-6-10-3-16,1 2 3 0,-4-5 1 15,-1-5-2-15,0-3 1 0,-6-7 1 16,1 0-1-16,-4-5 0 0,0-3 5 15,-1 0-4-15,-4-2-3 0,3 2-351 16,-1-12 252-16</inkml:trace>
  <inkml:trace contextRef="#ctx1" brushRef="#br0" timeOffset="100830.1">2693 9693 1045 0,'-4'14'112'15,"4"13"192"-15,-5 11-302 16,9 11-1-16,-3 3 0 16,9 1 1-16,-1-2-1 0,5-5 0 15,-4-6 0-15,0-17 8 16,-1-7 18-16,-5-16 36 16,0-10 5-16,2-28-2 15,3-16-21-15,4-30-33 16,3-7-7-16,-2 15-5 15,1 11-2-15,-2 49-5 16,-3 26-2-16,5 34 0 16,-1 17 3-16,5 14 3 15,0-4 1-15,3-5 2 16,-1-7 0-16,6-11-1 0,1-3 3 16,-2-12-5-16,12-2 23 0,-5-4-14 15</inkml:trace>
  <inkml:trace contextRef="#ctx1" brushRef="#br0" timeOffset="102377.01">1947 11815 681 0,'0'4'105'0,"0"-4"89"0,4 2-5 0,2-8-30 0,4-8-36 16,13-10-51-16,-3-13-23 15,13-11-29-15,0-5-6 16,-5-6-6-16,-3 9-1 15,-8 17-4-15,-2 8-1 16,-9 17-1-16,-2 3-1 16,-4 5-1-16,-5 0-1 15,1 10-3-15,4 10 1 0,0 26 1 16,5 15-1-16,3 27 2 16,1 14 1-16,7 9 0 15,2-3 1-15,2-22 0 16,8-10 1-16,0-33 2 15,4-10-2-15,-7-22-213 0,-15-8 154 16</inkml:trace>
  <inkml:trace contextRef="#ctx0" brushRef="#br0" timeOffset="108637.11">11391 14297 0</inkml:trace>
  <inkml:trace contextRef="#ctx1" brushRef="#br0" timeOffset="108141.46">3749 11578 837 0,'5'4'88'0,"9"0"59"0,0 1 12 0,24-10-25 0,10-6-35 0,8-11-47 15,-3-4-16-15,-10 1-20 16,-15 0-4-16,-15 7-4 16,-8 0 2-16,-18 8 0 15,-5 0-1-15,-14 10-5 16,-1 5-4-16,-3 13-2 16,6 2 0-16,8 13 0 15,3 2-1-15,9 15 2 16,1 2-1-16,3-2 1 15,3 0 1-15,3-11 0 0,5-6 1 16,11-15 0-16,6-3-11 16,6-10-126-16,15-5 95 0</inkml:trace>
  <inkml:trace contextRef="#ctx1" brushRef="#br0" timeOffset="108345.22">4405 11461 1490 0,'-17'3'23'0,"6"0"8"16,-4 7-9-16,5 15-17 15,8 8-4-15,-9 23-1 16,1 9 0-16,3-1 0 16,-1-3 1-16,3-13 2 15,0-8-1-15,2-12-265 16,1-10 193-16</inkml:trace>
  <inkml:trace contextRef="#ctx1" brushRef="#br0" timeOffset="108500.13">4190 11525 1197 0,'-10'-15'117'0,"2"2"193"16,8 13-301-16,3 5-7 15,9 8-9-15,11 12 1 16,18 8 5-16,7 7 1 15,8 1-1-15,7-8-28 16,5-8 21-16</inkml:trace>
  <inkml:trace contextRef="#ctx1" brushRef="#br0" timeOffset="108960">5550 11264 1515 0,'-20'-23'53'0,"-8"-7"5"16,3 2-53-16,-8-5-2 16,0 5-1-16,3-15 0 15,2 2 1-15,2 6 5 16,-4 2 2-16,-3 18-2 15,3 10-3-15,4 20-10 16,6 13-5-16,12 25 1 0,8 20 2 16,11 14 4-1,14 4 2-15,10-10 1 0,1-10 1 16,9-8 1-16,-7-10-1 16,-12-2 1-16,-6-11 0 15,-15-12 1-15,-7-7 3 16,-6-16 6-16,-7-5 2 15,2-14 4-15,-10-10 3 0,-2-4 0 0,7-8-5 16,-5-2-2-16,13 3-3 0,8 2-5 16,-1 5 1-16,8 3 0 0,5 4-5 15,-2 4 2-15,7 4 1 0,6 6-4 16,-4 4 1-16,11 5-1 0,-3 6-5 16,1 5-4-16,7 4-38 0,2 4-84 15,3-6 78-15</inkml:trace>
  <inkml:trace contextRef="#ctx1" brushRef="#br0" timeOffset="109254.65">5806 11125 1226 0,'5'15'41'0,"0"10"-9"0,5 8-6 16,6 10-10-16,1 8-4 15,-4-3-5-15,2 2-2 16,-5-9 0-16,-5-6 23 16,-2-12 28-16,-3-7 14 0,0-16 34 15,0 0-9-15,-3-3-18 16,3-17-14-16,-5-18-36 16,3-15-15-16,4-8-12 15,6-5 0-15,5 18-2 16,-1 20-7-16,-4 20-62 15,-3 11-50-15,10 15 62 16</inkml:trace>
  <inkml:trace contextRef="#ctx1" brushRef="#br0" timeOffset="109563.13">6338 11390 1457 0,'0'6'35'16,"-10"4"-23"-16,-3 7-5 15,-12 4 0-15,-5 7-2 16,-6-6-1-16,3 1 1 16,8-10 20-16,2-3 17 0,10-10 18 15,-12-10 0-15,5-18-16 16,-3-10-15-16,5-10-16 16,11-3-3-16,9 18-4 15,13 15-2-15,8 19-3 16,13 16-1-16,9 16-1 15,6 5-1-15,5 3 1 16,-6-1 1-16,-4-7 0 16,2-5 0-16,-15-10-32 15,4-3-38-15,-11-11-117 0,2-8 102 16</inkml:trace>
  <inkml:trace contextRef="#ctx1" brushRef="#br0" timeOffset="109737.13">6698 11337 1298 0,'-10'-2'97'16,"2"2"120"-16,-2 0-188 16,-5 0-4-16,-8 2-12 15,0 1-6-15,7 9-8 16,-1 9-1-16,12 9-2 16,0 6 0-16,8 9 2 15,9 1 0-15,14 4 2 16,4-1-2-16,11-9-142 15,-1-7 106-15</inkml:trace>
  <inkml:trace contextRef="#ctx1" brushRef="#br0" timeOffset="109941.82">6794 10952 1545 0,'5'5'33'16,"0"13"-35"-16,8 15-8 15,7 30-2-15,2 11 4 16,9 12 7-16,7 0 2 0,0-13 5 16,8-7 1-1,-8-10 1-15,-3-10-9 0,-7-13-284 16,-5-13 208-16</inkml:trace>
  <inkml:trace contextRef="#ctx1" brushRef="#br0" timeOffset="110066.86">7146 11383 1605 0,'-20'-3'51'0,"-19"-2"-12"16,-11 5-8-16,-16-2-12 15,1 2-4-15,11 2-11 16,6 1-4-16,28-1 0 16</inkml:trace>
  <inkml:trace contextRef="#ctx1" brushRef="#br0" timeOffset="110235.14">7118 11277 1541 0,'7'15'34'0,"7"7"-33"0,3 9-1 16,9 7-1-16,-1 0 1 16,-5 5 0-16,2-5 2 15,-6 0 2-15,1-8 1 16,-6-9 0-16,-1-6-120 15,-10-15 82-15</inkml:trace>
  <inkml:trace contextRef="#ctx1" brushRef="#br0" timeOffset="110375.42">7164 10960 1662 0,'-1'0'53'0,"-1"2"17"16,2 6-72-16,7 10-4 15,9 10-24-15,6 12-40 16,9 1 42-16</inkml:trace>
  <inkml:trace contextRef="#ctx1" brushRef="#br0" timeOffset="110566.15">7412 11340 716 0,'15'35'122'0,"2"-4"60"16,-11-6 8-16,-1-5-53 15,0-2-61-15,-7-5-32 16,-3 2 5-16,-8-10 10 16,0 3 4-16,-7-8-13 15,-3-11-14-15,-3-16-77 16,-1-16-224-16,9-56 171 16</inkml:trace>
  <inkml:trace contextRef="#ctx1" brushRef="#br0" timeOffset="110829.67">7531 11312 1372 0,'-2'13'61'0,"2"7"2"0,-3 3-25 15,3 0-27-15,3 4-2 16,2-6 1-16,2-4 7 16,-4-12 33-16,7-5 17 15,0-20 14-15,5-13-7 16,3-35-33-16,2-8-18 15,-7 0-19-15,0 10-1 16,-6 41-7-16,1 20-2 16,6 37-4-16,2 14 1 0,7 23 7 15,0 4 2-15,-4-12 0 16,-3-8-19 0,-9-20 15-16</inkml:trace>
  <inkml:trace contextRef="#ctx1" brushRef="#br0" timeOffset="119452.16">2565 14039 1322 0,'0'-15'77'16,"0"5"22"-16,-1 5-34 15</inkml:trace>
  <inkml:trace contextRef="#ctx1" brushRef="#br0" timeOffset="175905.79">10722 6128 570 0,'-8'-5'226'0,"-5"5"16"15,-12 5 29-15,-8-5-190 0,-2 6-59 0,-6-2-4 16,-2-4-7-16,-5 0-3 15,-3 5 0-15,-4-2-6 0,-9 4 1 0,-17 1 1 16,-10 3-3-16,-23 1 1 0,-5 3 1 16,-4 0-3-16,5-2 1 0,3 2 2 15,-15 0-3-15,-7-5 1 0,-14 3 1 16,4-3-3-16,9 1 2 0,-11 2 0 16,-8 2-1-16,-2 2 0 0,-4-2 2 15,6-2-2-15,-9 4 0 0,-9-3 2 0,3 0-2 16,5-1 0-16,20 2 2 0,5-2-2 15,-5 3 1-15,8 1 2 0,7-2-3 16,18 0 2-16,13-2 1 0,-3-3-3 16,-3 0 1-16,-1 1 1 0,6-4-2 15,8-7 0-15,11 0 2 0,14 0-3 16,4-3 2-16,4-1 0 0,8-1-1 16,-1 4 1-16,1 1 1 0,8 0-2 15,-4 0 0-15,9 1 4 0,-1 6-3 16,6 8 2-16,10 5-1 0,-1 8-4 15,6 10 1-15,2 5 1 0,3 3-2 0,5 7 1 16,0-3 2-16,5 6-2 0,-3 5 1 16,3 10 1-16,10 10-2 0,-5 18 1 15,5 5 2-15,-5 7-2 0,5-4 0 16,-5-9 1-16,5-2-2 0,-2 6 1 16,-3 7 2-16,-3 12-3 0,3 3 1 15,-5-8 1-15,0-11-2 0,3-11 1 16,-3-1 2-16,7 0-3 0,-2-3 1 0,5 0 1 15,0-4-1-15,-2-9 0 0,-1-7 1 16,6-6-1-16,-8-9 0 0,5-7 1 16,5-10-1-16,-7-5 0 0,9-8 2 15,-2-7-3-15,-2-3 1 0,7-6 3 16,-5 1-3-16,3-1 0 0,7 1 2 16,-2-4-2-16,-3 6 0 0,18-2 3 15,-2 0-3-15,9-4 2 0,13 1 3 16,-5-2-2-16,3-5 2 0,7 1 2 0,3-1-3 15,0 0 0-15,15-1 1 0,-3-3-3 16,19 3 1-16,14-4 1 0,11 5-4 16,14 0 2-16,-4 5 1 0,-3 1-3 15,10 3 1-15,13 1 1 0,5 0-2 16,0-2 1-16,-5 2 1 0,0-4-2 16,5-1 0-16,9-1 3 0,-4-4-3 15,-4 1 1-15,-2 1 1 0,11 4-2 16,3 3 0-16,-2-3 3 0,-2 6-4 0,-9 3 2 15,6-4 1-15,-2 6-2 0,-4 3 0 16,-13-2 1-16,-16 2-2 0,10-4 1 16,0-4 2-16,-2-2-2 0,-5 0 0 15,-17-7 2-15,-13 4-2 0,1-4 1 16,2-3 2-16,2-3-3 0,-5-1 0 16,-2-2 2-16,-16 1-2 0,-9 1 1 15,-3 3 2-15,0 1-3 0,-11 1 1 16,1-1 1-16,-8-1-2 0,-7-4 1 15,-6 0 2-15,-2 0-3 0,-10-2 4 0,-8 1 20 16,3-9 4-16,-6-7 7 0,-4-11 0 16,-3-11-19-16,-13-9-8 0,-7-8-2 15,-8-2-6-15,-7-2 1 0,7-1 2 16,-2 2-3-16,5-6 0 0,-6-11 3 16,11-8-3-16,3-13 0 0,-9-7 2 15,16 0-3-15,-5-1 1 0,-3-2 2 16,13-9-3-16,-10-16 1 0,5-10 0 0,0-2 0 15,8 7 0-15,2-3 1 0,0-9-2 16,7-3 0-16,-6 5 2 0,9 25-1 16,-5 23 0-16,0 19 1 0,0 9-2 15,-10 7 1-15,3 10 2 0,2 2-3 16,-13 8 1-16,8 1 1 0,-5 5-1 16,-5 0 0-16,-5 7 1 0,-3 6-3 15,-12-2 2-15,-6 9 0 0,-7 2-4 16,-10 1 3-16,-13 3 1 0,-10 6-3 15,-23 3 2-15,-27 8 1 0,-19 5-4 0,-12 8 3 16,-8 3 1-16,-17 6-2 0,-3-1 2 16,-5 1 2-16,0-4-3 0,5 2 1 15,-5-2-6-15,-7-3 3 0</inkml:trace>
  <inkml:trace contextRef="#ctx1" brushRef="#br0" timeOffset="179638.58">25064 7301 1036 0,'-78'-38'72'16,"78"38"-55"-16,-56-8-23 0,41 26 14 0,-10-23 0 15,-13-3-2-15,-10 0 0 0,-16-2 0 16,-7-2-3-16,0-3 0 0,-5 2 1 16,0 0-4-16,-5-2 2 0,-10 5 0 15,-23 0-2-15,-10 5 0 0,0 5 1 16,7 0-1-16,19 0 5 0,11 0 7 15,11 2 2-15,0-2 5 0,8 0 0 16,5-2-6-16,2 2-2 0,10 0-2 16,8 0-3-16,5 0 0 0,10 0-2 15,4 0-3-15,5 0-1 0,17 5-6 0,-6 2-19 16,3 3-8-16,1 6-3 0,0 7-4 16,2 12 15-16,4 3 9 0,6 13 3 15,0-3 9-15,2 7 5 0,0-1 5 16,5-6 5-16,0 0 3 0,3-7-3 15,-3 1 0-15,-5-1 0 0,-2 0-4 16,-3 2 2-16,-5 0-1 0,3 2-3 16,-1 1 0-16,1-5-1 0,-3 1-3 15,2-6 0-15,1-3 1 0,-1-8 0 0,8-5 11 16,-10-7 12-16,5 0 6 0,0-3 6 16,-5-2 2-16,8 2-5 0,2-3 1 15,0 1 1-15,6 2-7 0,4-2-1 16,3 7-3-16,4-6-8 0,11 0-3 15,8-2-2-15,10-7-7 0,7 0 1 16,3-5 0-16,5-2-5 0,2-1 2 16,14-2 0-16,14-3-3 0,15 2 2 15,3 2 1-15,1 1-3 0,-4 1 0 0,-10-1 2 16,8 0-3-16,3 1 1 0,2 2 2 16,-8-5-3-16,-12-1 2 0,-10 4 1 15,-11-1-3-15,1 1 1 0,-6 2 2 16,-7-3-3-16,-10 5 1 0,-5-2 2 15,-8 0-2-15,-8 0 1 0,-2-5 2 16,-6-5-2-16,-6-8 4 0,7-10 1 16,-1-10-1-16,-6-2 1 0,2-6 2 15,-5 0-2-15,0 1 7 0,-1 2 7 0,-4 2 2 16,2 5 6-16,-7 1 0 0,-1 4-5 16,-2 3-1-16,-5 0-3 0,0 3-7 15,-5 2-1-15,-5-2-1 0,-10-3-6 16,-5-10 0-16,-21 0 0 0,-15 0-5 15,-25-3 1-15,-18 3 0 0,-15-3-1 16,-5 1 1-16,-8 2 2 0,-7 5-5 16,-13 12-57-16,-13 6 44 0</inkml:trace>
  <inkml:trace contextRef="#ctx1" brushRef="#br0" timeOffset="184245.33">15712 6247 1305 0,'-4'0'39'0,"-11"0"-14"0,-10 5-9 15,-8-4-14-15,-13 4 0 0,-11-1 1 0,-5 1-3 16,-6-2 2-16,-2 2 0 0,4-5-1 15,-5 0 1-15,-10 0 3 0,0 0-2 16,-16-5 3-16,-16 5 0 0,-6-5-3 16,-13 3 1-16,7 1 1 0,2 1-3 15,1 0 2-15,-7 1 1 0,0 6-3 16,2-2 1-16,8 1 1 0,8 3-4 16,12 2 2-16,5 2 0 0,-3 1-2 15,2 1 1-15,9-2 1 0,2-3-3 0,23-2 1 16,11 2 2-16,4-3-2 0,13-3 0 15,-2 0 3-15,4-3-3 0,8 3 3 16,1-4 2-16,1 0-3 0,1-4 2 16,5 4 1-16,-3 0-4 0,-2 0 1 15,0 4 0-15,2-4-3 0,0 5 1 16,3-4 0-16,2 6-2 0,3-2 1 16,3-3 1-16,-1 6-3 0,-2 2 3 15,0 1 0-15,-3 7-2 0,0 4 2 0,-2 3 0 16,-3 5-2-16,-2 3 0 0,5 0 1 15,-3 3-3-15,0 4 0 0,3 1 3 16,3 7-3-16,-4 1 2 0,4 6 2 16,-1 4-4-16,5 13 1 0,8 13 2 15,6 18-4-15,4 8 3 0,2-2 2 16,1-7-1-16,2-14 1 0,0-12 1 16,6-7-1-16,-6-4 0 0,0-6 1 15,0-3-2-15,-5-1 1 0,3-4 3 0,-5-3-3 16,4-2-1-16,1-6 1 0,2-2-3 15,0-5 5-15,8-3 8 0,-3-9 2 16,8-7 6-16,-2 0 4 0,4-9 4 16,3 2 4-16,5 1 0 0,0-3-6 15,5 3-7-15,10-1-4 0,3-4-7 16,17 2 0-16,26 0-1 0,13-3-4 16,19 1 2-16,0 1 1 0,-6-1-4 15,17-1 1-15,10-4 1 0,4-5-2 16,-3-3 1-16,-7 0 2 0,-16-1-3 0,21-1 0 15,-8-6 2-15,-2-2-2 0,-11 0 4 16,-17 2 1-16,-9-2-3 0,5 7 1 16,2 3 0-16,-1 0-3 0,3 5 0 15,-17-1 3-15,-11 1-4 0,-4 3 1 16,-5 2 2-16,-9 0-3 0,-3 0 1 16,-14-3 3-16,-3-2-4 0,-10 0 2 15,-12-2 4-15,-6-3 10 0,-7-1 15 0,-5-6 9 16,1-4-2-16,-6-12-7 0,-2-12-11 15,-7-6-13-15,-6-7 0 0,-2-3-1 16,-5-2-4-16,-1-1 3 0,1-6 0 16,2-4-3-16,1-9 2 0,0-11 0 15,3-3-3-15,-1-6 0 0,6 4 3 16,0 18-4-16,9 5 1 0,-2 10 1 16,-6 1-1-16,8-2 0 0,-5-4 2 15,5-5-3-15,0 0 1 0,-5 3 1 0,5 2-1 16,-4 8 0-16,4 12 1 0,0 3-1 15,-1 10-1-15,-3 0 1 0,-5 6-6 16,2 8 1-16,-5 0 1 0,6 10-2 16,-2-1 6-16,-2 0 2 0,-10 7-3 15,-3-7 1-15,-15 5-2 0,-19 6-3 16,-5 3 3-16,-18 6 0 0,-17 6-2 16,-30 3 2-16,-12 5 3 0,-12 3-2 15,-1-6 1-15,4-2 1 0,-18-6-8 16,0-3-28-16,-1 0-1 0,6-10 11 0</inkml:trace>
  <inkml:trace contextRef="#ctx1" brushRef="#br0" timeOffset="188349.97">21177 6138 1457 0,'-16'0'36'0,"-11"0"-27"0,-21 0-4 0,-10 1-3 0,-21 6 2 0,-7-2-3 16,4 0 1-16,-8-4 1 0,9-1-3 15,0-1 3-15,-14-6 1 0,-18 1-3 16,-11-4 1-16,-8 0 3 0,-2-5-2 16,15 2 4-16,5-2 4 0,0 2-2 15,-10-2 3-15,5 0-2 0,2 2-6 16,3-2-1-16,13 2 1 0,-3 4-4 15,-23 8 1-15,1 6 1 0,-1-2-2 16,16 7 1-16,22-5 3 0,21 0-4 16,9 0 0-16,6-4 3 0,5 3-4 0,2-3 2 15,3-1 1-15,8 0-2 0,-6 0 2 16,-4-1 7-16,-6-4 1 0,-5 0 5 16,3 0 2-16,5 5-8 0,2-5 0 15,8 5-4-15,3 0-3 0,2 0 0 16,13 0 1-16,5 5-4 0,7 5 1 15,0 0 0-15,3 8-4 0,0 8 2 16,3 7 2-16,-3 14-5 0,2 10 4 0,-2 18 0 16,-5 17-3-16,-3 22 2 15,-7 12 2-15,-3-2-3 0,0 0 3 0,1-8 0 16,-4-1-1-16,6 4 1 0,2-5 2 16,3-13-2-16,7-18 0 0,6-14 2 15,2-8-2-15,2-8 0 0,1 3 2 16,5-3-2-16,-1 0 0 0,3 3 1 15,0 2-1-15,3 3 0 0,2-8 0 16,1 0-2-16,6-5-2 0,6-10 4 16,3-2-3-16,4-8 5 0,6-6 6 0,7-4-5 15,7-3 3-15,14 1-1 0,14-6-5 16,9 0 2-16,19-1 3 0,-2 0-4 16,-3 3 3-16,3 1 1 0,10-3-5 15,28-2 3-15,18-3 2 0,15-5-2 16,0-3 3-16,-3-4-1 0,5-2-4 15,-2 0 1-15,-5 4 0 0,-10 0-2 16,7 2 0-16,0 1 2 0,-2 2-3 0,-21 0 1 16,1 0 1-16,-1 0-1 0,2-5 0 15,-3-6 3-15,-17-1-3 0,-15-6 0 16,7-2 2-16,1-8-2 0,4-5 0 16,-14 0 2-16,-20-2-3 0,-12 2 1 15,-20 0 3-15,-5-3-3 0,-14 3 2 16,-11-5 3-16,-7-2-2 0,-12-1 4 15,-8 1 10-15,-4-3-4 0,-6 0 4 16,-9-3-1-16,-5-5-9 0,-14-7-1 0,-3 0 1 16,-5-8-6-16,3 3 1 0,3-8 1 15,2-10-3-15,6 0 0 0,-1-3 2 16,0 3-2-16,-1 5 0 0,-1 5 2 16,2 0-2-16,5 8 5 0,8-6 11 15,1-4-4-15,10-3 3 0,-1 0-1 16,-4 5-10-16,8 15 2 0,-4 9 0 15,-4 11-6-15,4 5 0 0,-4 1 0 16,0 2-2-16,-6-4 1 0,-8 3 1 0,-6 0-5 16,-14 0 0-16,-14-3 1 0,-5-1-3 15,-18 2 3-15,4-2 4 0,0 1-2 16,-1 8 2-16,-3 5 0 0,-6 8-2 16,-13 3 0-16,-7 3 0 0,-3 5-4 15,4 5 3-15,-3 13-15 0,-6 7 307 16,-28 4-213-16</inkml:trace>
  <inkml:trace contextRef="#ctx1" brushRef="#br0" timeOffset="189398.74">18928 5948 1390 0,'2'-15'83'0,"1"-3"28"0,-3-7-23 0,0-3-41 0,0-4-5 0,-3-1-5 0,3-2-12 16,-2-1-4-16,-6 0-5 0,1 3-10 16,-6 5 1-16,-10-4-2 0,-5 7-5 15,-10 1 0-15,-15 1 0 0,-13 1-3 16,-10 1 3-16,-10-1 0 0,-2 6-2 15,6-3 1-15,6 1 3 0,3 3-3 16,5 2 1-16,-8 3 1 0,-3 5-3 16,-7 5 1-16,-10 8 1 0,7 7-3 0,0 5 3 15,8 7 0-15,13 11-3 0,0 1 2 16,4 9 1-16,3 7-3 0,-2 4 2 16,2 6 2-16,0-1-3 0,1-4 2 15,9-7 1-15,5-10-2 0,6-10 0 16,7-10 3-16,5-8-3 0,3-2 1 15,2-2 2-15,5-2-3 0,-1-3 1 16,5 1 2-16,4-2-2 0,0 0 0 0,0-4 3 16,2-1-3-16,3 0 3 15,0-5 3-15,8 0-2 0,-3-3 1 0,7-3 2 16,1-4-7-16,2-8 4 0,10-10 2 16,1-5-5-16,4-10 4 0,0-7 1 15,-2 6-6-15,7 1 2 0,-4 5 1 16,4 5-3-16,-2 5 0 0,-10 6 0 15,-3 11-3-15,-13-3 0 0,1 10 2 16,-6 0 0-16,-4 4 1 0,4 4 3 16,-7 1-3-16,-2 1-2 0,-6 8 1 0,-13 7-4 15,-4 12 3-15,-1 20 2 0,-12 17-4 16,0 11 2-16,0 6 1 0,-8-1-3 16,8-6 3-16,0-9 1 0,1-5-1 15,0-8 1-15,-1-5 2 0,0-9-2 16,8-6 0-16,9-6 2 0,7-6-2 15,10-9 1-15,9-6 4 0,3-6-3 16,2 4 2-16,7-4 1 0,6-4-5 16,15 3 2-16,20-9 3 0,23-2-5 15,12-4 3-15,11-7 1 0,2 3-4 0,-2-3 0 16,7-2 3-16,13 3-4 0,0-2 1 16,0-1 3-16,-10 2-4 0,-20 0 1 15,-8 3 3-15,-13 0-4 0,-5 2 1 16,-14 1 2-16,-12 6-3 0,-6 2 0 15,-16 4-1-15,-8 4-9 0,-7-3 6 16,-5 3 2-16,0 1-2 0,-8-4 5 16,-4 3 0-16,-4-2-3 0,-4 3 2 0,-1 0 1 15,4 0 0-15,-6 0 0 0,7-2 1 16,-7-6-1-16,3-2 0 0,0 0 2 16,-1-8-2-16,1-2 0 0,-1-2 3 15,1-3-4-15,-3 6 1 0,8-3 2 16,-1 6-3-16,1 6 0 0,7-3 2 15,1 3-2-15,4-4 1 0,5 1-6 16,-2-2-32-16,5 0-65 0,0-4 60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2-26T08:41:25.88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2-26T08:41:27.118"/>
    </inkml:context>
  </inkml:definitions>
  <inkml:trace contextRef="#ctx0" brushRef="#br0">25336 7037 744 0,'-26'10'58'0,"-2"3"21"0,-25 5 33 0,-8-1 15 0,-15-1 7 15,-10-1-7-15,-13-5-35 16,-10-5-18-16,-7-2-36 16,-8 2-13-16,-18 0-15 15,-18 5-3-15,-25 8-4 16,-2 2-1-16,7 3-1 16,15-3 0-16,19-7 0 15,14-6 0-15,20-2 2 16,19-2 0-16,24-3 0 15,1 0 2-15,17-3-1 0,6 1 1 16,12 7 0-16,5 0-3 16,6 3-2-16,3 4-3 0,7 1 2 15,4-1-5-15,3 4 1 0,2 1-1 16,3 6-4-16,0 3 6 0,3 7 4 16,-2 5 0-16,4 7 5 0,4 6-2 15,-4 7-3-15,0 13 2 0,0 2 0 16,0 8-2-16,-1 6 1 0,0 4 3 15,-3 2-4-15,-1-1 3 0,0-6 0 0,4-5-2 16,1-8 3-16,5-7 1 0,0-6-1 16,-1-8 2-16,3-4 2 0,5-3-6 15,4-4 3-15,0-6-1 0,3-4-3 16,-1-6 3-16,-5-7 0 0,-2-4-3 16,8-4 4-16,-1-10 5 0,2-9-2 15,-2-4 5-15,0-8 3 0,7-6-5 16,8-6 1-16,8 0-2 0,17-2-6 0,6 2 1 15,9 5-1-15,11 5-5 0,-3 7 1 16,-2 4 0-16,-1 7-1 0,-4 3 1 16,12 2 0-16,10 2-1 0,8 1 1 15,5-1 1-15,-12 0-2 0,-9-2 2 16,-7-4 1-16,1-1-3 0,6-5 2 16,1-4 2-16,7 0-4 0,-2-1 2 15,-8-1 1-15,-5 4-3 0,-15 2 1 16,-7 5 0-16,-9 5-1 0,-11 5 1 0,-4 0 1 15,-4 0-2-15,-6 0 1 0,0 0 3 16,-7-3-3-16,-3-2 1 0,-4 0 2 16,4-2 2-16,3-6 8 0,-1 1 8 15,1-3 1-15,-8-3 2 0,3-2-3 16,2-6-10-16,3-4-3 0,0 0-2 16,-3 1-6-16,-2-3 0 0,-8 2 3 15,0-1-4-15,-5-1 1 0,0 4 3 16,2-5-3-16,-3-2 2 0,1-1 1 15,-3-4-3-15,3-3 0 0,-2-10 4 16,-1-3-3-16,3-2 4 0,-2-6 3 0,-1-6-3 16,5-1 0-16,-1 0 0 0,-1-5-5 15,0 3 2-15,0 9 1 0,0 6-3 16,-5 5 0-16,0 10 1 0,-5 7-2 16,0 6 0-16,0 7 0 0,-5 6-4 15,2-1 1-15,-2 5 4 0,0 3-4 16,0-2 6-16,-3-1 3 0,1 3-4 0,-6 0 4 15,-5 0 0-15,-10 2-5 0,-12-2 0 16,-9 0 1-16,-4 0-4 0,-13 0 3 16,5 3 0-16,1-1-1 0,-4 1 1 15,1-1 2-15,-1 1-3 0,3-1 1 16,1 0 2-16,9 3-50 0,5 0-141 16,-15-2 123-16</inkml:trace>
  <inkml:trace contextRef="#ctx1" brushRef="#br0">31098 18155 0</inkml:trace>
  <inkml:trace contextRef="#ctx1" brushRef="#br0" timeOffset="4996.54">18299 18948 0</inkml:trace>
  <inkml:trace contextRef="#ctx0" brushRef="#br0" timeOffset="7030.94">8362 7432 1051 0,'-6'3'39'0,"-8"0"10"0,10 4-26 0,-5 1 8 16,4 2 8-16,15 7 21 15,3 4 10-15,12 2 5 16,7-3-2-16,11-2-21 16,1-6-12-16,7-7-17 15,2-2-9-15,-5-8-9 16,-1-5-2-16,-5-8 0 16,1-2 0-16,-5-3-2 15,-5 3 1-15,-8 2-1 16,-7 8-1-16,-3 5 1 15,-3 5-1-15,-1 7 0 16,4 6 2-16,4-3-1 16,0 5 1-16,3-7-2 0,-6-3 3 15,3-3-3-15,-1-2 1 0,-8-2 2 16,8-6-3-16,-3 1 1 0,3-9 1 16,3 1-2-16,1-2 0 0,6-1 2 0,-8 5-3 15,9 3 1-15,0 7-2 0,-1 3-42 16,10 11 32-16</inkml:trace>
  <inkml:trace contextRef="#ctx0" brushRef="#br0" timeOffset="7515.21">9719 7460 1446 0,'-3'-2'62'0,"3"2"8"0,5 5-28 0,10 13-23 16,6 7-9-16,14 3-5 15,8 0-1-15,14-13-1 16,5-2 1-16,-1-13 0 16,-3-6-1-16,-20-11 1 15,-7-1-1-15,-11-2-1 0,-7-3 1 16,-6 3-1-16,-2 4-1 15,0 9 0-15,3 4-1 16,5 13 0-16,4 8 1 16,6 5 0-16,2 0 0 15,1-6 1-15,-1-6 0 16,0-11 1-16,6-5 1 16,-8-8-2-16,-1 0 3 0,-6-4-6 15,-1 4-27-15,-3-2-72 0,-6-3 61 0</inkml:trace>
  <inkml:trace contextRef="#ctx1" brushRef="#br0" timeOffset="14163.54">18790 14561 0,'0'0'0,"0"0"16,0 0-1,0 0 1</inkml:trace>
  <inkml:trace contextRef="#ctx0" brushRef="#br0" timeOffset="18004.12">28579 11390 912 0,'31'-7'19'0,"-10"4"-19"0,-7-2-4 0,-11 3-7 0,-1 4-5 0,-4-2 57 15,-1 3 30-15,-11 4 13 0,-15-4 16 16,-8 5-53-16,-12 2-19 0,-16-5 0 16,1 0-5-16,-24 0-1 0,-8-5-3 15,-19 0-5-15,-21-5 2 0,2 2 2 16,-3-7-2-16,8-3 3 0,14 1-1 0,-8-6-3 15,0-2-2-15,8 2-1 0,15 3-6 16,12 0-1-16,17 5-1 0,8 5-4 16,5 2 1-16,7 3 2 0,8-3-3 15,13 3 0-15,4 3 2 0,5-3-2 16,2 2 0-16,1-2 2 0,5 3-3 16,8 2 1-16,-2 0 0 0,7 3-1 15,2 2 2-15,-2 5 2 0,10 8-3 0,3 10 1 16,2 0 0-16,3 10 0 0,2 8 2 15,-3 12 3-15,-1 15-4 0,2 21 0 16,-8 20 1-16,-1 12-2 0,-8 8 3 16,-7-7 1-16,-8 2-1 0,-4 8 1 15,2 5 1-15,-1-8-4 0,1-12 0 16,4-23 0-16,5-13-2 0,4-8 0 16,8-4-1-16,3-1-3 0,2 1 3 15,-2-8 1-15,-1-5 0 0,3-6 2 0,-2-9 1 16,2-5-2-16,0-6 0 0,0-4 3 15,-2-1-4-15,2-4 1 0,0-6 2 16,3-2-3-16,-3-3 2 0,5-5 1 16,2 0-1-16,-1-5 1 0,2-2 2 15,2 0-1-15,3-3 7 0,5-5 8 16,2 2 0-16,13 1 3 0,8-6-4 16,12 1-11-16,18-3-1 0,8 0-2 15,7 0-4-15,8 0 2 0,-10-1 0 0,1 1-2 16,-8-2 0-16,7 2 3 0,14-8-3 15,-6 0 2-15,12-2 2 0,-1 0-3 16,-13 5 2-16,0-3 1 0,-14 6-4 16,4-1 1-16,5 3 1 0,-4 2-3 15,-1 3 1-15,-19 0 3 0,-14 3-5 16,-19-3 3-16,-9 0 0 0,-12 0-1 16,-15 0 5-16,-2 0 13 0,0 0 14 15,0 0 9-15,5-5 3 0,-7-8-13 0,-1-5-15 16,-2-9-7-16,-5-9-7 0,5-4 1 15,-5-14 1-15,2-6-4 0,6-19 1 16,2-10 3-16,5-4-4 0,5-11 4 16,0 0 1-16,0-4-3 0,3-6 4 15,-3-10 5-15,0-6-1 0,0 1 4 16,4 12 0-16,5 9-7 0,-1 12-2 16,-3 0-2-16,0-3-5 0,-6-2 2 15,8 6 1-15,-5 10-3 0,2 18 1 16,0 10 1-16,-4 9-2 0,-2 5 1 0,2 5 1 15,-2 5-2-15,-1 5 1 0,1 3 1 16,-8 7-6-16,0 3 3 0,-3 4 0 16,-9-1-4-16,-6 7 3 0,-19-8 1 15,-12 8-2-15,-25 0 1 0,-26 0 4 16,-28 7-3-16,-29 1 2 0,-5 5 3 16,-14 7-3-16,-4 2-9 0,-11 6-73 15,-8 3 55-15</inkml:trace>
  <inkml:trace contextRef="#ctx0" brushRef="#br0" timeOffset="20790">12343 8974 870 0,'0'0'62'0,"0"-4"66"0,0 4-92 0,0 4-2 16,0-4 4-16,0 1 8 15,-3-1 5-15,3 4 6 16,0-4 4-16,0 0 6 16,-5 0-1-16,5-4-3 15,0-2-7-15,5-8-15 16,8-5-7-16,5-24-17 16,2-5-1-16,0-4 0 15,3 0-2-15,-3 10-5 16,-7 8-1-16,2 10-4 15,-5 5 0-15,-2 10-4 0,2 4-3 16,0 5-2-16,0 5-2 16,3 9 0-16,2 2 4 0,1 7-2 15,1 5 4-15,-4 0 1 0,0 5-1 16,-1-3 1-16,-2 2 1 0,-2-6-2 16,-3-3 1-16,-2-1 2 0,-1-2-3 15,3-4 1-15,-2-4 3 0,-1-2-4 16,1-6-5-16,-3-4-167 0,2 0 121 15</inkml:trace>
  <inkml:trace contextRef="#ctx0" brushRef="#br0" timeOffset="27187.25">12624 8998 1519 0,'5'-5'36'0,"-2"2"-32"15,-1 1-1-15,-2 2-1 0,0 0-1 16,3-4-1-16,2 5 0 15,10 7 1-15,13 1 0 16,30 6 1-16,13-1 0 16,46 0 2-16,22-8 4 15,33-2 8-15,7 1 1 16,-6 0 1-16,1 8-6 16,-16 3-5-16,-7 1-3 15,-21 8-3-15,-21-6 0 0,-21 13-1 16,-11-1 0-16,-14 6-2 15,-2 6 0-15,-9 18-2 16,-1 11 0-16,-8 14 3 16,-10 17-2-16,-8-2 1 0,-6 9 1 15,-5-1-3-15,1 5 3 0,-6 14 1 16,-4 14-2-16,0 5 2 0,-5 0 2 16,5-8-2-16,-1-7 0 0,1 10 1 15,0 5-1-15,-2 5 1 0,-2 5 2 0,4 0-4 16,0 10 1-16,0 5 2 0,4-3-3 15,-3-2 1-15,2-5 2 0,2 1-3 16,0 6 1-16,4-2 2 0,-5 0-2 16,1 4 2-16,0 5 1 0,-1 0-2 15,-5-2 1-15,5-2 1 0,-3-2-3 16,3-6 1-16,1-1 2 0,-2-11-3 16,-2-3 1-16,4-3 2 0,0-3-3 0,-1-5 0 15,0-13 2-15,1-8-2 0,-5-6 0 16,4 2 1-16,-4-3-1 0,-2-2 0 15,2-9 3-15,-4-3-3 0,8-5 0 16,-3-7 1-16,3 2-2 0,0-5 1 16,6 1 3-16,2 3-4 0,-6-8 1 15,-1-2 2-15,-1-9-3 0,1-5 2 16,-1-1 1-16,5-4-2 0,-8-5 0 16,1-3 2-16,-10-2-2 0,-1-3 2 15,-6-5 2-15,4 0-2 0,-3-3 3 0,-4-2 2 16,2 0-5-16,-7-5 1 0,8 0 1 15,0-6-3-15,-4-1 6 0,1-4 7 16,-8-1 1-16,-6-1 7 0,3-5 4 16,-9 5-4-16,-10-7 2 0,0 5 1 15,-10-3-6-15,-12-5-2 0,-7 2-2 16,-9-2-7-16,6 3 0 0,7 0-2 16,6-3-3-16,2 0 0 0,-8-3 2 15,6 1-4-15,-3-3 2 0,-1 5 0 16,-2-3-2-16,-8 6 1 0,0-5 3 0,10 2-4 15,10 0 1-15,16 0 1 0,7 2-5 16,10-2 1-16,7-2-5 0,7-3-53 16,9-5-93-16,10-15 91 0</inkml:trace>
  <inkml:trace contextRef="#ctx0" brushRef="#br0" timeOffset="27966.41">14899 12257 1342 0,'9'-3'68'0,"11"1"20"0,8-1-22 16,20 2-35-16,4 1-10 15,15 4-14-15,4 1-2 16,10-5-1-16,13 4 0 16,2-4 0-16,-1-4 0 0,-20 4 0 15,-21-5 0 1,-21 2 2-16,-14 3 2 15,-10-1 6-15,-9 1 2 0,0-9 1 16,-9-2-3-16,-10-16-4 16,-5-2-2-16,-4-13-2 15,-1 3 0-15,8 1 0 16,4 0 1-16,11 14-1 16,3 1-2-16,3 10-3 15,8 6 3-15,2 2-5 0,5 2 1 16,4 6 0-16,8-1-1 0,-4 6 0 0,3 6 1 15,1-3-2-15,3 7 1 0,6 1 1 16,2-1-2-16,-3 3 2 0,-1-1 1 16,-7 1-2-16,1-6 1 0,-12 4 1 15,-2-8-2-15,4 6 1 0,-13-6 0 16,0 4-3-16,-9 2 3 0,-6-1 1 16,-4 6-2-16,-11 6 1 0,-7 5 2 15,-2 1-3-15,-13 4 1 0,5-4 2 0,-6-5-2 16,13-1 2-16,2-1 1 0,5-6-3 15,5-4 2-15,-1-2 2 0,10-10-3 16,5 0 3-16,4-4 3 0,5-1 1 16,-5-1 5-16,5-8 0 0,4-6-5 15,-3-9-5-15,13-9-5 0,5-10-28 16,5-5-81-16,0-3 72 0</inkml:trace>
  <inkml:trace contextRef="#ctx0" brushRef="#br0" timeOffset="28867.66">16704 10983 1293 0,'-22'-3'52'0,"-9"-4"1"0,-2 4-2 15,-5-2-9-15,-3 2-5 16,1 3-16-16,4 3-5 16,-2 15-9-16,3 10-4 15,9 40-3-15,1 21 0 16,12 30-2-16,3 10 1 15,10 3 1-15,10-3 0 16,11-10 0-16,1-10 2 0,6-28 0 16,-9-18 1-16,0-35 1 15,-9-8 19-15,-10-22 15 16,0-7 0-16,-12-28 1 16,-5-21-19-16,-2-23-13 15,-6-13-2-15,7 13-3 16,-1 8-1-16,13 29 2 0,3 6-3 15,3 11 3-15,0 9 1 0,5 3-3 0,3 7 0 16,2 1 1-16,10 4-3 0,6 3 1 16,4-3 0-16,3 3-2 0,1-2 1 15,0 2 1-15,-3 2-3 0,2 1 2 16,2-1 1-16,-4 1-5 0,-1 5-66 16,-7-3 52-16</inkml:trace>
  <inkml:trace contextRef="#ctx0" brushRef="#br0" timeOffset="29292.02">16919 11211 1620 0,'-8'-21'50'0,"3"9"11"16,5 27-65-16,3 10-2 15,7 36 0-15,10 12 3 16,-2 14 2-16,7-1 0 0,3-5 1 15,-5-5 0-15,-3-15 1 16,3-8 1-16,-13-20 0 16,-10-9 2-16,0-23 13 15,-10-7 3-15,-13-23 3 16,-2-13-1-16,-8-38-13 16,0-11-4-16,20-31-5 15,8-15 0-15,10-4 1 16,11 6 2-16,9 36 2 15,0 23 0-15,1 44-5 0,-1 9-3 16,0 18 1-16,1 5-4 0,-1 5 2 16,8 7 2-16,-8 9-2 0,3 7 1 15,-3 7 1-15,-2 3-2 0,-8 5 3 16,-7 5 1-16,-3 0-3 0,-10 3 2 16,-13 0 1-16,-4-8-1 0,-14-3 1 15,-10-7 3-15,-12-2-3 0,0-11 2 16,2-2 0-16,11-3-4 0,7-8-91 15,7-2 67-15</inkml:trace>
  <inkml:trace contextRef="#ctx0" brushRef="#br0" timeOffset="30081.59">16468 13076 1484 0,'-5'-15'53'0,"3"0"1"0,2 0-13 0,2 2-15 0,1-1-8 15,4 14-18-15,6 5-5 16,2 24-4-16,-2 12 4 0,-1 25 3 15,-4 3 2-15,2 9 1 16,-2-7 1-16,-1-8 2 16,-2-12 0-16,-1-19 0 15,0-9 1-15,-4-20 3 16,0-3 1-16,0-13-1 16,-4-17 0-16,-2-26-5 15,-2-15-3-15,-2-20-3 16,0-3-2-16,6-12 5 15,0-2 2-15,4 26 7 0,-2 6 1 16,-1 30 0-16,3 11-3 0,0 12 1 16,0 8-2-16,3 7-5 0,-3 6-2 15,6 0-2-15,3 7-3 0,6 7 1 16,3 8 4-16,2-2-3 0,11 10 3 16,-1 5 1-16,3 2-2 0,1 4 2 15,-5-1 0-15,-1 2-1 0,0-4 1 16,-8 2 1-16,3 0-2 0,-8-1 1 15,-5 1 1-15,-2-5-2 0,-8 0 1 0,5-5 2 16,-5-3-3-16,-5-2 1 0,0-7 2 16,-5 1-7-16,10-2-68 0,0-9 52 15</inkml:trace>
  <inkml:trace contextRef="#ctx0" brushRef="#br0" timeOffset="30291.68">16846 13018 1330 0,'-3'0'60'0,"-12"0"16"0,-5 0-40 0,-16 0-20 0,-4 5-4 0,-6 0-4 16,4 3-3-16,13-6-2 15,6-2-1-15,21 0 0 16</inkml:trace>
  <inkml:trace contextRef="#ctx0" brushRef="#br0" timeOffset="30687.06">17079 12922 1376 0,'-8'-13'66'0,"6"3"29"16,2-5-56-16,12 2-23 15,6 4-8-15,10 13-8 16,2 6-1-16,1 24-1 15,-4 13 1-15,-4 10 0 16,-2 8 0-16,-6-7 2 16,-3-7 1-16,-7-8 2 0,-2-13 2 15,-3-12 8-15,-5-7 8 16,-8-9 14-16,3-7 0 16,-3-13-6-16,1-10-10 15,4-20-13-15,8-13-3 16,5-14-3-16,10-2 0 15,6 6-1-15,2 9 0 16,-8 28-1-16,-3 11 1 0,-7 13-5 16,1 6-31-16,1 4-55 0,-2 9 52 0</inkml:trace>
  <inkml:trace contextRef="#ctx0" brushRef="#br0" timeOffset="31596.13">17555 12748 1448 0,'-3'10'39'0,"1"12"-11"0,4 6 1 0,6 16 3 15,-3 4-1-15,10 2-10 16,-5-5-7-16,3-9-10 16,5-5-2-16,-6-8 0 15,1-1-1-15,-5-12-375 16,-6-10 275-16</inkml:trace>
  <inkml:trace contextRef="#ctx0" brushRef="#br0" timeOffset="31745.13">17504 12333 1466 0,'-2'-3'35'16,"-1"2"-22"-16,3 5-12 16,5 0-2-16,8 2 1 15</inkml:trace>
  <inkml:trace contextRef="#ctx0" brushRef="#br0" timeOffset="31933.27">17801 12172 1524 0,'0'0'40'0,"7"16"-23"0,6 17-3 15,2 33-6-15,10 18-1 16,1 16-3-16,2 5 0 15,2-4-2-15,0-7-1 16,3-9 1-16,-5-9-4 16,0-22 2-16</inkml:trace>
  <inkml:trace contextRef="#ctx0" brushRef="#br0" timeOffset="32126.29">18102 12608 1061 0,'-38'-5'129'16,"-2"2"224"-16,-11 4-324 16,-10 3-7-16,-2 0-11 15,4 1-6-15,19-5-5 16,27-1-100-16,16-22 70 16</inkml:trace>
  <inkml:trace contextRef="#ctx0" brushRef="#br0" timeOffset="32433.1">18069 12178 1551 0,'-2'7'38'0,"4"18"-22"15,8 13-14-15,8 29-1 16,2 18 1-16,8 15 0 16,-3 5-1-16,1-6 2 15,-6-13-1-15,-2-20 0 16,-6-15 0-16,-1-16 0 15,-4-16 2-15,-7-19 24 16,5 4 4-16,-2-32 0 16,2-15-1-16,5-27-26 15,8-7-4-15,-1 6 0 16,6 9 0-16,0 38-1 16,-8 15-1-16,8 31-1 15,2 9 0-15,-4 11 2 16,1 6 0-16,1-7-2 0,-10 2 3 15,7-9-7-15,-5-4-80 0,3-3 61 16</inkml:trace>
  <inkml:trace contextRef="#ctx0" brushRef="#br0" timeOffset="34123.39">15175 6493 1575 0,'-5'-13'50'0,"4"4"-20"0,1 18-22 0,1 11-8 16,4 28-5-16,5 16 1 15,4 17 3-15,5 0 0 16,5-10 1-16,0-12 0 16,9-4 0-16,5-10-21 0,0-9 13 15</inkml:trace>
  <inkml:trace contextRef="#ctx0" brushRef="#br0" timeOffset="34297.46">15594 7113 1284 0,'-57'-15'95'0,"-10"0"129"16,-9-3-190-16,-9 0-4 15,4 1-2-15,5 1-13 16,5 1-4-16,18 3-8 15,15-1-3-15,19-2-238 16,10-8 175-16</inkml:trace>
  <inkml:trace contextRef="#ctx0" brushRef="#br0" timeOffset="34489.66">15423 6346 1613 0,'-67'-17'38'0,"-6"1"-31"15,-2 3-1-15,-5 8 0 16,-5-4 0-16,21 9-1 16,9 0-2-16,35 4-5 15,15 1-43-15,29 3 31 16</inkml:trace>
  <inkml:trace contextRef="#ctx0" brushRef="#br0" timeOffset="34964.75">16250 6361 1425 0,'-43'-9'55'0,"-5"3"3"0,-5-1-21 15,-3 4-13-15,-1 1-5 16,13 4-8-16,7 5-3 15,18 6-5-15,5 3-2 16,14 12-1-16,0 9-1 16,12 16-1-16,0 5 1 15,2 13-1-15,0 3 1 16,-6-3 1-16,-3 2-1 0,-5-7 1 16,-3-3 0-16,-2-10 1 15,0-4 1-15,3-11-1 16,2-11 0-16,5-9 2 15,6-3-2-15,18-4 1 16,12-1 0-16,-3-5-3 16,2-5 2-16,3-3-2 0,-5-4 2 15,13-1 7-15,-12-2-7 0,-6 0-24 16,-9 2-133-16,-19-2 99 0</inkml:trace>
  <inkml:trace contextRef="#ctx0" brushRef="#br0" timeOffset="35133.41">15907 6747 1603 0,'-4'-1'40'15,"4"-2"-25"-15,0 3 4 16,8-2-2-16,10 2 0 16,25-5-12-16,15 2-6 0,43-2 31 15,18-4-25-15</inkml:trace>
  <inkml:trace contextRef="#ctx0" brushRef="#br0" timeOffset="35480.27">16934 6328 1543 0,'-5'-14'49'16,"-23"-10"-48"-16,0 4 0 0,-15 2-1 15,0 3-2-15,-5 12 1 16,5 6 0-16,5 17 0 15,5 8-1-15,3 20 0 16,7 18-2-16,10 20-2 16,11 5-2-16,9 8-1 15,4-8 1-15,9-10 3 16,0 3 3-16,-2-13 4 16,-3-5 0-16,-10-13 2 15,-5-13 1-15,-2-12 2 16,-5-7 6-16,7-9 3 15,0-2 1-15,7-5 7 16,5 0-4-16,6-2-5 0,5-3 0 16,2 0-14-16,8-5-3 0,0-5-2 15,2-5-31-15,3-3-160 0,-10-5 132 16</inkml:trace>
  <inkml:trace contextRef="#ctx0" brushRef="#br0" timeOffset="35652.22">16602 6802 1201 0,'-5'-7'91'0,"3"1"90"15,-1-2-108-15,3 1-10 16,5 2-14-16,4 0-30 16,13-2-13-16,16 1-11 0,12-4-18 15,16 7 16-15</inkml:trace>
  <inkml:trace contextRef="#ctx0" brushRef="#br0" timeOffset="36325.88">17593 6346 1452 0,'-8'-12'50'0,"-4"2"-2"0,-9 0-34 0,-14 9-13 0,-8-2 0 16,-8 16-1-16,1 3 0 15,1 12 0-15,6 9 2 16,15 6-2-16,8 5 0 0,18 14-2 15,9 5 0-15,19 7 0 16,4-3 1-16,-2 0 0 16,-3-7 0-16,-12 1 1 15,-8-4 0-15,-13 2 0 16,-2-2 1-16,-13-6 1 16,-2-4 0-16,2-15 10 15,6-8 3-15,9-13 5 16,8-15 5-16,0 2-2 0,10 8-4 15,8-10-6-15,7-2-2 0,3-6-6 16,7 1 0-16,-2-6 2 0,0-2-5 16,-2-3-1-16,-6 3-1 0,-7 0-33 15,-6 4-145-15,-4-1 118 0</inkml:trace>
  <inkml:trace contextRef="#ctx0" brushRef="#br0" timeOffset="36501.78">17281 6916 1618 0,'0'-10'58'16,"0"2"-3"-16,5 0 0 15,3 1-12-15,2 2-11 16,8-7-23-16,7 6-9 16,21-2-24-16,7 3-109 0,15-2 89 15</inkml:trace>
  <inkml:trace contextRef="#ctx0" brushRef="#br0" timeOffset="37221.33">18892 6319 1582 0,'-15'-16'37'0,"-5"4"-33"0,-5 6-4 0,-11 11 0 16,-7 6-1-16,-8 17-2 16,-2 10 2-16,10 10 0 15,5 4 0-15,28 0-1 16,8 3 0-16,22-2-1 16,15 3 0-16,21-3-1 15,7-5 1-15,3-5 3 16,-13-8 0-16,-20-12 3 15,-10-2 2-15,-23-9 0 16,-5-4 0-16,-20-3 0 16,-8 0 1-16,-8-5-1 15,8-8-16-15,8-9 9 16</inkml:trace>
  <inkml:trace contextRef="#ctx0" brushRef="#br0" timeOffset="37423.24">19100 6214 1556 0,'10'6'35'0,"3"11"-24"15,7 13-11-15,1 16 0 16,-1 25 1-16,-2 10-1 16,-1 15 1-16,-4-7-1 0,5-11 1 15,7-9 0-15,0-11-86 16,6-7 61-16</inkml:trace>
  <inkml:trace contextRef="#ctx0" brushRef="#br0" timeOffset="37562.15">19333 6480 1333 0,'-35'-5'49'15,"-1"0"15"-15,-4 5-47 16,4 6 0-16,3 8-5 15,0 1-10-15,21 3-2 16</inkml:trace>
  <inkml:trace contextRef="#ctx0" brushRef="#br0" timeOffset="37873.9">19652 6769 1119 0,'-15'0'124'0,"0"-5"163"16,-3-5-194-16,-2-16-31 16,5-4-13-16,5-11-26 15,5 1-17-15,10 13-10 16,7 11-3-16,1 18-4 15,7 12 2-15,3 13 4 16,9 11 2-16,-1 0 3 16,2 0 4-16,-2 0-3 15,-6-8 0-15,0-7-12 16,-8-5-24-16,-8-11-121 16,-2-4-37-16,1-21 87 15</inkml:trace>
  <inkml:trace contextRef="#ctx0" brushRef="#br0" timeOffset="38167.68">19870 6509 1461 0,'0'-1'49'16,"3"1"-20"-16,4 5-23 16,1 5-11-16,1 5-4 0,2 8 11 15,-1 5 4-15,3 2-2 0,2 1 1 16,-5-3 2-16,-5-3-5 0,2-7 5 16,-1-3 7-16,-1-5 3 0,0-5 11 15,3-2 7-15,-8-3-1 0,2 2 7 16,-2-2 7-16,-5-5 3 0,8 5 8 0,-1-8-6 15,-2-4-17-15,5-11-20 0,-2-19-20 16,11-7-13-16,-3-11 0 16,2 6 11-16,5 8 1 0,-11 16 6 0,11 15-2 15,-5 12-8-15,-3 3-1 0,0 0-5 16,-5 5 4-16,8 3 5 0,-6 7 5 16,6 1 2-16,7 6 0 0,-2 6 0 15,2 0-2-15,7 8 1 0,-6-1-1 16,2-4-46-16,0-4-78 0,-3-7 75 15</inkml:trace>
  <inkml:trace contextRef="#ctx0" brushRef="#br0" timeOffset="38510.13">20607 6205 1095 0,'13'65'113'0,"2"3"126"16,-10 6-179-16,-5 9-21 16,-2 1-21-16,-6-3-7 15,-2-18-2-15,-8-12 0 16,3-21 7-16,-8-12 4 16,3-18 12-16,2-15 6 15,-2-23 15-15,7-10 5 16,6-16-7-16,4-3-10 15,13 8-26-15,2 8-10 0,7 18-7 16,1 15-1-16,5 21-1 16,2 8 2-16,1 11 0 15,1 6 2-15,1 5 2 16,3-2-2-16,-10-2 3 16,-5-10-46-16,-8-7-72 0,-1-2 70 15</inkml:trace>
  <inkml:trace contextRef="#ctx0" brushRef="#br0" timeOffset="38821.75">21033 6395 1093 0,'10'32'76'0,"4"-2"13"16,-8 6-3-16,1 7-41 15,-11-5-22-15,-9-3-12 16,-12-6 8-16,-17-5 21 15,-15-8 9-15,1-14 11 0,3-4-1 16,15-26-11-16,10-17-7 16,18-19-15-16,5-7-6 15,15 5-14 1,7 10-1-16,9 27-3 0,11 13 0 16,2 16 0-16,11 10-1 15,3 13 0-15,4 3 1 16,1 6-1-16,-2 1 1 15,-4 2-1-15,-9 1-1 16,-14-11 1-16,-4 3-29 0,-12-17 20 0</inkml:trace>
  <inkml:trace contextRef="#ctx0" brushRef="#br0" timeOffset="39072.03">21210 6262 1417 0,'17'24'32'0,"-1"13"-24"0,7 6 3 16,1 13 18-16,-5 2 4 16,-4 3 4-16,2-12 0 15,-11-7-4-15,3-9 3 16,-9-18 16-16,-4-2 13 16,-1-13 23-16,0-10 4 15,-1-18-9-15,-1-15-17 16,7-28-38-16,0-20-13 15,13-8-16-15,7-9-10 0,3 14-62 16,1 12-37-16,-6 29 53 16</inkml:trace>
  <inkml:trace contextRef="#ctx0" brushRef="#br0" timeOffset="39428.85">21665 5767 1507 0,'29'-14'49'0,"4"9"-8"16,1 6-20-16,4 31-13 16,0 16-1-16,3 23-6 15,-3 10 0-15,-8 0-1 16,-1 1 0-16,-7-7 0 16,-7-9 0-16,-14-8 2 15,-2-6 3-15,-17-9 11 16,-6-6 6-16,-9-14 16 15,-5-8 11-15,0-15 14 0,0-10 2 16,7-18-13-16,4-5-12 16,23-10-27-16,18 0-10 15,19 10-5-15,10 5-5 16,9 23 0-16,-1 5 1 16,-16 13 0-16,1 3 5 0,-20 1 0 15,-1-2 2-15,-1 0 3 0,0-4-2 16,0 1 1-16,-1-6-1 0,2 3-5 15,-5-3-23-15,4-1-257 0,-4-6 194 0</inkml:trace>
  <inkml:trace contextRef="#ctx0" brushRef="#br0" timeOffset="89929.18">12158 7002 1133 0,'-23'15'32'0,"13"3"-10"0,0 2-4 15,25 8 22-15,11-5 12 0,27-3 27 16,25-5 5 0,19-7-18-16,9-8-11 0,3-10-28 15,2-1-9-15,19-1-7 16,11-1-3-16,6 8-4 16,-10 3-2-16,-28 2-1 15,-20 3 1-15,-31-1-2 16,-11 0 2-16,-23-4 0 15,-10 0 0-15,-8-2 6 16,-6-3 2-16,-10-11 2 16,-3-5-2-16,-20-12-4 15,-7-1-3-15,-1 6-1 0,1 5-2 16,17 10 4-16,5 7-3 0,7 0 2 16,2 6 1-16,1 2-4 0,8 0 0 15,0 0 1-15,0 0-3 0,7 5 0 16,4 2 2-16,12 1-1 0,10 0 1 15,10 2 4-15,5-3-4 0,10 2 2 16,-2 5 0-16,15 1-2 0,5 3 0 0,0 5 3 16,-3 0-3-16,-13 0 0 0,-8-1 2 15,-12-1-2-15,-12 1 0 0,-10-1 0 16,-9-1-1-16,-9-5 1 0,-4 3 2 16,-11-3-2-16,-13 0 2 0,-11 5 1 15,-21 6-3-15,-8 7 0 0,-11 7 2 16,8 3-2-16,3 5 0 0,7-5 1 15,18 1-1-15,0-6 0 0,5-8 2 0,4-2-3 16,-3-10 1-16,9-8 2 0,8-8-2 16,2-4 4-16,7-13 10 0,-3-3 4 15,6-10 5-15,-2-13 3 0,10-14-11 16,5-16-4-16,0-10-2 0,8-8-7 16,2 3 3-16,0 7 1 0,8 11-3 15,-1 5 2-15,2 12-2 0,1 13-3 16,-5 13-2-16,3 15 2 0,0 12-4 15,2 16-31-15,3 10-347 0,0 5 263 16</inkml:trace>
  <inkml:trace contextRef="#ctx0" brushRef="#br0" timeOffset="113919.69">16311 13831 1510 0,'0'-2'40'0,"0"-3"-23"0,0 5-8 0,5 2-9 0,5-2-2 0,8 3-4 0,16 2 5 0,13 0 3 0,6 0 2 0,6 0 3 0,1-5 1 15,4 5-5-15,4-5 1 0,3 0 1 0,-5 0-2 16,20-5 2-16,5 0 4 16,13-3 1-16,2 1 6 0,-14-3 3 0,-4-1-1 15,-2-4 3-15,6-3 2 0,9-2-2 16,0-5 3-16,-2-1-3 0,0-1-7 15,-13-1-3-15,-5 0-4 0,3-10-5 16,-3 2 0-16,5-9 0 0,13-1-3 16,2-2 1-16,0-5 3 0,-12 0-3 15,-16-12 3-15,-14 1 1 0,-9-10-4 16,4-7 3-16,1-15 1 0,-4-13-4 0,2-10 6 16,5-5 7-16,-7 3-3 0,2 5 4 15,2 2-3-15,-12-5-8 0,-10 0 0 16,-12 0 2-16,-11 10-5 0,-10 14 1 15,-15 12 0-15,-8 5-2 0,-12 4 1 16,-11-4 0-16,-7-8-3 0,-8-3 2 16,3 3 1-16,2 0-2 0,-7 7 2 15,0 6 0-15,-3 2-1 0,-3 5 0 16,-4 0 1-16,-13 3-2 0,-13-1 0 0,-7 1 1 16,2 7-4-16,2 8 2 0,-1 5 0 15,-1 13-3-15,-20 2 3 0,-11 10 3 16,-7 3-3-16,8 5 3 0,15 2 2 15,15 1-2-15,13 7-1 0,2 0 1 16,-4 2-3-16,-1 11 1 0,10 2 2 16,3 13-4-16,10 15 1 0,3 18 3 15,-3 15-4-15,3 10 2 0,-6 3 2 16,-7 4-4-16,-5-1 2 0,-5 1 2 16,16 16-3-16,9 13 1 0,9 10 2 0,14-3-2 15,-5-5 2-15,5-5 1 0,5 8-3 16,1 17 1-16,3 7 2 0,6 2-2 15,4 3 1-15,5 1 2 0,5 5-4 16,8-5 0-16,2-20 2 0,4-18-4 16,9-15 3-16,1-13 1 0,8 0-2 15,7-5 1-15,4-2 1 0,8-8-1 0,6-5 1 16,0-3 1-16,8-7-2 16,3 0 1-16,8-3 1 0,23-2-3 0,18-8 0 15,6-5 2-15,2-13-4 0,-7-9 3 16,-13-11 1-16,5-8-5 0,6-7 0 15,9-10 3-15,8-5-14 0,0-11-30 16,-15-2-148-16,-10-12 120 0</inkml:trace>
  <inkml:trace contextRef="#ctx0" brushRef="#br0" timeOffset="117076.28">17937 5715 1473 0,'-524'-141'61'15,"453"136"-61"1,-15-1 2-16,-13 2-2 0,-15 3-1 16,-5-3 2-16,5 3-1 0,5 1 1 15,0-5 1-15,-5 1-2 0,-17 1 1 16,0-2 1-16,8 0-2 0,4 3 0 0,14-2 3 15,-10 0-3-15,-19 4 1 0,2 4 1 16,0 2-2-16,16 2 0 0,13 6 2 16,9-3-2-16,-2 11 0 0,-13-1 1 15,-1 11-2-15,2 1 1 0,6 5 1 16,9 1-1-16,17 4 0 0,-5 0 0 16,10 0 0-16,0 0-1 0,-7-2 1 15,4-4-1-15,6 2 0 0,2-1 1 0,13 5-3 16,10 4 2-16,7 1 1 0,5 8-7 15,9 10 1-15,4 13-1 0,1 14-4 16,14 4 3-16,-2 3 4 0,10-11 0 16,5-3 4-16,13-2 4 0,9-3-4 15,11 0 3-15,14 0 0 0,6-8-4 16,23-7-1-16,13-5-3 0,-3-10-3 16,3-6 3-16,0-4 7 0,2-8-1 15,21-3 5-15,12-4-2 0,7-1-3 16,8-5 2-16,-6-2 1 0,8-3 1 15,16-7 6-15,9 2-1 0,8-5-1 0,-2-5 1 16,13 2-3-16,0-2-3 0,-2 0 0 16,12 0-1-16,-2 0-2 0,2 0 1 15,-8 0 0-15,6 0-3 0,-8-2 2 16,13-1 8-16,7-2-1 0,6-7 4 16,-9 1-2-16,-11-6-6 0,-9-1 3 15,-10-2 4-15,-7-1 0 0,-1-1 1 16,-1-4 1-16,-21 3-7 0,10 1 1 0,-5-1 1 15,-2 0-4-15,2-2 1 0,-18 2 0 16,16-2-4-16,2-8 3 0,-1 2 0 16,-3-4-3-16,-24-1 0 0,12 1 2 15,-6 2-3-15,2 0 0 0,-3-2 1 16,-20-3-1-16,-15 0 0 0,-8 2 4 16,-3 1-3-16,-5 2 1 0,6 2 1 15,-3 6-3-15,-9 0 0 0,-6 2 3 16,-11 3-4-16,-6-3 1 0,-2 0 3 0,-6 3-3 15,-8-3 7-15,-3 0 9 0,-11 0 5 16,-5-7 12-16,4-2 6 0,-10 1-6 16,-1-10 1-16,1 1-6 0,-13-5-16 15,-5-4-8-15,0-7-2 0,-20 3-3 16,-1 0 1-16,-12-3 5 0,-10 4-7 16,-13 0 0-16,-1 0 0 0,-10 3-3 15,-13 6 2-15,-10 1 1 0,-14 4-3 0,-7 4 3 16,4-3 1-16,6 8-3 0,-8 0 2 15,-23 5 2-15,-12 2-1 0,-15 2 1 16,-3 1 0-16,14 0-1 0,-22 5 0 16,-6-1 1-16,6 5-2 0,0-2 1 15,2 2 1-15,2 0-3 0,-4 4 2 16,0-1 1-16,11 2-2 0,-11 0 2 16,-5 4 0-16,5 1-1 0,-2 0 1 15,-8 1 2-15,0 4-3 0,0 3 1 16,-5 6 2-16,15-3-3 0,1 7 1 0,-4 6 1 15,16-1-2-15,5 5 1 0,-3 5 2 16,3 3-4-16,-7 5 1 0,9-1-11 16,26-2-21-16,2-6-17 0,6-4-29 15,-1-12-107-15,8-9 117 0</inkml:trace>
  <inkml:trace contextRef="#ctx0" brushRef="#br0" timeOffset="161949.79">2965 6964 233 0,'-5'-3'10'0,"0"1"19"0,0-1 89 0,1 3 71 16,-15-2 107-16,4-1 4 15,-3-1-65-15,3-2-60 16,9-2-100-16,1-2-21 16,5-2-24-16,0-1-8 0,11-14-9 15,8-2-1-15,24-18-6 16,13-2-1-16,25-9-2 16,8-8-1-16,7 0-1 15,0 1 0-15,-2 1 0 16,2 3 0-16,33 8 0 15,13 0-1-15,3 13 0 16,7 7 0-16,-41 12 0 16,-15 1 0-16,-15 8 1 0,13 1-1 0,7 3 0 15,11 1 2-15,-3 4-3 0,-5-2 1 16,-6 5 1-16,-14 0-2 0,0 0 1 16,-3 5 0-16,-3 0-1 0,13 3 1 15,-10 2 2-15,3 0-3 0,-10 0 1 16,-4 3 0-16,-4-2-1 0,-10 3 1 15,-3-1 2-15,-10 2-4 0,-2-4 2 16,4 1 1-16,1-2-3 0,2 0 2 16,8 3 0-16,-5-3-1 0,-1 0 1 0,-2 3 2 15,-5-2-3-15,-5 4 1 0,3-3 2 16,-3 3-3-16,-3-5 1 0,1 1 2 16,2 3-3-16,2-1 1 0,1-5 3 15,-3 2-4-15,0-5 1 0,0 1 3 16,15-1-4-16,-5-1 2 0,17 1 1 15,-11-2-3-15,-11 0 1 0,2 1 2 16,-11-1-3-16,-4-3 2 0,3 2 1 16,-10 1-2-16,-3-3 0 0,-2 0 2 0,-3 0-2 15,-5-5 0-15,-2 2 5 0,-3-1-2 16,-5 1 12-16,0 0 6 0,-5-7-3 16,-3 0-1-16,-7-8-5 0,-3-5-6 15,-3-6 1-15,-13 0 1 0,-2-4-6 16,-2 0 1-16,-2-2 1 0,-1 2-4 15,-7-4 2-15,-3 4 0 0,6 4-2 16,9 1 0-16,15 8 1 0,7 3-1 16,1 6 0-16,8 2 0 0,0 3-1 15,4 1 0-15,-3 5 1 0,4 0-5 0,-5 0 2 16,5 0 1-16,4 1-4 0,1-1 1 16,1 4 3-16,14 2-2 0,8-1 4 15,5 4 3-15,20-4-3 0,-7-2 2 16,7 3 1-16,8 3-3 0,-10-4 2 15,-1 0 0-15,1 5-2 0,-13 3 0 16,-3 2 1-16,-2 0-2 0,-10 3 1 16,0-3 1-16,-4 3-2 0,-8-3 0 0,-3-5 1 15,-4 3-4-15,-4-3 1 0,-4 0 1 16,-4-2-2-16,-3 3 3 0,-11 4 3 16,2 2-2-16,-5-1 0 0,-3 6 3 15,-5 3-5-15,4 4 2 0,-8 4 2 16,-1 4-3-16,0 1 1 0,-2 0 2 15,2 0-3-15,2-3 1 0,-4-2 2 16,9-5-3-16,-7-5 1 0,10 0 2 16,8-8-3-16,2-5 2 0,11 0 1 0,4-7-2 15,3-1 3-15,-2 1 2 0,-1-6-2 16,1 1 1-16,-1-11 3 0,3-2-4 16,0-8 3-16,-2-14 1 0,2-2-6 15,0-12 1-15,7-7 2 0,3 0-4 16,2 5 4-16,7 8 0 0,-9 9-3 15,0 13 1-15,3 1 1 0,-13 11-3 16,7 1 0-16,3 3 2 0,-10 4-3 16,3 3 1-16,-1 0 1 0,-2-2-3 0,-2 1 2 15,2 1 1-15,2 1-4 0,5 3 0 16,-1 4 1-16,-1-2-6 0,0 13 2 16,0 0 2-16,-10 18-4 0,-2 6 2 15,-2 10 4-15,-8 5-2 0,10-6 4 16,-7-2 3-16,0-14-3 0,4-13 2 15,5-8 2-15,5-15-2 0,0 2 3 16,2-2 1-16,1 0-5 0,9-8 2 16,4-10 0-16,1-7-2 0,14-13 2 0,-1-10 1 15,3-8-4-15,4-2 1 0,-8-2 2 16,-1 11-3-16,-4 6 1 0,-3 11 2 16,-8 16-5-16,-4 8-5 0,-9 8-1 15,-4 3-6-15,3 8 1 0,-8 8 9 16,-4-1-1-16,-3 7 4 0,-6 3 3 15,7 0-2-15,0 0 1 0,2-2 3 16,3-4-4-16,4-6 1 0,1-4 1 16,-2-5-3-16,5-3 1 0,-1 1-24 15,3-5-73-15,0 4 64 0</inkml:trace>
  <inkml:trace contextRef="#ctx0" brushRef="#br0" timeOffset="162850.69">698 7349 1272 0,'18'0'83'0,"-3"-10"72"0,15-18-112 16,15-10-14-16,4-20-4 16,-1 2-7-16,-10 5-4 0,-10 8-2 15,-13 23-4 1,-12 5 0-16,-3 12 0 0,-5 3-1 16,2 10-4-16,8 8-3 15,3 20-3-15,6 13-3 16,-3 20 1-16,2 10 0 15,2 2 1-15,-5-2 2 16,3-7 2-16,6-8 1 16,-3-13 1-16,12-5 0 15,-6-18-13-15,7-7-59 16,1-15 46-16</inkml:trace>
  <inkml:trace contextRef="#ctx0" brushRef="#br0" timeOffset="163198.89">1458 7204 1440 0,'0'5'32'16,"-5"11"-34"-16,-3 11-8 15,-7 22-6-15,-5 9-3 16,10 5 20-16,12-4 7 15,10-11 10-15,4-10 3 16,17-10-6-16,-1-6 2 16,17-17 7-16,4-5 6 0,-7-22 7 15,-3-11 9-15,-18-16 22 16,-12-11 7-16,-14-11 5 16,-11 2-4-16,-8 11-17 15,-4 13-10-15,-8 22-19 16,-6 10-9-16,0 8-15 15,-2 5-5-15,12 8-4 16,10-3-1-16,2 5-3 16,12-3-5-16,4 1-9 0,10 5-62 15,18 2-55-15,10 10 72 0</inkml:trace>
  <inkml:trace contextRef="#ctx0" brushRef="#br0" timeOffset="163581.09">2213 7184 1595 0,'-14'10'37'0,"-5"3"-28"16,5 10-11-16,5 5 0 15,-1 7 2-15,10 0 0 16,5-1 6-16,-6 1 0 15,17-5 3-15,2 1 3 16,24-14 4-16,1-6 7 16,0-14 14-16,1-7 0 15,-16-15 1-15,-1-6-3 16,-21-14-7-16,-7-6 2 0,-21-2 10 16,-7 7-1-16,-6 11-2 15,-6 4-4-15,7 14-17 16,1 4-6-16,10 8-9 15,7 5-3-15,-1 2-3 16,7 3-4-16,5 0-2 0,9 3-16 16,2 5-50-16,12 7-45 0,2 5 59 15</inkml:trace>
  <inkml:trace contextRef="#ctx0" brushRef="#br0" timeOffset="163907.44">2717 7156 1769 0,'-9'-2'40'0,"-5"2"-36"15,4 10-6-15,-4 18-8 16,-5 10-2-16,9 15 1 16,4 3 1-16,8-6 8 15,7-7 2-15,15-10 5 16,5-7 6-16,9-14 11 15,7-7 0-15,-2-22-3 16,-8-11-2-16,-2-23-11 16,-9-7 1-16,-9-10 5 15,-6 2 4-15,-14 10 8 16,-14 10 0-16,-4 21-3 16,-6 7-7-16,-9 18-10 0,0 8-4 15,-5 15-46-15,5 4 29 16,5 4-4-16</inkml:trace>
  <inkml:trace contextRef="#ctx1" brushRef="#br0" timeOffset="166833.04">10085 11662 0</inkml:trace>
  <inkml:trace contextRef="#ctx0" brushRef="#br0" timeOffset="169394.83">1800 8995 1113 0,'0'0'95'0,"5"-2"45"0,5-7-25 0,18-16-63 15,15-17-18-15,17-20-22 16,-1-8-1-16,-3 2-2 16,-4 9-1-16,-28 28-3 15,-4 12-1-15,-16 14-2 16,-4 5 1-16,-10 10-2 15,1 9-1-15,-4 19 0 16,-3 14 0-16,2 19 1 16,6 12 0-16,3 1-1 15,5-3 1-15,5-11 0 16,3-11-1-16,2-17 2 16,4-9 0-16,0-18 0 15,6-12-10-15,3-6-97 0,2-12 72 16</inkml:trace>
  <inkml:trace contextRef="#ctx0" brushRef="#br0" timeOffset="169718.72">2484 8843 1373 0,'-14'-10'37'0,"-5"8"-25"16,1 2-3-16,-7 25-7 15,2 8-2-15,4 19 3 16,10 9 0-16,18-3 1 16,9-4 1-16,20-16 7 15,6-11 5-15,17-27 4 16,9-14 0-16,1-25-1 16,-3-14 0-16,-17-8 0 15,-8-4-1-15,-28 1-3 16,-14 4-4-16,-12 7-2 15,-12 10 5-15,-10 12 4 16,-5 9 1-16,-9 19-6 0,4 6-6 16,5 7-5-16,9 4-2 15,14-3 0-15,7 2-4 0,8-3-13 16,8 4-30-16,8-5 25 0</inkml:trace>
  <inkml:trace contextRef="#ctx0" brushRef="#br0" timeOffset="170499.25">3063 8175 1202 0,'-38'0'44'0,"-8"0"11"0,-16 5 11 0,-9-5 5 0,-16 2-6 15,-31 1-21-15,-20-3-10 16,-24 2-10-16,1 1-2 16,24 2-5-16,32-1-3 15,33 2-6-15,15 7-4 16,14 4-3-16,10 4-1 15,9 2-2-15,6 7 1 0,8 18 0 16,0 15 0-16,1 31 2 16,-5 20 0-16,1 20 1 15,2 8 0-15,-9-1 1 16,3-12 0-16,-3-30-2 16,-4-18 1-16,5-32-2 15,-4-6 2-15,13-16-2 0,5-7 2 16,-3-2 6-16,13-3-1 0,7-7 6 15,4 2 5-15,22-4-4 0,4-1-1 16,2-1-1-16,12-4-9 0,-3 1 0 16,2 3 0-16,4 1-3 0,1 4 2 0,2 1 0 15,11 4-2-15,-2-1 0 0,17-3 1 16,8-5-1-16,0-4 0 0,8-2 1 16,-10-9-2-16,-3-7 1 0,-14 2 0 15,-1-4-1-15,-5-1 0 0,4 0 0 16,2 2-4-16,-7 1 3 0,-12 6 2 15,-19-3-2-15,-11 3 2 0,-9 3 2 16,-9 3-3-16,-7 0 2 0,-3 0 1 16,-5-4-2-16,-5-2 1 0,2-2 2 0,-2-2-3 15,-3-8 0-15,6 1 5 0,0-4-3 16,7-11 2-16,0-7 1 0,12-12-5 16,4-16-3-16,6-9 1 0,4-14-5 15,1 0 3-15,1 0 3 0,0 5-2 16,-8 18 3-16,0 10 4 0,-10 20-4 15,-5 10 2-15,-2 12 2 0,-3 7-3 16,0 6 3-16,-3 2 1 0,1-1-2 0,-3 1 1 16,-5-2 3-16,-3 2-4 0,-5-3 2 15,-1 3 4-15,-5-3-3 0,-6-2 3 16,-8 0 0-16,-17-2-4 0,-21 3-2 16,-1 2 1-16,-13 5-6 0,-2 2-23 15,-2 12-121-15,-9 9 96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6-02-26T08:45:59.62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6-02-26T08:47:55.872"/>
    </inkml:context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27487 8931 0</inkml:trace>
  <inkml:trace contextRef="#ctx0" brushRef="#br0" timeOffset="111867.26">13068 16164 0,'0'0'0,"-49"-25"15,16 17 1</inkml:trace>
  <inkml:trace contextRef="#ctx0" brushRef="#br0" timeOffset="112025.26">12614 16024 0,'0'0'0,"-42"20"0,1-3 16,0-1-16,8-8 16,0 5-16,8-5 15,8-4-15,1 0 16,-1 1-16,1-1 16</inkml:trace>
  <inkml:trace contextRef="#ctx1" brushRef="#br0">4529 12347 1036 0,'-2'-18'321'0,"30"13"-164"0,2 1-144 0,18-1-8 0,11 20-3 15,-21-16-1-15,0-4 2 0,2 1 1 16,3 4-2-16,5 4 1 0,8 1 2 16,10 3-3-16,7 2 1 0,16 1 1 0,15 2-3 15,2-4 0-15,3 1 2 0,-7 0-3 16,-9-5 0-16,1-1 2 0,7 1-2 15,18-1 2-15,6-3 2 0,-4 3 0 16,-7-3 4-16,-20 3 2 0,-11-3-4 16,4 3-1-16,16-3-1 0,6 3-4 15,0-3 1-15,-6 3 2 0,-26-4-3 16,-12 1 0-16,-11 3 2 0,-11-4-3 16,0 1 1-16,-10 1 2 0,5-1-2 0,0 3 3 15,-1 1 2-15,1 0-4 0,-5 0 1 16,-9 0 0-16,1 1-3 0,-8 4 1 15,-1 2 5-15,7 4-2 0,-9 6 4 16,2 4 2-16,-9 12-5 0,-6 7 2 16,-1 8 0-16,5 8-4 0,5 8 2 15,-6 2 1-15,-3 4-2 0,-1-9 1 16,-5 0 2-16,4 5-3 0,-3 7 3 16,4 11 3-16,-5 7-3 0,5 16 4 0,0-3 0 15,0-3-4-15,0-12 2 0,0-13 2 16,0 0-3-16,4 2 4 0,2 8 5 15,9 11-3-15,-7 2 2 0,12-6-1 16,-7-6-8-16,2-11 0 0,5-8 0 16,-8 6-5-16,-1 2 1 0,4 10 2 15,-3 13-4-15,-2-5 0 0,-1-8 2 16,1-8-3-16,0-9 1 0,0-6 2 0,5 2-2 16,-2 1 3-16,1 0 7 0,-3 1 0 15,2-1 4-15,-3-4 1 0,-5-11-9 16,0-8-1-16,-5-14-1 0,0-2-4 15,0-7 0-15,-6-6 2 0,-3 0-2 16,-2-1 1-16,-6-3 4 0,-3-1-5 16,-3 0 4-16,-5-4 0 0,-7 3-3 15,-11-7 3-15,-7 3 1 0,-3-3-4 16,-8-1 2-16,-2-1 0 0,-4-4-3 0,2-4 1 16,-1-1 1-16,-7 0-3 15,-2-1 1-15,-18-2 2 0,-16-1-3 0,-2 3 1 16,-10 1 2-16,15 0-3 0,10 0 1 15,1 1 2-15,-14 3-3 0,-12-3 1 16,-3 3 1-16,3-2-2 0,15-1 1 16,5 3 1-16,3-4-2 0,-13 1 1 15,-5-1 1-15,5 0-2 0,0-1 1 16,15 2 2-16,6 0-3 0,-4 0 1 16,-2 4 2-16,-15 0-2 0,-5 2 0 0,5 3 2 15,13-4-3-15,15 4 1 0,10-1 2 16,-5 1-3-16,-8-4 1 0,-7 3 1 15,-8-4-3-15,10 0 2 0,8 0 3 16,10 0-4-16,14-4 1 0,5 3 2 16,0-4-3-16,8-4 1 0,-2 3 2 15,-1-2-2-15,4-2-1 0,1-4 3 16,4 0-4-16,3-6 2 0,-1 2 1 16,17-11-2-16,0 1 1 0,4-6 1 0,7-4-1 15,-1-5 0-15,3-7 3 0,-1 2-3 16,7-1 0-16,-10-6 3 0,11 6-3 15,-1-4 0-15,0 1 4 0,0 0-4 16,1-1 0-16,8-12 3 0,-8-8-4 16,4-12 1-16,-5-13 3 0,5-3-4 15,0 5 1-15,5 7 2 0,4 8-4 16,-4 8 2-16,0-1 0 0,-1 1-1 0,-4-6 1 16,0 1 2-16,4 4-2 0,-3 3 0 15,-2 8 2-15,-3 5-3 0,4 4 1 16,0 1 0-16,4 2-1 0,-4-4 0 15,-4-9 1-15,8-6-2 0,6-9 0 16,5-7 3-16,4 2-3 0,-9 6 2 16,2 7 1-16,3 18-1 0,-4 5 0 15,3 10 2-15,-1 3-2 0,-7 1 1 16,3-1 1-16,4 2-2 0,-3-3 0 16,1 1 2-16,-2-3-4 0,-1-13 2 0,-6-2 0 15,1-8-2-15,3 3 2 0,3 5 1 16,-1 8-2-16,-1 10 1 0,-2 7 2 15,-1 5-4-15,6 3 2 0,-1 2 2 16,1-2-3-16,-1 6 1 0,-5-1 2 16,2-2-3-16,-2 6 1 0,-3 2 1 15,3 3-3-15,-4-3 1 0,5 3 0 16,0 3-4-16,0-2 1 0,3-5 4 16,-2 1-3-16,3-1 3 0,1 1 1 0,-1-5-1 15,6 3 0-15,-1 2 1 0,-1 0-2 16,-2 0-1-16,3 4 2 0,-4 0-4 15,3 2 2-15,0 1 2 0,2 1-4 16,0-1 4-16,5 0 0 0,-2-2-1 16,5-1 1-16,0 0 3 0,2 0-3 15,0 0 0-15,3-5 2 0,3 2-3 16,7-7 1-16,5 1 1 0,10 1-1 16,0 3-1-16,5 4 2 0,1 1-2 0,-6 1 0 15,1 4 2-15,-7 2-3 0,-4 5 2 16,0-2 0-16,-10 0-1 0,3 4 1 15,-1 0 2-15,3 1-3 0,5 0 1 16,10-5 1-16,6 0-2 0,14-4 1 16,3 2 2-16,5-6-2 0,-5-3 0 15,-7-3 1-15,-9-1-3 0,-4-3-2 16,0 2-12-16,0-8-57 0,-3 0-155 0,5-5 140 16</inkml:trace>
  <inkml:trace contextRef="#ctx1" brushRef="#br0" timeOffset="934.32">4046 13593 847 0,'7'-30'33'0,"-2"14"22"0,-2 1-1 0,-1 15-6 15,-4 8-8-15,-1 32-35 16,-4 21 0-16,-1 33 2 16,0 7 7-16,3 8 28 15,-2 5 15-15,7 18 10 16,0 0-2-16,12-13-21 16,6-16-11-16,2-42-11 15,8-18-1-15,0-27 5 16,0-16 3-16,15-23-1 15,10-23-2-15,11-48-8 16,9-25-6-16,3-23-2 16,-10-4 0-16,-18 1 1 15,-23 6-1-15,-30 15-6 0,-10 0 2 16,-8 32-6-16,-2 14 1 0,-3 20 5 16,-5 15 0-16,0 15 4 0,-7 10 1 15,4 3-4-15,3 7-2 0,3 6 0 16,7 2-5-16,5 2 1 0,3 3 1 0,0-2-4 15,7 7 2-15,1-4 0 0,7 11-8 16,7 3-51-16,11 8 42 0</inkml:trace>
  <inkml:trace contextRef="#ctx1" brushRef="#br0" timeOffset="1310.08">5001 13854 1382 0,'-10'-18'50'0,"-1"16"-15"0,1 14-9 0,-5 29-20 0,7 15-3 0,1 27 1 15,7 14 1-15,7 14 2 16,6 0 0-16,15-17 1 15,2-15-1-15,13-34 0 16,0-14 1-16,13-21 6 16,0-10 5-16,10-31 9 15,-3-19 7-15,3-42-1 16,-10-16-1-16,-21-11-10 16,-7 4-6-16,-25 9-8 15,-6 5-4-15,-5 15-4 0,-7-3 3 16,5 31-4-16,3 12 0 0,-1 21 0 0,8 20-4 15,2 0-3-15,4 20-6 0,11 18-37 16,1 10-290-16,10 3 230 0</inkml:trace>
  <inkml:trace contextRef="#ctx1" brushRef="#br0" timeOffset="1542.81">6022 13877 813 0,'0'-23'120'15,"-6"3"113"-15,4 15-118 16,2 5 0-16,2 15-62 16,16 13-36-16,2 22-2 15,1 14-1-15,-1 12-4 16,0 10-1-16,-7 0-3 16,-3 8-2-16,3-6 0 15,-3-7-3-15,-8-17 1 0</inkml:trace>
  <inkml:trace contextRef="#ctx1" brushRef="#br0" timeOffset="1747.53">6493 13755 745 0,'0'0'90'0,"-3"-7"-11"0,1-6 138 0,-6 0-75 16,-12-4 4-16,-11-1-27 16,-27 3-61-16,-23 7-18 15,-28 10-22-15,-5 9-6 16,-10 4-7-16,20-3-1 16,18-8-4-16</inkml:trace>
  <inkml:trace contextRef="#ctx1" brushRef="#br0" timeOffset="4508.22">566 14305 922 0,'-10'-3'86'0,"0"-2"40"0,0 0-36 0,10 3-71 15,-3-3-1-15,6 5 4 16,7-5 2-16,23 0-2 0,20 4-5 16,12-4-3-16,7-2 3 15,-1-3 8-15,-10-1 0 16,2-1-4-16,0 7-6 16,-2 2-7-16,0 3-3 15,15 8-3-15,9 0 1 16,7 2-2-16,2-5 0 0,-8 5 0 15,-6-5 0-15,-13-8 1 16,-6 3 0-16,-4-12 3 16,-4 1 4-16,-7-1 1 15,-2-6 0-15,-6 6 3 0,-5-1-6 16,-3 5 0-16,-8-2-1 0,1 2-5 16,3 3 0-16,2-2 2 0,10 4-3 15,4 1 0-15,-3-3 2 0,-1 2-2 16,-1 1 1-16,-13-3 1 0,1 4-2 15,-3-1 0-15,-7 2 1 0,-1-2-1 0,-4 1 2 16,-5-1 3-16,0 2 3 16,-5-3 9-16,0 3 8 0,0-2 0 0,5-3-1 15,-5 2-3-15,-1 1-9 0,-4-6-4 16,-4 1-1-16,-1 1-6 0,4-1 1 16,-6-3 1-16,2 2-3 0,0 0 0 15,-3 1 2-15,3-3-2 0,4 5 1 16,-4-3 2-16,2 0-3 0,-6 1 0 15,3-1 2-15,-2 1-3 0,-11-3 1 16,10 0 2-16,-6 2-3 0,-2-2 1 0,12 5 1 16,-14-3-2-16,5 1 1 0,13 4 2 15,-11-2-2-15,16 5 0 0,2-3 2 16,-2 3-3-16,-3 0 2 0,21 0 1 16,-11 3-3-16,21 2 1 0,-1 5 1 15,-3 3-2-15,15 2 1 0,-9-2 2 16,-1 4-3-16,0-2 1 0,-4 1 1 0,10-1-1 15,-5-2 0-15,-7-3 1 0,-2-3-1 16,-6-2 0-16,-4 0 2 0,0-2-3 16,-1-1 1-16,-9-2 3 0,0 0-3 15,0 0 0-15,0 0 3 0,0 0-2 16,0 0 2-16,-5 8 2 0,-4 0-4 16,-1-1 1-16,-4 6 0 0,0 2-2 15,-5 5 0-15,-1 1 2 0,-3-1-3 16,4 3 1-16,4 2 2 0,-3 1-3 15,2 1 1-15,-11-4 1 0,3 2-2 16,-5-4 1-16,6 4 2 0,4 3-3 0,0-10 1 16,4 2 1-16,1-10-2 0,-1-2 1 15,6 2 2-15,0-10-2 0,9 0 1 16,0 2 5-16,3-9-4 0,3-1 1 16,-1-12 1-16,-1-8-3 0,1-8 0 15,0-14 1-15,5 2-2 0,4-3 0 16,5 6 3-16,-1 11-3 0,-7 7 0 15,-2 4 1-15,-9 13-1 0,0-3 0 16,-4 6 2-16,-1 4-2 0,4 0 0 0,-3 1 1 16,-2 2-1-16,2 0 0 0,0 0 0 15,-5 0-2-15,8 0 0 0,-4 0 1 16,0 2-2-16,-4 6 2 0,3 5 1 16,-7 9-2-16,-1 6 2 0,8 10 0 15,-3 8-1-15,8-5 1 0,-2 7 0 16,7-16-1-16,0-4 0 0,1-15 1 15,10-5-3-15,-5-3 1 0,8-8 2 0,-2-4 0 16,2-4 2-16,2-11 1 0,-2-1-2 16,-3-10 1-16,-3-3 1 0,-6-2-1 15,9 1 1-15,-6 1 1 0,-8 6-3 16,8 7 0-16,-14 5 1 0,1 8-3 16,-1 5 1-16,-5 0 0 0,4 5-1 15,6 0 1-15,-4 0 1 0,4 0-3 16,-4 2 2-16,-1 1 0 0,1 2-2 15,3-2 0-15,1 2 2 0,-4 0-2 0,3-3 1 16,-3 6 2-16,4-3-1 0,0 5 0 16,-6-5 3-16,-3 3-3 0,0 2 0 15,-6-3 2-15,5 3-3 0,2-5 1 16,3-5 3-16,-4 3-3 0,9-6 1 16,-5 1 2-16,5-6-3 0,0-2 2 15,0-2 0-15,9-6-3 0,-4-5 0 16,13 3 1-16,7-6-1 0,-1 1 1 15,3 0 2-15,-7 2-2 0,-7 8 0 16,-7 0 1-16,-1 7-2 0,-5 6-2 0,0 2 2 16,-1 4-4-16,-8 2 4 0,0 6 2 15,-5 3-2-15,-2 3 1 0,-6 0 1 16,2 0-1-16,2 2 0 0,3-7 1 16,-8-3-2-16,12 0 1 0,-7-5 2 15,4 0-2-15,14-3 0 0,-10-2 2 16,9 0-2-16,-4 0 2 0,5-4 1 15,0 1-2-15,-4-7 1 0,9 2 0 16,-1-7-3-16,-8 0 1 0,18-5 0 0,-3 2-1 16,2-2 1-16,11 7 0 0,-14 3-2 15,-7 5 1-15,-3 5 1 0,-3 0-4 16,1 2 2-16,-5 3 1 0,7 3-1 16,0 4 2-16,-5 4 0 0,-5-1 0 15,0 0 0-15,-3 3 1 0,12-6-2 16,-8 1 1-16,-1-3 2 0,4-2-3 15,2-8 1-15,-4 3 3 0,8-3-4 0,4 2 3 16,-4-2 1-16,0 0-2 16,-4-5 1-16,3 0 1 0,1-5-4 0,1 0 0 15,7 0 0-15,11-1-5 0,-13 4-3 16,3 2-7-16,-9 5-31 0,-4 2-122 16,4 3 108-16</inkml:trace>
  <inkml:trace contextRef="#ctx1" brushRef="#br0" timeOffset="6072.42">7838 14490 374 0,'-9'-3'88'0,"0"-2"127"0,-4 0-12 0,3-2-2 0,0 1-20 15,-1 4-71-15,-6-6-29 16,7 3-37-16,5 3-19 15,5 2-8-15,5-3 3 0,10 3-2 16,3-2-2-16,19-3-7 16,2-1-5-16,14-1 0 15,2-1 0 1,3 1 2-16,-1-1 1 0,14 3 1 16,15 2 0-16,15 3-3 15,8 1 0-15,0 4-1 16,-10 5-1-16,-8-5-1 15,-1-5 0-15,-18 2-2 16,8-4 1-16,-8-1-1 0,3 1 1 0,-3-3 2 16,3 5-3-16,-17-5 1 0,-6 5 0 15,-10-3-1-15,-12 1 0 0,-7-1 1 16,-4 3-1-16,-9 8 0 0,2-8 1 16,-5 5-1-16,-2 0 1 0,-1-8 1 15,1 6-2-15,-5-3 2 0,0 0 4 16,4-5 2-16,-4 5 6 0,-4 0 8 15,4 0 2-15,-1-3-1 0,-3-2-3 16,-5-13-10-16,-1-4-5 0,-4 1-2 16,0-9-3-16,-10-3 0 0,5 5 2 0,-1 0-2 15,-3 3 0-15,3 2 2 0,0 3-3 16,-2 0 1-16,13 7 1 0,-5 3-1 16,9 5 0-16,0 2 1 0,0 1-2 15,5 2 1-15,-1 0 2 0,1 0-4 16,1 0 1-16,-1 0 1 0,0 0-5 15,9 0 4-15,1 5 1 0,8 0-2 16,5 0 2-16,2 5 3 0,0-3-3 0,6 4 2 16,0 1 0-16,-3-2-2 0,5 8 0 15,-1-3 2-15,-2 1-2 0,-1-1 0 16,-1 0 1-16,-4-2-1 0,-1 2 0 16,-8-5 2-16,-1 0-2 0,-5-5 0 15,-4 3 0-15,3-1 0 0,-8-1 0 16,0 6 3-16,-5-4-3 0,-7 7 3 15,-2 3 1-15,-5 2-3 0,-5 5 1 16,0 1 2-16,3-1-4 0,-1-5 0 16,3 0 2-16,4-4-3 0,2-6 1 0,3 5 2 15,0-5-2-15,1-2 0 0,3-3 1 16,1-3-1-16,-3 1 0 0,3 2 1 16,0-2-2-16,-4 2 1 0,3 0 2 15,-2-3-2-15,-6-2 1 0,4 0 2 16,1-2-3-16,2-1 2 0,0-2 2 15,2 0-2-15,5-5 1 0,-1-5 2 16,1-6-5-16,5-2 2 0,3 1 1 0,-1-6-3 16,2 5 2-16,1-5 1 0,-1 8-3 15,1-5 1-15,-2 2 2 0,-2 13-3 16,-1-5 0-16,-1 9 2 0,-4 6-4 16,0 0 2-16,1-7 1 0,-1 7-3 15,0 0-1-15,0 0 3 0,0 5-4 16,-1 0 3-16,-4 3 2 0,-4 17-2 15,3-7 1-15,-7 2 1 0,3 3-2 16,-3-3 1-16,3-5 1 0,5 5-2 0,1-12 1 16,3-5 2-16,-3-1-2 0,4-2 0 15,-1 0 4-15,1 0-3 0,1-2 1 16,3-6 1-16,6-10-3 0,0-2-1 16,4-10 1-16,3-6-2 0,-2-5 2 15,0 1 1-15,0 2-1 0,-6 8 0 16,1 12 2-16,-6 5-6 0,-4 13 0 15,0 3 2-15,-5 7-4 0,0 3 6 16,-4 9 0-16,-2 4-20 0,-1 2-58 16,1 5-323-16,1-8 257 0</inkml:trace>
  <inkml:trace contextRef="#ctx1" brushRef="#br0" timeOffset="10104.53">8004 13241 531 0,'-12'30'91'0,"6"1"54"0,1 4-40 15,5-2-15-15,5-5-8 16,6-5 1-16,6-13-4 16,2-10-4-16,6-10-32 15,3-7-10-15,-3-4-15 0,-7-6-4 16,-8-2-6-16,0-1-1 15,-12-3-1-15,-1 0 0 16,-2 10 6-16,-1 5 4 16,2 11-1-16,4 7 0 15,0 5-8-15,5 10-5 16,4 15 1-16,0 6 0 16,15 12 1-16,-5 8 1 15,5-1-2-15,-5 1-1 0,-9-8 2 0,0 5-2 16,-10-7 3-16,5 0 5 0,-10-8 0 15,0-6 6-15,-1-6 4 0,-16-3-1 16,11-6 1-16,-8-4-1 0,0-5-8 16,0-1-2-16,1-4-2 0,-2-6-4 15,10 1 1-15,-3-8 1 0,12-6-10 16,-3-9-72-16,4-8 54 0</inkml:trace>
  <inkml:trace contextRef="#ctx1" brushRef="#br0" timeOffset="10326.99">8438 13193 1067 0,'0'0'67'0,"9"5"50"0,-9 5-59 15,6 13-19-15,2 5-1 16,1 2-13-16,1 4-7 15,1-1-9-15,1-1-1 16,-1-4-2-16,8-5-25 16,-5-8 14-16</inkml:trace>
  <inkml:trace contextRef="#ctx1" brushRef="#br0" timeOffset="10480.06">8557 12985 693 0,'-1'-10'229'16,"-3"5"-141"-16,4 0 207 16,0 10-279-16,0 6-16 15,-1 11 0-15,7 3 1 16</inkml:trace>
  <inkml:trace contextRef="#ctx1" brushRef="#br0" timeOffset="10789.12">8676 13251 1039 0,'-5'5'75'16,"9"0"22"-16,11-2-13 15,3 2-2-15,10-8-32 16,0-2-20-16,-7-4-14 16,2-1-3-16,-14 4 7 15,-8-4-2-15,-11-2 1 16,-4 1-4-16,-10-2-8 15,1 6-1-15,8 9-4 16,-3 11 0-16,3 10-2 16,-3 7-1-16,8 11 1 15,5 7 1-15,15 11 3 16,4 1 2-16,5-10-1 16,4-9 1-16,1-18 0 15,0-8-1-15,9-10-15 0,-4-5-143 0,-10-10 105 16</inkml:trace>
  <inkml:trace contextRef="#ctx1" brushRef="#br0" timeOffset="10973.16">8965 12809 1199 0,'4'22'32'0,"1"8"-17"0,1 26 25 16,3 7 12-16,1 9 6 15,-1 4-4-15,1-1-26 16,-1-4-10-16,-1-3-7 16,3 1-2-16,8-14-108 15,-1-9 76-15</inkml:trace>
  <inkml:trace contextRef="#ctx1" brushRef="#br0" timeOffset="11324.87">9479 12823 679 0,'0'44'62'16,"0"8"61"-16,0 14 4 16,0 5 2-16,-5-5-12 15,4 2-38-15,-7-7-34 16,-2 0-16-16,-4-12-2 15,0-6 3-15,-10-11 5 16,5-9 3-16,-6-18-4 16,-2-15-5-16,7-18-9 15,1-15-6-15,9-13-7 16,6 3-3-16,9 5 2 16,9 12-2-16,5 19-1 15,0 9-2-15,5 13-1 16,4 8-1-16,11 3 1 15,-1 6 1-15,-7-2 3 0,-1-7-2 0,-11-1 0 16,5-3 2-16,4 0-3 0,0-1-2 16,-3-3-60-16,3-5 42 0</inkml:trace>
  <inkml:trace contextRef="#ctx1" brushRef="#br0" timeOffset="12401.27">8567 15202 951 0,'18'-21'86'0,"6"1"53"0,-6 0-7 0,6 10-29 16,1 1-34-16,-7 13-43 15,2 16-9-15,-11 13-5 16,-1 10-1-16,-7 10-2 15,-1-2-1-15,-4-8-3 16,-10-10 1-16,-7-9 13 16,-11-10 6-16,-1-9 9 15,-5-5 1-15,5-8-8 16,0-7-5-16,4-13-9 16,9-6-4-16,11-19-13 15,9-4-10-15,25-2-92 16,3 4 70-16</inkml:trace>
  <inkml:trace contextRef="#ctx1" brushRef="#br0" timeOffset="12732.17">8823 15098 957 0,'-1'40'96'16,"1"10"69"-16,11 7-72 15,1 1-24-15,4-11-23 16,3-9-14-16,-5-19-7 16,5-5-1-16,-5-14-2 15,0-4-4-15,1-11-5 16,-1-8-5-16,-4-11-5 16,2-9-1-16,-10 1-2 15,1-1 1-15,-3 20-1 16,0 20-1-16,6 1 0 15,-2 20 1-15,2 20 2 0,4 7 2 16,4 1 2-16,5-4-1 16,9-13-1-16,5-10 0 15,-1-9-7-15,3-4-110 0,-11-6 79 16</inkml:trace>
  <inkml:trace contextRef="#ctx1" brushRef="#br0" timeOffset="12918.44">9412 14839 1023 0,'5'36'101'16,"0"20"48"-16,0 11-3 16,-1 23-68-16,1-2-27 15,4-9-35-15,1-11-7 16,4-27-8-16,1-11-31 15,-1-17 21-15</inkml:trace>
  <inkml:trace contextRef="#ctx1" brushRef="#br0" timeOffset="13095.84">9529 15108 1184 0,'-38'-10'81'0,"-8"-3"69"16,-6 3-95-16,0 5-25 15,0-3-9-15,19 3-16 16,9 0-17-16,24 3 9 16</inkml:trace>
  <inkml:trace contextRef="#ctx1" brushRef="#br0" timeOffset="13466.56">9712 15399 848 0,'12'41'53'0,"-2"-1"41"16,1-2-1-16,-6-6-17 16,-1-9 4-16,-1-8 5 15,-6-6 8-15,-1-9 4 16,-6-4-11-16,-1-15-39 15,-2-5-19-15,3-14-22 16,0-10-4-16,7-23-2 16,3-14-2-16,9-21 0 15,5-8 0-15,10 7 2 16,0 16 0-16,-5 35 1 16,10 21 1-16,-15 27-1 15,0 11-1-15,-4 11 0 16,-6 12 2-16,0 15 0 15,-4 11 1-15,-5 0-1 0,2 3 2 16,3-12-3-16,-2-7 1 0,-3-3 1 0,-8-8-3 16,-2-3 1-16,-3-3 0 0,9-7-13 15,4 0-171-15,0-12 129 0</inkml:trace>
  <inkml:trace contextRef="#ctx1" brushRef="#br0" timeOffset="13827.25">10043 14938 1177 0,'6'33'86'0,"6"10"41"16,0 5-41-16,-2 5-44 15,-1 1-16-15,5-14-18 16,-4-4-2-16,4-17 0 15,-5-9 4-15,6-14 1 0,-5-11 2 16,3-16-2-16,-3-9-2 16,0-13-4-16,-5-1-2 15,-1 14-3-15,3 10 0 16,0 22-2-16,6 8 1 16,-2 28 1-16,3 0 1 15,-1 15 2-15,-3 0 0 16,-2-8 0-16,2-4-1 15,5-12-6-15,3-4-98 16,-1-14 74-16</inkml:trace>
  <inkml:trace contextRef="#ctx1" brushRef="#br0" timeOffset="14015.99">10473 14720 1264 0,'13'5'64'15,"0"3"34"-15,-1 17-52 16,1 6 4-16,-3 9-6 16,0 6-7-16,1 7-11 15,-1-2-5-15,2-1-10 16,4-5-4-16,-4-11-6 16,-7-1-5-16,3-14 3 15</inkml:trace>
  <inkml:trace contextRef="#ctx1" brushRef="#br0" timeOffset="14203.48">10762 14846 1010 0,'-30'3'124'16,"-6"3"146"-16,-17-1-195 15,-3 5-19-15,1 4-31 16,4-3-11-16,13-1-13 0,10-2-25 16,18-13 16-16</inkml:trace>
  <inkml:trace contextRef="#ctx1" brushRef="#br0" timeOffset="14468.89">10914 14652 1253 0,'18'8'59'0,"12"12"33"16,-4 8-19-16,-1 15-4 16,0 10-4-16,-17 10-9 15,-3 6-2-15,-10 4-6 16,-3 2-6-16,-7-16-20 15,3 0-9-15,-9-9-16 16,-4-4-92-16,-5-18 65 16</inkml:trace>
  <inkml:trace contextRef="#ctx1" brushRef="#br0" timeOffset="14982.03">8415 14814 1198 0,'-38'13'51'0,"0"22"25"0,3 21-10 0,-3 48-7 15,0 20-8-15,10 9-23 16,10-10-8-16,18-37-7 0,17-19-3 16,9-25-1-16,11-8-1 15,19-18-1-15,11-9-43 16,19-16 25-16</inkml:trace>
  <inkml:trace contextRef="#ctx1" brushRef="#br0" timeOffset="18770.66">954 12618 1185 0,'-18'-12'65'0,"-5"1"59"0,-12 6-94 15,-3 1 5-15,-8 8 8 16,-4 1 0-16,4 9-5 16,8 1-7-16,10 5-9 15,7 7-7-15,14-3-8 16,0 8-4-16,12-2-6 16,0 3-2-16,18-4-2 15,2 3 0-15,13-7 6 16,5-1 2-16,-5-1 5 15,-6-3 0-15,-21-3 3 16,2-6 1-16,-23 1 4 16,-8 3 3-16,-20 1-3 15,-8 6-1-15,8-7-6 0,-2-2 0 16,22-3-7-16,5-4 1 0,-7-1-5 0,5-1-36 16,7-4-335-16,-4-4 257 0</inkml:trace>
  <inkml:trace contextRef="#ctx1" brushRef="#br0" timeOffset="19144.16">1093 12861 1351 0,'10'6'29'0,"-2"11"-17"16,7 4 0-16,-5 12 7 15,-2 4 9-15,1 1 2 16,-8-5 6-16,-6-3 6 16,0-2-2-16,-18-4-4 15,-5 3-6-15,-5-9-11 16,-7-3-2-16,12-10-1 15,5-8-2-15,5-12 1 16,6-5 0-16,4-13-6 16,3 0 2-16,18-9-4 15,6 3-2-15,7 11-3 16,5 3-4-16,-6 18-31 16,3 9-49-16,-3 13 47 0</inkml:trace>
  <inkml:trace contextRef="#ctx1" brushRef="#br0" timeOffset="19347.08">1288 12800 1052 0,'-7'-2'145'0,"4"2"241"15,6 2-353-15,-6 11-21 16,6 7-2-16,2 9-2 15,-3 8-2-15,10-3-3 16,-6 3-1-16,-1-4-2 16,-1 0-8-16,2-7 7 15</inkml:trace>
  <inkml:trace contextRef="#ctx1" brushRef="#br0" timeOffset="19493.4">1296 12481 1529 0,'-10'0'48'15,"2"1"-21"-15,-7 4-10 16,7 8-17-16,3 6-148 16,5 4 104-16</inkml:trace>
  <inkml:trace contextRef="#ctx1" brushRef="#br0" timeOffset="19805.8">1415 12471 1161 0,'-8'-15'125'16,"3"3"200"-16,5 12-295 16,0 8-14-16,0 17-8 15,0 12-3-15,5 24 0 16,-2 3 2-16,6 11-3 16,-9-4 0-16,6-9-1 15,9 0-2-15,-2-11 1 0,7-7-1 16,-7-10 1-16,-13-11-1 15,4-13-45-15,2-2 31 16</inkml:trace>
  <inkml:trace contextRef="#ctx1" brushRef="#br0" timeOffset="20247.58">1676 13069 1581 0,'-8'-5'66'0,"7"0"-2"0,1 3-19 0,4 1-23 0,6 1-9 15,14 0-10-15,4 5 1 16,5 5-4-16,1-2-13 16,-9 3 10-16</inkml:trace>
  <inkml:trace contextRef="#ctx1" brushRef="#br0" timeOffset="20828.23">1980 12933 1135 0,'4'28'93'16,"1"6"42"-16,0 7-57 16,6 2-12-16,2 1-33 15,1-2-9-15,-3-4-9 0,-2-5-7 16,0-10-4-16,-9-3 1 15,5-14 14-15,-5-6 15 16,0 0 17-16,5-1 5 16,-11-17-13-16,-7-11-14 15,-11-18-18-15,1-8-4 16,8-14-3-16,2-4-1 16,8-1-3-16,5 1 0 15,8 3-1-15,1 9 1 0,7 13 2 16,2 10 4-16,-8 18-3 15,5 12-3-15,-6 8 0 0,-5 4-5 16,6 4 1-16,0 7 3 0,0 0-3 16,-2 3 2-16,2 3 3 0,-1 6-3 15,-3 1 2-15,6 5 4 0,-7-3-3 16,1-2 3-16,-2 0 1 0,-4-3-5 16,-5-2 2-16,-5 0 2 0,-3-2-4 15,-1 1 0-15,3-2 3 0,-7-2-4 0,-1-3 1 16,1-2 2-16,8-7-3 0,10-6-2 15,-10 4-33-15,5-4-59 0,-3-10-367 16,3-3 295-16</inkml:trace>
  <inkml:trace contextRef="#ctx1" brushRef="#br0" timeOffset="21215.87">2285 12457 1463 0,'-4'0'49'0,"4"10"-6"15,0 9-14-15,0 19-11 16,9 9-3-16,-1 21-7 16,-2 7-1-16,9-3-4 15,3-2 0-15,1-12-1 0,-5-6 0 16,1-14 1-16,-5-6 19 15,-10-16 20-15,0-12 11 16,-1 2 9-16,-8-9-16 16,-1-15-19-16,1-9-11 15,7-22-16-15,4-9-3 16,12-3 2-16,8 1 0 16,-1 22 2-16,1 12 2 15,-11 21-6-15,3 15 0 0,-4 10-1 16,-1 8 6-16,0 0-1 0,-3 3 0 15,3 2 3-15,-4-1-4 0,0 1 0 16,4-8 3-16,0-2-3 0,-3-5 0 16,1-3 1-16,0-4-3 0,-3-2-12 15,1-4-96-15,-5-5 73 0</inkml:trace>
  <inkml:trace contextRef="#ctx1" brushRef="#br0" timeOffset="24983.34">1248 15521 642 0,'-19'0'72'0,"2"0"74"0,7 0-9 16,5 0-7-16,5 0 3 15,0-3-24-15,10 3-16 16,3 0-41-16,10 0-17 15,20 3-20-15,2-1-3 0,31 1-1 16,7-3-1-16,4 0-1 16,7 0 1-1,-18-3 0-15,1 1-1 0,-1-1-1 16,-5 2-1-16,-4 5-3 16,4 1 0-16,-5 2 1 15,2 1 0-15,-12 1-1 16,-8 0 1-16,-15-4-2 15,-9-1 2-15,-15-3 2 0,-9-1 3 16,4 0 6-16,-3 0 0 0,4 0 4 16,-1-1-2-16,-3-3-6 0,-1-1-3 15,5-3-4-15,-5 3-5 0,4-1 2 16,-4 1 0-16,3 1-2 0,-1-1 0 16,-2 5 2-16,0-5-2 0,0 5 0 15,0-3 1-15,9 2-2 0,-4-4 1 16,5 1 3-16,2-2-4 0,-2-1 1 15,0 2 2-15,-4 0-4 0,3 3 2 0,-4-3 1 16,0 5-2-16,-1-3 1 0,1 3 1 16,4 0-1-16,-8-1 0 0,-1 1 0 15,4 0-1-15,-3 0 1 0,-1 0 1 16,4 0-2-16,-4 0 1 0,3 0 2 16,7 0-3-16,-5 1 1 0,-4 2 2 15,8-3-3-15,-4 0 1 0,1 0 1 16,1 0-2-16,-1 0 1 0,-6 0 2 15,0 0-3-15,4 0 1 0,-3 0 2 16,-1 0-2-16,0 0 4 0,0 0 3 0,4-4-2 16,-9-1 2-16,0 0-2 0,-3-7-4 15,-1 0 1-15,-1-1 1 0,-1 0-4 16,1-3 1-16,-2 2 2 0,-3 1-3 16,1-2 2-16,-1 5 1 0,-3-5-3 15,4 5 1-15,3 6 1 0,2-8-1 16,5 9 0-16,2-1 2 0,2 4-2 15,-3 0 0-15,3-3 1 0,0 3-2 16,0 0 1-16,0 0 2 0,5 3-3 0,3-3 1 16,3 2 3-16,6 3-3 0,3 3 1 15,5 7 1-15,-6 2-2 0,3-1 1 16,-1 2 1-16,-3 1-2 0,6-1 0 16,-6 2 3-16,-2-6-3 0,-2 0 0 15,-1-4 1-15,-3-4-2 0,-9-3 1 16,-1-3 3-16,0 0-2 0,0 2 1 15,0-2 2-15,0 3-4 0,0 1 2 16,-10-1 2-16,5 4-4 0,-6-2 1 0,-6 5 1 16,2 3-2-16,-3 2 0 0,-2-1 2 15,2 5-3-15,3 0 1 0,1 0 1 16,4 0-1-16,0 0 0 0,-3-4 1 16,3-2-1-16,5-3 0 0,-4-4 1 15,8-6-2-15,-3 0 1 0,4 0 2 16,-5 0-2-16,0-1 0 0,4-11 3 15,-2 1-3-15,3-9 0 0,-5-3 2 16,5 1-3-16,-4-4 1 0,4 2 2 0,0 0-4 16,0 2 3-16,0 6 1 0,0 2-4 15,-1 1 2-15,1 7 2 0,1-4-3 16,3 6 2-16,-4-1 2 0,0 5-4 16,0-3 1-16,0 1 2 0,0 2-4 15,0 0 2-15,0 0 0 0,0 0-2 16,0 0 1-16,3 0 1 0,-1 7-2 15,1 0 1-15,-2 3 2 0,-1 1-1 16,5 2 0-16,-1 1 1 0,-3-3-2 0,4 4 1 16,-1-3 1-16,2-6-1 0,1 3-1 15,0-8 1-15,-3 2-7 0,1-3-26 16,0-4-59-16,0-6 52 0</inkml:trace>
  <inkml:trace contextRef="#ctx1" brushRef="#br0" timeOffset="25580.07">1762 14617 1062 0,'0'0'32'0,"-1"7"-5"0,-3 1-10 0,-1 7 6 16,5-2 2-16,-3 2 0 16,3 0-1-16,3-2-14 15,6 4-128-15,-3-7 84 16</inkml:trace>
  <inkml:trace contextRef="#ctx1" brushRef="#br0" timeOffset="25681.55">1828 14875 1408 0,'0'0'40'0,"-3"0"-18"16,-2 7-17-16,5 4-2 15,-1 1 0-15,1 1-13 16,1-3 6-16</inkml:trace>
  <inkml:trace contextRef="#ctx1" brushRef="#br0" timeOffset="25839.01">1871 15108 1200 0,'-1'2'73'15,"-3"1"58"-15,1 6-103 16,2 5-24-16,1-4-1 0,1-1-13 16,2 2-74-16,6-3 56 15</inkml:trace>
  <inkml:trace contextRef="#ctx1" brushRef="#br0" timeOffset="28417.97">779 15911 607 0,'0'2'20'16,"5"10"5"-16,-5-2 9 0,0 18 61 0,3 5 24 15,-3 15 21-15,2 5-9 16,11-1-58-16,-3 5-24 0,3-13-28 16,-1-2-10-16,-4-9-6 15,7-9 0-15,3-5-2 16,-8-6-38-16,-6-13 25 15</inkml:trace>
  <inkml:trace contextRef="#ctx1" brushRef="#br0" timeOffset="28671.37">1022 16158 942 0,'-20'-5'98'0,"2"5"68"16,-7-5-50-16,-8 5-69 0,-1 0-16 16,-9-3-19-16,5 3-6 15,-4-2-3-15,14 2-2 16,8 0-69-16,2 0-171 15,18 0 147-15</inkml:trace>
  <inkml:trace contextRef="#ctx1" brushRef="#br0" timeOffset="29092.42">1065 16290 1128 0,'12'0'49'0,"-1"-3"2"0,7-2-14 16,7 0-17-16,2-5-6 15,1 2-8-15,1 1 0 16,-14 4 2-16,-2-2 13 15,-16-4 10-15,-3-1-1 16,-11-3-3-16,-3-2-13 16,-3-3-10-16,2 7 0 15,-1 1 2-15,6 1 0 16,7 13 1-16,-1 2 0 0,7 16-2 16,3 9 2-16,0 19-1 15,0 4-1-15,3 6 0 16,-1-7-1-16,10-10 1 15,3-5 2-15,-1-20-1 16,5-6 0-16,5-12 2 0,6-12-5 16,-2-10-5-16,5-1-176 0,5-3 125 15</inkml:trace>
  <inkml:trace contextRef="#ctx1" brushRef="#br0" timeOffset="29746.67">1407 16473 428 0,'-15'12'81'0,"10"-7"130"0,4 0-12 0,2-5 8 0,14-3-23 16,-15-4-81-16,0-1-28 15,-5-12-47-15,0-7-12 16,10-7-10-16,-2-8-2 15,2-6-1-15,-3 4-1 16,-2 3 0-16,8 11-1 16,-8 8 1-16,0 11-2 15,0 11 1-15,-1 0-1 16,11 15 0-16,0 4 0 16,8 13 0-16,2-4 1 0,-11 2-1 15,15-7 1-15,-8-3-1 16,-3-2 1-16,7-8-1 15,-15-5 2-15,3 0-2 0,-8-5 2 16,-1 0 2-16,2-5-1 0,-1 0 1 16,5-5 1-16,0-7-4 0,-5 1 2 15,10-4-1-15,3-3-2 0,-3 1 0 16,5 6 2-16,-11 1-2 0,-3 7 0 0,2 3 1 16,-1 5-2-16,-2 0 0 15,8 0 1-15,-3 1-1 0,0 4 1 0,0 2 1 16,0-2-1-16,0 1 0 0,-2 3 0 15,-1 1 0-15,-2-2 0 0,7 7 2 16,-6-4-2-16,8 3 0 0,-4 0 3 16,-4 0-4-16,4-1 1 0,0-2 2 15,3-1-2-15,2 0 0 0,-1-3 1 16,-3-2-4-16,-1 0-85 0,0-8 64 0</inkml:trace>
  <inkml:trace contextRef="#ctx1" brushRef="#br0" timeOffset="30183.1">1837 16267 895 0,'0'16'90'0,"1"11"69"0,3 6-24 0,2 10-65 0,3 6-16 0,0 1-28 16,6 0-10-16,-6-4 0 15,-4-11 3-15,0-9 9 16,-5-10 5-16,0-12 0 16,-4-4-3-16,-2 5-9 15,-3-25-6-15,-2-13-8 16,-1-15-2-16,2-17-2 16,0 4-1-16,0 2 0 15,7 3 1-15,3 3 4 16,0 5 1-16,13 5 2 15,-3 10-2-15,8 5-3 16,-3 8-3-16,0 13-3 0,-2 7 2 16,-3 12-2-16,0 3 1 0,0 0 1 15,-3 3-1-15,-1 2 0 0,3-2 3 16,-13-2-2-16,-1 6 3 0,-8-6 2 16,-2 6-5-16,5-2 2 0,-8-2 1 0,3-3-4 15,-3-4 0-15,-3 1 2 0,4-6-3 16,1-2-11-16,2-3-107 0,9-2 80 15</inkml:trace>
  <inkml:trace contextRef="#ctx1" brushRef="#br0" timeOffset="31606.07">1990 16563 1040 0,'4'0'102'0,"2"-7"75"0,4-1-58 0,17-5-51 16,-3-1-23-16,10 9-27 15,8 4-8-15,1 1-6 16,10 1-2-16,-6 6-6 16,-4-2-56-16,-9-5 39 15</inkml:trace>
  <inkml:trace contextRef="#ctx1" brushRef="#br0" timeOffset="31900.71">2575 16174 1272 0,'-10'-5'63'0,"-1"4"14"15,-6 1-28-15,-4 1-25 16,-7 8-6-16,-4 5-9 16,-1 8-2-16,4 8 0 15,5 3 3-15,15 5 5 16,5 0 0-16,22 5-1 16,6-4-3-16,19-1-4 15,4-6-3-15,11-22-182 16,2-10 131-16</inkml:trace>
  <inkml:trace contextRef="#ctx1" brushRef="#br1" timeOffset="39868.87">2711 16930 541 0,'0'-2'13'16,"-3"-3"-11"-16,1 0 0 0,-5 0 10 16,2 0 64-16,-1 0 106 0,1 2 28 15,1-1 14-15,4 4-56 16,0-6-101-16,5-4-26 15,10 0-24-15,3-8-5 16,20-5-5-16,9 3-1 16,-3-3-1-16,4 8-2 15,-6 12-1-15,-8 3-1 16,-2 16 0-16,-9 9 0 16,-17 5 0-16,-2 6 1 0,-17-6 0 15,-11-2 1-15,-9-5 1 16,-6 0-2-16,7-8 0 15,3-3-1-15,10-1 1 0,0-4-2 16,5 1 0-16,3-3 2 0,7 0-3 16,9 0 1-16,-1-3 2 0,2 4-2 15,8-4 1-15,-5 1 2 0,10 2-2 16,-1-5 0-16,7 2 2 0,4 1-3 16,4-3 0-16,-9 5 3 0,-5 0-4 0,-10 0 1 15,9 3 2-15,-8 2-2 0,-4 0 0 16,3 0 2-16,-9 3-2 0,0-1 0 15,-5 1 4-15,-9-5-2 0,0 2 3 16,-1 5 3-16,-10-7-4 0,2 7 0 16,-4-5 0-16,-7 3-4 0,6 4 3 15,-6 1-1-15,6-3-2 0,9 0 0 16,-1 1 0-16,6-6-4 0,13-3-27 16,1 1-156-16,0-8 123 0</inkml:trace>
  <inkml:trace contextRef="#ctx1" brushRef="#br1" timeOffset="40354.55">3217 16941 1308 0,'-2'-11'57'0,"-1"1"-5"0,12 3-18 0,1-1-15 16,9-1-9-16,5 3-4 15,0 1-3-15,-1 2-1 16,-4 6 0-16,-5 2-2 0,-4 8 1 16,-7-3 0-16,-3 5 1 15,-3 0 1-15,-11 3 0 16,4 5 1-16,-6-6 1 15,-1-1-1-15,8-6 1 16,7-10 0-16,-1 2-1 16,3 8 2-16,14-2-1 15,3-3 0-15,4 5-3 16,3 3 0-16,-10-3-2 16,8 3 2-16,-11-3-3 0,-1 5 1 15,-6-2 2-15,1-3-3 0,-5 2 1 0,-2-1 3 16,-5 1-1-16,1 1 5 0,-7 0 4 15,-2-1-2-15,5 1 0 0,0 0-1 16,0-6-5-16,2 6 0 0,-1-11 0 16,4 1-3-16,1 2-11 0,2-5-145 15,-1-3 108-15</inkml:trace>
  <inkml:trace contextRef="#ctx1" brushRef="#br1" timeOffset="40574.68">3569 17141 1241 0,'-7'0'64'0,"-1"5"17"0,-2 2-41 0,0 6-32 0,2 2-2 0,1 5-3 16,-1-4-1-16,11-1-1 15,2-8-17-15,7-9 12 16</inkml:trace>
  <inkml:trace contextRef="#ctx1" brushRef="#br1" timeOffset="41428.18">4091 16786 634 0,'0'-4'33'0,"-2"3"63"0,-1-7 25 0,-2-2 36 15,-3 3 5-15,-7-3-52 16,-8 3-32-16,-9 6-40 16,-4 1-10-16,-2 5-2 15,-5 5 2-15,13 8-4 0,4 0-4 16,16-1-7-16,5 4-3 15,10 6-1-15,5-1-1 16,4 2-3-16,0 2-1 16,9-5 0-16,-5-4 0 15,-1-9-2-15,4-2 1 16,-9-7 1-16,4-3 0 16,-6-8 1-16,2 1 1 15,-2-3-3-15,1 0 3 0,-4 4-5 16,1 1 1-16,-1 3 1 0,1 2-3 0,5 7 0 15,-1 4 1-15,-2 6-1 0,1 4 1 16,-1-1 2-16,-3 3-3 0,1-1 2 16,-3-1 1-16,3 1-2 0,-1-6 3 15,-2 1 4-15,0-4 3 0,0 0 7 16,-5-3 4-16,-5-5-2 0,0 3-2 16,-5-3-3-16,-3 0-8 0,1 2-1 15,-8-2-2-15,-3 0-4 0,-5 0 1 0,0-4 0 16,0 1-2-16,0-2-12 0,4 0-47 15,3 0 37-15</inkml:trace>
  <inkml:trace contextRef="#ctx1" brushRef="#br1" timeOffset="43884.27">1372 11314 700 0,'-13'8'58'0,"3"12"59"16,-10 3-27-16,1 13-3 16,-3 2-2-16,-11 5-18 15,2 2-15-15,-2 1-17 16,0 2-3-16,9-5-1 0,1-2 0 15,13-3-3-15,2 2-2 16,8-2-6-16,0-1-3 16,10-9-6-16,3-4-1 15,7-12 1-15,-2-9 0 16,15-9 1-16,5-8 0 16,-1-12-1-16,-8 1 0 15,-9 0-3-15,-10-3-1 16,-10 5 0-16,0 3-2 0,-5 5-1 15,-11-3-2-15,-1 8 2 16,2 5-2-16,-5-3 1 0,11 7 1 0,0-3-3 16,-11 4 0-16,11 0 1 0,-5 0-2 15,1 0 1-15,13 0 0 0,-2 0-2 16,4 5-1-16,3 3-22 0,8-1-217 16,0 1 167-16</inkml:trace>
  <inkml:trace contextRef="#ctx1" brushRef="#br1" timeOffset="44337.11">1630 11770 725 0,'0'-2'101'0,"0"-3"83"0,0 5-25 0,0-3-54 16,-5 6-35-16,0 2-47 15,-5 4-11-15,0 5-9 16,2-2-1-16,3 0 0 15,0-3 0-15,5-7 2 0,0 1 2 16,-5-1 5-16,5-7 4 16,0-6 3-16,10-8 0 15,0 0-2-15,2 0-3 16,-6 4-3-16,-1 7-3 16,-5 8-3-16,0 0-3 15,0 8 1-15,-5 2 0 16,-5 2 0-16,-4 0 0 15,4-3-2-15,6-7 3 0,4 1-3 0,0-3 1 16,0 0-37-16,0 0 24 0</inkml:trace>
  <inkml:trace contextRef="#ctx1" brushRef="#br1" timeOffset="44931.75">2022 11375 1055 0,'-28'3'76'0,"-9"-3"43"0,4 5-38 0,0-8-26 0,-5 1-8 0,10-1-10 16,7 1-3-16,7 2-9 15,6 2-5-15,7 11-7 16,-3 0-4-16,8 12-1 15,1 8-2-15,4 7-2 16,5 1 0-16,1-1-2 16,-1-4 0-16,0-11 0 15,-4-4 0-15,-6-11 0 16,1-3 3-16,4-7 5 16,-3-2 0-16,3-11 0 15,0-2-2-15,5-8-5 16,-4 3-1-16,0 5-2 0,-1 7-2 15,-4 8 2-15,5 3-3 0,-1 4 2 0,-3 6 2 16,2 7-1-16,2 3 0 0,-5 0 2 16,5 6-2-16,3-8 0 0,-8 2 2 15,9 0-2-15,-4 0 0 0,-9-6 3 16,3-4-4-16,-4 0 3 0,0-3 5 16,-4-1 2-16,-6 0 5 0,4 1 2 15,-13-1-7-15,1 1-2 0,-2 4-2 16,-9 0-4-16,6 2 0 0,-5 2 1 15,-1-4-3-15,6-3 1 0,3-3-5 16,2 2-121-16,3-10 90 0</inkml:trace>
  <inkml:trace contextRef="#ctx1" brushRef="#br1" timeOffset="48560.83">8723 16026 578 0,'-5'0'51'0,"0"3"56"0,-4 3-83 0,4 8 1 16,0 1 10-16,5 4 24 15,0 1 8-15,9 3 4 16,1 0-5-16,0-3-6 16,3 2 4-16,3-7 2 15,7-5-4-15,15-1-16 0,-1-4-13 16,2 0-23-16,-1-1-3 16,-4 1-4-1,-6-5-1-15,-15 0 1 0,-2 1 1 16,-11-1 0-16,4-1-1 15,1-8-2-15,-19-2 0 16,0-6-1-16,0 1 1 16,3-6-1-16,-4 1 3 0,8 3-3 15,-8 3 1-15,10-2 2 0,4 7-3 0,-4 4 2 16,5 1 0-16,0 5-2 0,-3 0 2 16,3-4 0-16,0 4-1 0,5-1 3 15,4 1 3-15,6 0-3 0,3 5 1 16,6 0-1-16,-5 0-4 0,8 0 1 15,-6 0 1-15,-2 3-2 0,5 2 1 16,3-5 1-16,-11 1-3 0,-2 3 1 16,0-3 0-16,-4 2-4 0,-1 1-1 15,-4-3 0-15,-10 3 0 0,-9-3 4 16,4 2 4-16,-4 2-1 0,0 0 2 0,-1 0 1 16,-4 2-5-16,-5-6 3 0,11 3-1 15,-7-3-2-15,9-1 2 0,-1 2 1 16,-3-2-3-16,1 0 1 0,4 0 2 15,-5-5-2-15,7 1 1 0,8-1 4 16,0 0 3-16,0 4 8 0,0-9 2 16,0 0-3-16,0-5-2 0,9-3-4 15,1-2-5-15,2-3 1 0,-5-1-2 0,7 3-3 16,-4 3 1-16,-6-1 1 0,6 8-3 16,-15-1 1-16,5 2 2 0,-2 5-3 15,2 0 0-15,-3 0 0 0,3 0-2 16,0 4 1-16,0-4 1 0,0 8 0 15,-4-2 0-15,4 3 1 0,0 2-2 16,-1 1 1-16,-3-1 1 0,4 3-2 16,-6-1 1-16,2-3 1 0,-1 0-2 15,-9-5 1-15,9 1 2 0,-4-2-2 16,3-1 0-16,1-1 3 0,5-2-2 0,1 0 1 16,-1-2 2-16,4-5-4 0,-4-3 1 15,-4-1 0-15,9 1-2 0,0-3-1 16,12-2-10-16,-1 5-110 0,6 0-248 15,-1 7 225-15</inkml:trace>
  <inkml:trace contextRef="#ctx1" brushRef="#br1" timeOffset="49373.91">9650 16373 1053 0,'-7'-7'63'0,"-5"-1"36"0,6-2-48 0,1 0-11 16,2-7 3-16,3-9 2 16,0-2-3-16,4-14-16 15,5-9-6-15,4-16-6 16,-1-11-4-16,2-3-4 15,0 6-1-15,-6 29-2 16,-6 16 0-16,-2 22-1 16,0 7 2-16,0 1 0 15,-7 1 1-15,-5 12-1 16,-2 6 0-16,-10 10-2 16,-2 4-1-16,-2 9 0 15,-4-9 0-15,8-2 0 16,4 1 0-16,7-13-1 0,8 3 0 15,1-7 1-15,4-5-1 0,0-5 4 16,4 1 1-16,1-2-2 0,3 1 3 16,2-2 2-16,1-3-2 0,8 0 1 15,0-3-2-15,4-2-3 0,6 0 1 16,-1-4-1-16,1 3-2 0,0 6 1 16,-1 0-4-16,0 0-119 0,-8 1 87 0</inkml:trace>
  <inkml:trace contextRef="#ctx1" brushRef="#br1" timeOffset="49857.14">9944 16277 1212 0,'-9'-9'86'0,"3"-2"44"0,-2-6-52 0,8 1-50 16,0-7-8-16,3-10-8 15,4-9-4-15,6-16-4 16,5-4-1-16,2-13-2 16,3 3 3-16,-12 14-1 15,3 11 1-15,-11 29 1 16,-3 17-3-16,0-3-1 15,0 3 1-15,-8 1-1 16,-6 6-1-16,-5 12 1 16,-14 2 0-16,-2 12-1 15,-1 6 0-15,-4 1 1 16,4 3-1-16,12-4 0 16,5-4 0-16,9-5 0 0,5-5-1 0,5-7 2 15,0-2-2-15,5-9 2 0,0-1 1 16,0-1-2-16,9-3 5 0,-5-2 1 15,11 1-1-15,8-5 0 0,0 0 0 16,10-5-5-16,3-5 1 0,-1 3 2 16,-4 6-5-16,-5 1-24 0,2 10-280 15,-9 0 212-15</inkml:trace>
  <inkml:trace contextRef="#ctx1" brushRef="#br1" timeOffset="53555.63">10347 15783 867 0,'-5'0'76'0,"0"-5"61"0,-3 0-56 0,-1-7-7 0,3 7-14 16,-4-1-16-16,-3-3-21 16,-2 8-3-16,-3 1 2 15,-2 5 2-15,2 4 1 16,4 1-3-16,10 14-11 16,2 4-2-16,4 1-3 15,1 13-2-15,5-4 0 16,-1-4 0-16,-2-7-2 15,3-2 1-15,-3-15 1 0,-3-2-1 16,-2-7 2-16,0-1 4 16,3 0 2-16,2-3 1 15,0-7-4-15,3 4-1 0,-1-4-8 16,1 5 2-16,-2 0 4 0,1-3-3 16,0 8 4-16,-2-9-2 0,5 9-3 15,-5 0 1-15,6 9 4 0,-1 0-4 16,-3 5 3-16,3 4 1 0,-6-2-4 15,0 4 0-15,1-2 1 0,-2 2-3 0,-3-2 3 16,0 2 2-16,2 2-2 0,-2-1 3 16,-2 1 1-16,-1 1 0 0,-6 2 5 15,5-2 4-15,-1-5-2 0,-2-2 0 16,-1-1-2-16,1-1-7 0,-1-1 1 16,-2-3 0-16,2-4-4 0,3-1 2 15,0-3 1-15,5-2-4 0,-2 0 2 16,-1 0-2-16,3-8-23 0,-4-6-131 15,4-5 103-15</inkml:trace>
  <inkml:trace contextRef="#ctx1" brushRef="#br1" timeOffset="53976.38">10435 15873 1024 0,'3'-9'111'0,"2"-6"57"0,5 1-26 0,5 1-82 15,1 2-26-15,1 7-25 16,-4 3-5-16,2 6-3 16,-2 6-1-16,-3 11 1 15,-2 6 1-15,-16 8 3 16,0 2 1-16,-14-1 2 15,1-4-2-15,6-10 2 16,0-3 0-16,12-11-1 16,3 1 0-16,13 4 1 15,2-6-1-15,13 7-2 16,3 0-1-16,4 3-2 16,-2 2 1-16,-8-2-1 15,-2 2 1-15,-8-9-1 0,-7 2-1 16,-8-3 6-16,-3 0-1 0,-14-1 7 15,9 0 4-15,-10 1-5 0,1-1 0 0,6-1-3 16,-4-3-7-16,3 0-1 0,4-4 0 16,3 3-49-16,0-9 36 0</inkml:trace>
  <inkml:trace contextRef="#ctx1" brushRef="#br1" timeOffset="54115.75">10821 16148 1454 0,'-3'5'40'0,"-2"5"-23"16,-3-4-9-16,8 4-4 15,0 2-2-15,8-7-167 16,5-4 121-16</inkml:trace>
  <inkml:trace contextRef="#ctx1" brushRef="#br1" timeOffset="54505.56">11028 15716 1323 0,'-5'-9'58'0,"3"-1"12"16,-6 1-33-16,0 13-20 15,-7-3-7-15,-8 18-5 16,1 5 0-16,1 19 2 16,4 4 2-16,9 2 1 15,8 1 1-15,10-16 1 16,5-5 3-16,6-16 1 16,4-7 0-16,-2-11-4 15,0-1-3-15,-3-4-5 16,-5 3-1-16,0 7 2 15,-5 10-1-15,-2 13 3 16,2 9 2-16,-5-4 2 0,-2 3 0 16,-3-4 5-16,-5-4 0 15,-3-3-4-15,0-6 1 0,-2 0-11 16,0 1 0-16,-5 3-1 0,2-3-83 16,-2-2 60-16</inkml:trace>
  <inkml:trace contextRef="#ctx0" brushRef="#br0" timeOffset="-209497">13572 13070 0</inkml:trace>
  <inkml:trace contextRef="#ctx1" brushRef="#br0" timeOffset="104962.51">5130 10717 702 0,'10'0'21'0,"0"-5"-1"0,8-3-3 15,12-2 5-15,8-3 5 16,20 1 9-16,13 4 6 0,3 8 14 15,-3 5 1-15,-8 15-6 16,-5 8-4-16,-9 18-14 16,-4 2-5-16,-2 10-6 15,-10 0-3-15,-8 6 5 16,-12 9 4-16,-26 18 4 16,-9 16 1-16,-14 4-7 15,-7-2-5-15,5-23-9 16,3-17-2-16,9-24-3 15,9-12-2-15,6-18 3 16,4-7 4-16,-1-4 6 0,3-8 2 16,0-1-2-16,-5-10-8 0,2-8-5 15,-4-11-1-15,2-6-4 0,-3-5 1 16,0 7 1-16,3 2-2 0,0 14 1 16,2 9 1-16,-2 3-2 0,5 7 1 15,0 1 1-15,0 2-2 0,0 0-1 16,2 0 2-16,-2 2-4 0,3 3 1 0,-1 3 1 15,3 5-4-15,5 7 3 16,-2 8 1-16,2 5-2 0,5 5 3 0,0 0 0 16,3 2-1-16,2 1 1 0,-2-3 1 15,2-3-2-15,0 3 1 0,0-6 1 16,-2-3-1-16,2-6 0 0,0-9 1 16,-2-4-1-16,-3-6 0 0,3-7 3 15,2-8-2-15,5-8 2 0,3-14 2 16,5-5-3-16,-3 0 1 0,8-3 1 0,0 1-4 15,3-1 2-15,-8 6 1 0,-6 7-3 16,1 3 0-16,-8 9 2 0,-4 4-2 16,-6 4 1-16,-8 6 4 0,-2-4-2 15,-3 4 2-15,6-1 2 0,-11-2-3 16,3 0 1-16,-5 3 2 0,-10-3-4 16,-1 0 1-16,-9 2 0 0,2 1-4 15,-3 2 1-15,-2 0 1 0,3 2-2 16,-8 8 0-16,-3 3 1 0,8 5-2 0,-2-1 1 15,4 1 0-15,13 0-3 0,8-6 0 16,8-1 1-16,7-6-2 0,5 0 2 16,5-3 2-16,10 1-2 0,8-8 2 15,7-5 3-15,11-11-3 0,7-9 2 16,3-13 1-16,0-10-3 0,2-3 3 16,-5-2-1-16,-2 7-2 0,-8 16 1 15,-15 14 1-15,-11 14-3 0,-9 14 1 16,-13 9 1-16,-5 14-1 0,-8 13 1 15,-15 3 1-15,-7 2-2 0,-6 0 2 0,0 0 0 16,-2-6-2-16,8-3 1 0,4-6 2 16,1-5-3-16,10-9 2 0,9-8 1 15,6-8-3-15,8-3 1 0,-1 0 1 16,3 0-2-16,5 0 0 0,8-8 2 16,0-7-2-16,7-8 0 0,8-2 1 15,2-6-2-15,0 9 1 0,3 4 1 16,-7 8-3-16,-6 7 2 0,5 6 0 0,-15 4-1 15,-2 6-1-15,-8 0-1 0,-5 2-13 16,-3-2-62-16,-12-1 53 0</inkml:trace>
  <inkml:trace contextRef="#ctx1" brushRef="#br0" timeOffset="111154.32">2551 17549 653 0,'-9'-13'62'0,"4"-2"24"0,5 17-69 16,10 6-8-16,8 27-10 16,9 6 18-16,16 12 14 15,6-2 3-15,11-16-10 16,-1-4-7-16,-2-16-6 16,5-8-2-16,4-9 4 15,1-11 0-15,-5-12 5 16,-5-3 1-16,-11-15-2 15,-8-8-1-15,-8 1-4 16,-2-1-4-16,-5 21-10 16,0 12-5-16,7 33 7 15,3 15 12-15,6 21 19 16,13 5 7-16,-4-8-9 0,-1-10-7 16,-4-18-13-16,-5-5-1 0,-5-5 1 0,1-4-2 15,-6-4 3-15,3-2 4 0,-5-2 0 16,8-6 1-16,-6-2 1 0,5-5-5 15,3-3-1-15,-1-5 0 0,1-5-4 16,-6-5-2-16,0 3 0 0,-7 0-4 16,-3 9 0-16,-2 11-3 0,-3 10-1 15,1 8 5-15,6 12 9 0,6 8 3 16,0 5 4-16,3 0-1 0,7-5-4 0,0-3-1 16,2-7-1-16,3-3-3 0,-5-5 0 15,0-7 3-15,5-1-2 0,-5-2 2 16,0 0-169-16,-5-2 115 0</inkml:trace>
  <inkml:trace contextRef="#ctx1" brushRef="#br0" timeOffset="112949.71">870 12064 284 0,'8'13'15'0,"7"1"5"0,12 10-10 16,-3 6-2-16,9-8 6 15,2-1 6-15,2-9 18 16,5-11 9-16,6-2 18 16,5-16 3-16,5-4-8 15,-2-6-9-15,14 2-24 16,-6 1-10-16,12 7-11 15,0 2 0-15,-10 9-3 16,-5 1 1-16,-14-2-2 16,-8 4 0-16,-12 3 0 15,-6 0 0-15,-11-2 2 16,-3 0 1-16,-6-1 2 16,4 3 1-16,4 3 0 0,-3 1 0 15,7 6-3-15,2-5 1 0,5 4 3 16,2-2 1-16,2 1 5 0,5-6 4 0,5-5 2 15,3-4 2-15,-8-8-2 0,9-3-4 16,-15-3-1-16,7-1-2 0,3 2-3 16,-10 2-9-16,1 6 0 0</inkml:trace>
  <inkml:trace contextRef="#ctx1" brushRef="#br0" timeOffset="121904.17">1172 10600 909 0,'0'-13'42'0,"5"11"-28"0,0 2 10 16,10 23-26-16,5 7 5 0,-2 16 34 16,9 4-22-16,-11 1-12 15,-8-3-3-15,2-12 1 16,5-3 3-16,-11-16 101 15,5-4 26-15,-12-13 26 16,-17-3 4-16,5-14-91 16,-9-11-24-16,2-20-21 15,7-8-6-15,2-15-10 16,13-2-4-16,3 12-8 16,6 8-1-16,20 25 2 15,1 18-1-15,35 25-37 16,7 15-114-16,-6 11 97 0</inkml:trace>
  <inkml:trace contextRef="#ctx1" brushRef="#br0" timeOffset="122259.57">1643 10742 712 0,'9'15'60'0,"-3"3"49"15,9 5 12-15,-2-11 16 16,6-4-10-16,5-8-40 16,4-10-15-16,5-8-40 15,1-7-8-15,-10-3-1 16,-6-5 1-16,-13 3-2 16,-5 4-5-16,-9 6-1 0,-5 5-4 15,-9 15-3-15,3 2 0 16,-4 16-6-16,-1 2-2 15,13 6 0-15,6-1-1 16,7 8 0-16,12-3-2 16,7 1 2-16,-2-6 0 15,7-7 0-15,-2-11 2 16,1-7 1-16,-5-2-3 0,0-11-46 16,-5-2 34-16</inkml:trace>
  <inkml:trace contextRef="#ctx1" brushRef="#br0" timeOffset="122684.12">2142 10656 970 0,'0'28'28'16,"-6"2"-12"-16,-2 0-3 16,-6 1 12-16,-2-6 59 0,-1-10 41 15,-3-4 10-15,2-14-1 16,3-5-56-16,-4-19-38 15,4-11-12-15,1-26-20 16,1-4-3-16,13 7-4 16,5 15 1-16,12 36-1 15,4 23 1-15,7 33-4 16,5 9 1-16,5 14 1 16,0-8 1-16,0-13 1 15,5-5 1-15,-15-23-1 16,1-10-1-16,-1-12 2 15,-9-11 3-15,1-12 0 0,-6-13 1 16,-6-5 1-16,-8-11-5 0,-4-14 0 16,-2-13 2-16,-6-8-5 0,2 0 2 15,9 11 1-15,-3 15-3 0,4 18 1 16,4 24 1-16,-3 11-5 0,9 10 0 16,4 5 1-16,5 7-3 0,3 4 3 15,-1 6 3-15,6 4-2 0,-2-1 2 0,3 8 2 16,-4-3-3-16,0 1 1 0,-1 4 1 15,0-9-2-15,3-1 0 0,2 3 1 16,0 0-225-16,-4 5 163 0</inkml:trace>
  <inkml:trace contextRef="#ctx1" brushRef="#br0" timeOffset="130835.08">12695 12062 1206 0,'0'-8'44'0,"-2"2"19"0,-1 1 5 0,-7-5 13 16,-8 3-9-16,-15 0-32 15,-20 3-10-15,-43 4-17 16,-13 4-5-16,-23 15-4 15,-5 0-1-15,13 5 3 16,-8-3 0-16,-4-4 1 16,6-2 0-16,11-4-3 15,8-3-1-15,2-3 0 16,0-1-1-16,-25-4 0 16,-5 0 0-16,9-5 0 15,14 1 0-15,30 1 0 16,12 0-1-16,11 4 0 15,-7 3-1-15,13 1-1 0,-1 0 3 16,12-5-2-16,8-4 0 0,9 3 2 16,3-6-3-16,8 4 1 0,-2-1 2 15,8-1-2-15,3 5 0 0,9 0 1 16,4-4-2-16,0 4 1 0,-3 0 1 16,-1 0-2-16,-5 6 1 0,1 11 1 0,2-2-2 15,2 9 1-15,6 4 1 0,6 5-2 16,3 5 1-16,5 4 2 0,0 2-3 15,8 8 1-15,0 1 1 0,2-1-1 16,1 10 0-16,-1-1 2 0,-4-2-3 16,-6 1 1-16,-5-7 1 0,-2-1-2 15,-3-4 1-15,-3-1 2 0,-3-9-3 16,3-5 1-16,-7-5 1 0,0-7-2 0,2-3 1 16,3-3 1-16,-5-3-1 0,8-5 0 15,-1 2 2-15,1 0-2 0,2-4 1 16,3 0 2-16,2-2-2 0,5-1 3 15,3 1 0-15,7-3-2 0,8 0 0 16,5-3 3-16,18 3-5 0,5-2 1 16,13 2 2-16,12-3-4 0,-5 3 1 15,3 0 2-15,-13 5-3 0,-8 3 1 16,-5 2 2-16,-2 3-3 0,-8 2 1 0,3 0 2 16,0 0-4-16,-6-2 2 0,11-2 1 15,3-2-2-15,-4-4 1 0,6-2 2 16,-10-3-3-16,-3-3 1 0,0 1 1 15,-10-5-2-15,-2 4 1 0,0 3 1 16,-9 0-2-16,4 3 1 0,-3 4 1 16,-5 0-2-16,-3 3 1 0,-5-1 1 15,-2 3-2-15,7-2 1 0,3 0 0 0,-5-4-1 16,2 1 1-16,-2 0 2 0,-8-2-3 16,3 0 2-16,2-2 1 0,-2 2-2 15,2-5 1-15,3 0 1 0,0 0-2 16,2 0 0-16,1-5 2 0,-4 2-2 15,1 1 1-15,-5-3 2 0,2 0-3 16,-2 2 0-16,2-1 2 0,-2 1-2 16,2 0 0-16,3-1 1 0,-3 0-2 15,6-1 1-15,-1 0 2 0,0-2-3 16,3-1 1-16,-1-2 2 0,-6-3-3 16,2-1 1-16,2 3 2 0,-2-4-2 0,0 2 0 15,2 3 2-15,-2 0-2 0,-3 0 0 16,-4 5 1-16,9 2-2 0,-5 1 1 15,3 0 2-15,-3 2-3 0,-3-1 1 16,-1 1 1-16,2-4-2 0,-3 3 2 16,-5-3 5-16,-5 0 2 0,0-1 7 15,-2-5 5-15,1-4-6 0,1-2-4 16,-1-6-2-16,-4-2-6 0,-3-6 0 16,-7-3 1-16,2-5-3 0,1-4 0 0,-1 3 3 15,3-4-4-15,0 2 1 0,0-6 2 16,2-2-3-16,3 1 1 0,0-7 2 15,7 1-4-15,-2-6 2 0,-1 6 1 16,-2 2-2-16,1 4 1 0,-3 7 2 16,0 6-3-16,2 4 1 0,-4 10 1 15,-1 1-2-15,-2 3 1 0,-1 6 1 16,-3-1-2-16,-4 5 1 0,-2-6 2 16,-8 7-2-16,3 1 0 0,-8 0 2 0,-2 5-3 15,-6 1 1-15,-7 3 3 0,0 1-4 16,-8 1 2-16,3 3 2 0,-10-5-3 15,2 1 1-15,3-3 1 0,2-2-4 16,3 0-1-16,-5-2-57 0,2-3 40 16</inkml:trace>
  <inkml:trace contextRef="#ctx1" brushRef="#br0" timeOffset="140623.14">23235 12272 770 0,'46'-29'73'0,"-3"0"46"0,-7 3 53 15,-9 10 15-15,-16 2-32 0,-4 9-55 16,-17 4-46-16,-8-3-17 16,-30 1-17-16,-23 1-5 15,-33 2-12-15,-15 7-1 16,-20 0 1-16,-10-6-1 15,-31-1 0-15,-5-8-1 16,-8 1 1-16,6-2-1 16,3-1 0-16,3 5 0 0,5 0 0 15,18 5-1-15,17 0 0 16,4 1 0-16,23 3 0 16,12 1 0-16,27-5-1 15,19 1 2-15,26-1-2 0,2 5 1 16,10 0 0-16,3 0-3 0,5 3 1 15,-3 1 0-15,7 1-3 0,1 8 3 16,-4 7 2-16,4 9-3 0,0 13 3 16,5 5 0-16,0 11-1 0,0 12 1 15,0 7 2-15,0 11-4 0,5 3 2 16,4-2 0-16,1-12-3 0,4-11 1 0,5-11-1 16,0-7-4-16,6-9 3 0,-2-2 2 15,2-4 1-15,-2-5 3 0,5-5 3 16,0-3-2-16,2-2 0 0,3-5 0 15,5 2-3-15,0 0 1 0,17 3 2 16,-1-3-3-16,2-2 0 0,7 5 2 16,-2-8-2-16,2 3 0 0,3-1 1 15,5-3-1-15,5 8 0 0,10-7 2 16,13 0-2-16,6 3 1 0,4-8 2 0,-4 0-3 16,-5-2 2-16,2-8 1 0,-1-10-3 15,14-6 3-15,8-1 1 0,1-14-3 16,5-2 4-16,-12-2 3 0,-11-6-4 15,8 6 4-15,-2 2 0 0,4 5-5 16,3 8 0-16,-12 7 0 0,-6 4-4 16,-10 6 1-16,0 0 1 0,6-1-1 15,-4 3 0-15,-4-7 2 0,-8 3-2 16,-18-2 0-16,-12-1 2 0,-13-2-2 0,-13 0 8 16,-7-5 10-16,-3 2 3 0,-5-7 6 15,-7-3-2-15,-3-5-10 0,-3-9-3 16,-7-2-1-16,0-3-6 0,0-2 0 15,2-9 0-15,3-8-5 0,3-5 1 16,4-7 3-16,9-1-4 0,1 6 0 16,6 7 2-16,-3 3-3 0,8 12 1 15,-3 4 1-15,0 9-2 0,-4 3 1 16,-4 6 3-16,-7-3-4 0,3 6 2 16,-8-1 1-16,0 2-4 0,0 1 0 0,-8-5 2 15,1 0-4-15,-16-9 4 0,0 4 2 16,-5-4-2-16,-10-1 1 0,0 6 3 15,-17-9-6-15,-14 12 1 0,-14 4 1 16,-24 9-2-16,-7 9 1 0,-2 8 1 16,-6 13-1-16,3 9 1 0,-10 2 1 15,0 1-2-15,5 2 1 0,7-8-4 16,13-4-70-16,13-5 53 0</inkml:trace>
  <inkml:trace contextRef="#ctx1" brushRef="#br0" timeOffset="143686.71">16235 12109 901 0,'-28'1'127'0,"-10"1"121"0,-10 0-143 0,-5-1-39 16,-22-1-34-16,-11 5-11 15,-18 4-12-15,-25-4-4 0,-18 8-2 16,-5 2-1-1,-10 4 0-15,10 0 1 0,-5 0 2 16,5-4 2-16,24-1 2 16,10-3 1-16,36-4-2 15,12-1-3-15,17-1-2 16,5 0-1-16,19 4-1 16,2-5 0-16,12 1 0 15,2 4 0-15,8 12-1 16,-5 16 0-16,5 5 0 0,0 25 1 15,5-1-1-15,-1 16 0 0,1 8 2 16,0-1-3-16,0 2 1 0,0-10 2 16,-4-5-3-16,4-5 1 0,-5-5 2 15,5-3-2-15,-3-7 0 0,1-3 1 16,-1 0-1-16,-2-5 0 0,5 0 1 16,-1-4-2-16,1-1 1 0,1 0 2 0,7-8-3 15,2-2 1-15,4-8 4 0,2-9 0 16,7-1 6-16,5-8 4 0,10-4-2 15,9-3 2-15,7-5 0 0,6-5-3 16,7 2 1-16,23 3-2 0,10 0-6 16,9 2 0-16,5 3 0 0,-4-2-4 15,-11 2 2-15,1-3 2 0,5-2-4 16,9 3 2-16,3-8 1 0,-1-1-2 16,-7-1 3-16,-18-6 3 0,-6 3-3 15,-15-8 2-15,-11 3 0 0,1 7-4 0,-7-1 0 16,3 8 1-16,-6 3-3 0,-4 1 1 15,-7 4 1-15,3 1-3 0,-13 2 1 16,-5-2 2-16,-10 2-2 0,-5-5 1 16,-6 0 2-16,2-2-3 0,-5 2 7 15,0 0 13-15,0 0 0 0,0-3 3 16,0-5-2-16,2-7-14 0,-2-3-4 16,0-7 0-16,3-3-3 0,-1-5 1 15,-2-5 1-15,5-3-2 0,0-4 0 0,0-8 2 16,3-3-3-16,2-10 1 0,0-4 2 15,3-2-4-15,2-1 2 0,-5 2 3 16,3-4-4-16,-3 4 1 0,5 4 2 16,-5 1-3-16,-2 4 1 0,0 10 2 15,-8 0-3-15,0 8 1 0,-3 6 3 16,-2 1-4-16,0 8 3 0,-8 4 3 16,3 7-2-16,0 1 3 0,-5 5 1 0,2-1-5 15,-5 7 0-15,-9-3 2 16,-14 6-4-16,-20 3 1 0,-20 3 1 0,-19 2-4 15,0 5-1-15,-4 3-18 0,-5-6-40 16,3 6-103-16,-18-4 96 0</inkml:trace>
  <inkml:trace contextRef="#ctx1" brushRef="#br0" timeOffset="153120.53">10780 15388 1176 0,'13'-12'84'0,"-3"5"30"0,-3-2-11 0,-2-1-41 0,-5 0-14 0,-7 1-16 16,-1 1-15-16,-2 6-7 0,0 2-4 15,-3 2-6-15,-12 6 1 0,-8 4 0 16,-13 6-2-16,1 0 1 0,-1 5 1 15,-12-3-2-15,2 3 1 0,-10-3 2 16,-15 0-3-16,-10-3 3 0,-13-2 0 16,-10-1-1-16,9-4 4 0,15-1 7 15,7-9 2-15,7 0 4 0,-3-9 0 16,1 3-9-16,-5-3-3 0,2 4-1 16,5 2-5-16,17 3 0 0,13 0 2 0,8 3-2 15,9-3 0-15,6 5 1 0,-1 0-1 16,5 0 0-16,0 4 0 0,-1-3-1 15,-3 2 1-15,4 2 1 0,5 0-2 16,0 0 1-16,4 0 2 0,4-2-4 16,-2 1 2-16,6 1 0 0,-1 1-3 15,3 6 3-15,0 4 0 0,0 11-2 16,5 6 2-16,-1 14 1 0,0 10-3 16,2 5 2-16,-1 3 1 0,-1-4-2 15,-3 2 1-15,-1-6 1 0,4 1-1 0,-4 2 0 16,-4-4 0-16,4-2-1 0,-1 1 1 15,-3-1 1-15,4-4-1 0,0-7 0 16,0-5 1-16,0-9-2 0,0-5 1 16,4-6 2-16,-3-8-3 0,4-6 1 15,-1 0 3-15,-4-6-3 0,0-3 1 16,0 2 3-16,8 1-4 0,3-3 1 16,8-5 2-16,10 0-3 0,-1 2 0 15,10 3 2-15,10 3-3 0,9 7 1 0,14 2 1 16,13 1-2-16,2 0 1 0,-4-1 1 15,4 2-2-15,-10 0 1 0,0-1 1 16,-1-6-2-16,-3-4 1 0,13-3 3 16,6-3-3-16,8-2 0 0,2 0 3 15,-12 0-3-15,-3 3 0 0,-5 2 2 16,-5 0-2-16,3 0 0 0,-3-5 2 16,5 2-3-16,2 1 1 0,-7-3 2 0,0 2-2 15,-15-2 0-15,-5 0 2 0,-8 0-3 16,-7-3 1-16,-3 1 2 0,2 0-3 15,-2 6 1-15,-5-4 2 0,-3 0-3 16,-7 0 1-16,0-3 3 0,-3 1-3 16,-5-1 1-16,-2 3 6 0,-3-5 3 15,-10 0 8-15,5-3 5 0,-5-10-4 16,-5-7-6-16,-10-6-4 0,2-7-7 16,-4-7 0-16,-4-9 0 0,6-4-3 15,0 0 1-15,-3-3 1 0,6 0-1 0,-4 3 0 16,6 2 1-16,5 3-1 0,5 2 0 15,0 1 1-15,0-4-2 0,3 1 1 16,-1-3 2-16,8 1-2 0,-2 6 0 16,2 4 2-16,0 5-2 0,0 2-1 15,3 1 1-15,0 3-1 0,2 1 0 16,0 2 3-16,-5 3-3 0,3 3 1 16,-10 6 1-16,-3 0-2 0,0 5 0 0,-11 5 2 15,4 4-3-15,-3-3 2 0,-6 5 0 16,-6 1-2-16,-9-1 2 0,-7 3 0 15,-10 3-2-15,-5 2 2 0,-13 0 1 16,-15 5-2-16,-15 0 1 0,-13 7 1 16,-5 0-3-16,7-3 2 0,9 1 1 15,11-5-4-15,1 0-17 0,3 4-70 16,-1-3 57-16</inkml:trace>
  <inkml:trace contextRef="#ctx1" brushRef="#br0" timeOffset="200587.48">10327 11859 871 0,'-11'-6'74'0,"4"-3"44"16,-1 1-37-16,6 6-36 0,-1 2-7 16,3 0 11-16,0-3 0 15,0-4-2-15,3-7-7 16,7-13-25-16,5-13-7 15,13-19-3-15,10-14-2 16,13-18-3-16,9-11 3 16,14 6 3-16,-1 10 2 0,8 25 4 15,-5 18-2-15,-7 23-2 16,-6 5-1-16,-20 15-2 16,-5 2-1-16,-13 3 1 15,-7 5 1-15,-8-2-1 16,-7-8 3-16,-1 0 4 15,-2 2-1-15,-5-4 2 0,-5 2-8 16,-5-5-2-16,-3 5 0 0,-10-5-3 16,-5 0 2-16,-5 2 0 0,-10 1-2 0,8-3 0 15,2 5 2-15,5 0-2 0,15 0 2 16,0-5 1-16,16 0-3 0,9 2 0 16,1-10 0-16,12 3-5 0,3-2 1 15,5-1 0-15,7 3-3 0,6 2 2 16,-3 0 4-16,-3 1-2 0,3 7 2 15,-5 0 3-15,-5 0-2 0,0 7 2 16,-3-1 0-16,-4 4-2 0,-4 0 1 16,-6 3 1-16,-4 2-2 0,-4-3 0 0,-1 1 3 15,-2 5-2-15,-5 0 4 0,0 7 2 16,-5 3-4-16,-8 2 2 0,-5 11-1 16,-4 7-4-16,-6 0 2 0,2-3 1 15,-2-6-3-15,-2-9 2 0,2-7 0 16,5-3-2-16,3-7 2 0,4-3 1 15,9-8-2-15,-1-2 2 0,8-7 0 16,15-3-3-16,5-13 0 0,11-5-38 16,12-13 25-16</inkml:trace>
  <inkml:trace contextRef="#ctx1" brushRef="#br0" timeOffset="201091.54">11849 10760 746 0,'5'-43'26'0,"5"-3"7"0,-5 3 11 16,0 5 10-16,-5 13 18 15,-10 7-10-15,-10 13-8 16,-13 7-2-16,-23 19 4 16,-15 12 2-16,-17 15-1 15,-4 7-7-15,1 6-22 16,20 5-9-16,31 8-7 16,17 2-4-16,28 17-3 15,20 9-1-15,26-1 0 16,12-15-1-16,21-33 2 15,5-25 1-15,-13-35 3 16,-3-14 0-16,-30-19 5 16,-15-8-2-16,-20 10-4 0,-11-8 2 15,-15 11-7-15,-7-1 1 0,-13 1 2 0,-5 7-3 16,-3 7 2-16,-4 9 0 0,4 7-3 16,8 5 0-16,5 0 1 0,15 2-3 15,6 3-2-15,7-2 1 0,10-1-4 16,0 1 3-16,5-3 2 0,10 0 0 15,13 0 1-15,13-5 2 0,4 0-2 16,1-5 1-16,-3-3 3 0,-2 5-3 16,-6 3-1-16,-2 5-96 0,-10 3 67 15</inkml:trace>
  <inkml:trace contextRef="#ctx1" brushRef="#br0" timeOffset="201386.06">12036 10912 1136 0,'18'-26'89'0,"-3"9"25"0,11 1-14 0,-6 16-75 16,0 3-15-16,3 10-7 16,0 9-1-16,-5 9 3 15,-1-1 1-15,-17 6 3 16,-5-3 4-16,-23 5 2 15,-5-5 0-15,-12-3-1 16,-1-7-1-16,8-21-3 16,3-4-1-16,12-26-2 15,10-8-2-15,26-9-20 16,15-3-155-16,28-3 113 0</inkml:trace>
  <inkml:trace contextRef="#ctx1" brushRef="#br0" timeOffset="201573.74">12444 10413 1051 0,'0'-21'55'16,"5"19"7"-16,8 50-17 16,5 23-25-16,2 38 14 15,5 5 12-15,-9-13 8 16,-1-12 2-16,-5-23-20 15,0 5-9-15,3 0-14 16,-1-1-2-16,9-6-27 16,-1-19 13-16</inkml:trace>
  <inkml:trace contextRef="#ctx1" brushRef="#br0" timeOffset="201932.65">12860 10124 762 0,'30'28'74'0,"3"15"54"15,0 16 7-15,-5 34-19 0,-8 16-35 16,-10 10-46-16,-10-8-15 16,-5-22-8-16,-5-18 3 15,-8-23 5-15,1-15 3 16,-11-13 7-1,-3-7-2-15,5-21-7 0,-6-9-5 16,12-16-9-16,2-8-4 16,18-2-2-16,5 5-1 15,15 13-2-15,3 12 1 16,10 21 0-16,0 7 1 0,10 10 1 16,5 3 2-16,-5 0 2 15,3-3 0-15,-11-7-3 16,-2 0 4-16,-10-6-3 0,0 1 1 15,2-3 0-15,-3 0-138 0,-6-2 98 16</inkml:trace>
  <inkml:trace contextRef="#ctx1" brushRef="#br0" timeOffset="202497.2">13354 10864 1372 0,'7'-13'56'0,"6"3"-4"15,2 0-12-15,0 5-19 16,-3-1-9-16,-1 1-6 16,2 0 2-16,-11-2 6 15,-2-6 1-15,-10-7-2 16,-5 0-1-16,-5-6-5 16,1 8-1-16,0 8-3 15,6 13-3-15,8 20-3 16,0 5-1-16,10 15 1 15,0-3 0-15,10-4 2 16,3-3 1-16,0-13 1 16,2-5 1-16,0-12 2 15,2-8 2-15,-6-13 0 16,2-8 0-16,-5-6-2 0,-11-9-4 0,1-2-3 16,-6-10 0-16,1 0-1 0,2 9 3 15,0 11 2-15,0 21-3 0,2 7 2 16,6 12 0-16,-1 11-2 0,1 7 1 15,2 13 1-15,3 8-3 0,1 0 2 16,0 2 1-16,-4-10-2 0,-3-5 2 16,5-8 0-16,-3-2-1 0,3-3 1 15,6-2 0-15,-8-8 0 0,-2-5 0 16,-6-2 13-16,-2-3 10 0,5 0 6 0,-2-11 3 16,11-6-14-16,-3-11-10 0,7-10-4 15,-8-15-4-15,3-13 1 0,1-10 1 16,0-5-2-16,3 15 0 0,-10 20 0 15,4 31-4-15,-6 23 0 0,10 19 0 16,3 12-2-16,-5 9 3 0,7 5 3 16,-5-3-3-16,3 1 3 0,-3-8 1 15,0-7-1-15,7-8 1 0,-11-3 3 0,12-2-5 16,-5-6-96-16,-8-4 70 16</inkml:trace>
  <inkml:trace contextRef="#ctx0" brushRef="#br0" timeOffset="-91123.85">28330 17986 0</inkml:trace>
  <inkml:trace contextRef="#ctx0" brushRef="#br0" timeOffset="-91083.46">26868 9010 0</inkml:trace>
  <inkml:trace contextRef="#ctx1" brushRef="#br0" timeOffset="-195327.84">8415 17815 1134 0,'-44'-6'263'0,"-237"-29"-56"15,543 68-209 1,-215-33 7-16,-36 0-3 16,-6-3 2-16,8-4 3 0,7-1-2 15,3-4 3-15,15-1 4 0,10-7-3 16,7-8 0-16,-1-3 0 0,6-9-6 0,3-1 0 16,-2-7 1-16,2-2-4 15,-2-1 1-15,-5-2 3 0,-2-1-4 0,-6-1 0 16,9 1 3-16,0 4-3 0,-5 9 1 15,-4 11 1-15,-7 5-2 0,-3 7 0 16,-8 5 1-16,-6 3-1 0,0 2 0 16,-10 3 1-16,3 3-1 0,-7-1 0 15,-10 3 0-15,0 0-1 0,0 0 2 16,0 0 2-16,-13 3-2 0,-6-3 1 16,-14 0 1-16,-10 2-4 0,-9 1 2 0,-10-3 1 15,10 0-3-15,4 0 1 16,13-3 3-16,8 1-3 0,8-1 1 0,0 1 1 15,10-1-2-15,-1 1 1 0,6-1 3 16,3 3-4-16,2 0 3 0,-1 0 0 16,4-2-3-16,4 2 2 0,-2-3 1 15,18 1-3-15,0-4 1 0,5-1 2 16,9 2-3-16,8 0 1 0,-3 0 1 16,1 2-3-16,-6 3 1 0,-10 0 1 0,-1 3-2 15,-11 2 1-15,-2 0 0 0,-4 2-3 16,-1 4 2-16,-4-1 1 0,0 2-3 15,0 4 3-15,-5 1 1 0,-1 4-2 16,-8 9 1-16,3-2 1 0,-7 5-1 16,-1 0 0-16,3 0 1 0,-7 0-2 15,4-3 1-15,0-2 1 0,0-3-1 16,-1-2 0-16,4-10 1 0,-1-1-1 16,-3-7 0-16,6 0 1 0,-1-2-1 15,1-3 1-15,9 0 2 0,-10 0-3 0,5-5 1 16,-9-3 2-16,0-4-3 0,4-9 0 15,-4-4 2-15,0-3-2 0,0-2 0 16,-5 2 2-16,9 0-2 0,1 8 0 16,-1 2 3-16,1 5-4 0,-6 6 1 15,-1-1 1-15,4 6-2 0,2-1 1 16,10 3 1-16,0 0-2 0,0 0 1 16,-1 3 0-16,-3-3-2 0,9 5 0 0,-1 0 2 15,7 0-1-15,-2 0 0 0,1 0 3 16,14-5-3-16,-1 2 2 0,9-2 1 15,-2-2-2-15,-1-1 0 0,4-2 1 16,-5 0-1-16,1 3 0 0,-6-3 1 16,-8 0-2-16,-6 5 1 0,-4 0 2 15,-5 0-4-15,0 0 2 0,0 0 0 16,0 0 0-16,0 0 1 0,0 0 2 16,-5 5-3-16,1-5 0 0,-6 0 2 15,0-5-3-15,-4 2 1 0,0-2 2 16,0 0-3-16,4 0 1 0,-4-5 1 0,9 5-1 15,-4-8 0-15,-1 5 1 0,9-4-2 16,-3 2 1-16,8 0 0 0,1-1-1 16,5 1 1-16,0 3 0 0,3-3-1 15,-2 7 1-15,3-2 0 0,-1 7-3 16,-7 3 1-16,-1 3 1 0,-5 7-3 16,-5 1 3-16,-6 4 1 0,-4 3-1 15,-7-1 1-15,-6-1 3 0,-6-6-4 0,1-5 1 16,-2-2 2-16,12-3-2 0,5-5 0 15,3 0-48-15,0-16 34 0</inkml:trace>
  <inkml:trace contextRef="#ctx1" brushRef="#br0" timeOffset="-159344.6">23952 5877 864 0,'-20'-38'78'0,"2"6"86"0,-15 1-120 0,-5 8-16 16,0 8-8-16,-10 5-1 15,3 10-1-15,-6 20-3 16,5 13-2-16,-2 21-2 0,5 11 5 16,8 12 17-16,4-2 6 15,19-4 4-15,9-8-3 16,13-17-11-16,11-11-4 16,22-17-4-16,7-8-3 15,29-15-5-15,12-9-10 16,23-15-2-16</inkml:trace>
  <inkml:trace contextRef="#ctx1" brushRef="#br0" timeOffset="-159079.15">24337 5972 605 0,'28'-6'57'0,"0"6"30"16,5 5 3-16,-3 16-14 15,-7 11-15-15,-13 12-8 16,-7 6-2-16,-18-6 3 16,-6-2 7-16,-16-9 11 15,-1-5 6-15,2-13-2 16,-2-5-9-16,10-10-12 16,5-5-9-16,8-18-18 15,15-10-7-15,20-24-19 16,8-10-9-16,18-18-148 15,2 3 112-15</inkml:trace>
  <inkml:trace contextRef="#ctx1" brushRef="#br0" timeOffset="-158512.81">24859 5529 977 0,'21'-26'92'0,"1"5"16"16,-4 16-17-16,-3 6-32 15,6 26-36-15,1 12-3 16,1 31-5-16,0 16 0 0,-13 15-2 16,-2-1 0-16,-8-10-2 15,0-14 0-15,-8-25 1 16,-5-8 0-16,-7-15 2 16,-5-3 2-16,-1-19 0 15,6-2 2-15,5-19-4 16,0-18-3-16,7-15-4 15,3-12-3-15,10 7-3 16,3 10-1-16,4 29-5 16,4 14-1-16,-4 18-2 0,6 6 4 15,-3 0 1-15,3 0 2 0,2 3 1 16,1-6-1-16,-4-2 1 0,-2-1 1 16,1-7-2-16,1 1 1 0,1-2 2 15,7-4-2-15,-4-2 1 0,-1-4 2 16,5-4-2-16,3-2 3 0,0-11 0 15,8 1-2-15,4-12 1 0,-2 4 1 16,5 0-3-16,-15 4 0 0,-5 3 2 16,0 2-3-16,-8 6 1 0,-5-5 2 0,-5 3-2 15,-5-4 3-15,-3 3 0 0,-2-3-3 16,-7 2 1-16,-1 7 1 0,0 1-3 16,3 5 0-16,-5 10 0 0,5 8-6 15,-5 8 1-15,-3 12 3 0,10 7-2 16,3-2 4-16,0 0 3 0,5-5-3 15,0-5 1-15,10-12 2 0,1-3-3 16,19-8 1-16,10-6 3 0,11-4-3 16,15-15 4-16,2-7 1 0,8-7-3 15,3-13 1-15,2-2-6 0,10-14-131 16,13-13 95-16</inkml:trace>
  <inkml:trace contextRef="#ctx0" brushRef="#br0" timeOffset="-40788.56">26087 18940 0,'0'0'0</inkml:trace>
  <inkml:trace contextRef="#ctx1" brushRef="#br0" timeOffset="-155561.89">24173 6812 547 0,'0'-20'43'0,"0"7"19"0,5 8-31 0,2 10-18 0,6 5-9 16,7 8 8-16,6 3 2 15,2 16 9-15,2 1 3 16,0 15-2-16,3 3-1 0,3 7-7 16,4 6-3-16,-2-3-3 15,-2 4-2-15,-8-6 5 16,-11-9 12-16,-17-19 23 15,-15-6 4-15,-13-15 0 16,-5-2-4-16,0-15-14 16,3-8-4-16,2-23-3 15,5-11-6-15,6-4-1 16,6 0 2-16,6 23-2 16,0 5 3-16,5 20-13 0,0 0-6 0,0-3-3 15,0 3-5-15,0 0 0 0,0 3 0 16,0 4-1-16,0 3 1 0,0 6 1 15,0-1-6-15,5 2-7 0,0 1-5 16,-2-2-4-16,7 4 1 0,3-5 8 16,2-2 4-16,5 2 6 0,-2 0 4 15,2-2 1-15,6 2 2 0,-4-7 2 16,6-3-2-16,3 0 2 0,-1-10 3 16,3-3-1-16,0-10 5 0,-3-5 4 0,-2-5 1 15,3-9 3-15,-4-4 3 0,-1 0-3 16,-3 1-1-16,-6-1-1 0,-4 9-7 15,-3 6-2-15,-2 8 0 0,-6 11 4 16,-2 7 5-16,0 0 1 0,-2 10-4 16,-13 3-8-16,-6 7-2 0,-4 5-4 15,-8 6 1-15,5-3 1 0,-2 2-1 16,-1-5 1-16,1-2 1 0,5-5-1 0,-3-3 1 16,2-5 3-16,1-2-4 0,0-3 3 15,2-3 3-15,3-2-3 0,5-2 4 16,4-6-1-16,4-2-6 0,4 5-3 15,1-3-7-15,2 3-10 0,2 3-1 16,3-3 2-16,5 0 1 0,3-3 7 16,7 3 6-16,8-8 0 0,8 1 4 15,-1-1 2-15,3-2-2 0,-2 0 1 16,-1 7 1-16,-10 0 0 0,-7 3 3 16,-8 5 9-16,-7 3 5 0,-11-1 4 0,-4 6-2 15,1-3-9-15,-16 8-7 0,4 4-2 16,-5-1-3-16,-8 6 3 0,3-6 0 15,-7 1-3-15,5-1 2 0,2-1 1 16,7-5-3-16,6 2 1 0,5-6 3 16,5-1-2-16,10-5-7 0,-3 0-11 15,6-3-5-15,4-2-2 0,3-5 9 16,8-5 9-16,10-8 3 0,7-2 2 0,6 7 0 16,-11 3 2-16,1 15 9 0,-19 5 7 15,-7 15 4-15,-10 13-1 0,-10 5-11 16,-8 0-6-16,-10 0 0 0,1-5-1 15,-4-5 3-15,6-5 0 0,4-3-14 16,1-10-155-16,5-7 115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6:49:28.5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1,'1503'0,"-1485"0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6:49:40.64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1,'934'0,"-918"0,0 2,27 6,7 1,-32-7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6:50:02.581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22,'1017'0,"-992"-2,46-7,23-2,12 12,-88-1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6:49:26.4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23,'3325'0,"-3290"-2,45-7,-45 3,43 0,158 7,-218-1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6:49:34.12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24,'61'-16,"59"8,136 9,-96 1,1104-2,-1107 11,3 0,1091-12,-1233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6:49:57.880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2,'381'-2,"416"5,-279 43,-169-8,154-17,-301-19,166-5,-246-6,66-3,475 13,-642-2,1-1,24-6,9 0,-37 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2-26T08:52:53.02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6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2-26T08:53:01.576"/>
    </inkml:context>
  </inkml:definitions>
  <inkml:trace contextRef="#ctx0" brushRef="#br0">9788 9982 498 0,'14'-9'19'0,"0"3"9"0,-5 1 10 0,-4 5 45 15,0 0 30-15,-5-3 56 16,0 3 16-16,-5-2-28 0,-5 2-28 15,-8-5-72 1,-1 0-27-16,-10 2-22 0,-1-2-3 16,-6 5-3-16,-4 0 0 15,-3 5 0-15,2-2-1 16,-6 7 0-16,4-3-1 16,-9 1 0-16,-6 2 0 15,-3-2 0-15,4 2 0 16,8 0 1-16,3-5-1 15,6 1 1-15,2-1 0 0,10-1-1 16,6-1-1-16,6 2 2 0,1 0-2 16,2 0 1-16,-2 0 0 0,5 0-2 15,-2-4 2-15,6 4 0 0,2 2-1 16,-2-2 1-16,-2-3 0 0,-1 1 0 16,3 2 0-16,2 0 1 0,-1-4-1 15,-1 3 0-15,-2-3 2 0,-1 1-3 16,-1 0 2-16,0-2 2 0,-1 0-3 15,-2-2 2-15,-1 2 0 0,5-3-1 0,0 3 1 16,-1-5 3-16,5 2-3 0,0 1 1 16,5-3 2-16,-1 2-3 0,1 1 1 15,0-6 4-15,0 3-3 0,1-4 1 16,4 0 1-16,0-3-5 0,5 0 1 16,-3 2 0-16,-1 1-2 0,3 2 0 15,-4 2 1-15,-4 3-2 0,-1 2 0 16,0 0 0-16,4 0-5 0,-4 0 2 0,0 0 2 15,0 0-2-15,0 0 7 0,-5 0 4 16,-5 4-2-16,-3-1 2 0,-6 2-2 16,0 0-5-16,5 0 1 0,4 0 1 15,-1 0-2-15,-2 1-1 0,-6 1 1 16,1 3-2-16,3 0 0 0,4-2 1 16,-2 7-4-16,4-3 2 0,3 1 2 15,2 2-5-15,-1-2 4 0,5-2 1 16,0-2-2-16,4-1 1 0,1-3 0 0,-4-3-4 15,4-2 4-15,4 0 3 0,1 0 1 16,-1-2 2-16,11-1 1 0,-2-4-3 16,1-3 1-16,-1 3-1 0,-3 1-2 15,5 1 0-15,4 2 1 0,3 1-1 16,-2 2 0-16,-2 0 2 0,-5 0-3 16,-2 0 1-16,3 2 0 0,-5 1-1 15,5-1 1-15,-9 1 2 0,-1-3-2 16,0 0 0-16,-4 0 1 0,-5 0-1 0,1 0 0 15,-6 0 3-15,5 0-3 0,-1 0 2 16,2 0 2-16,-1 0-4 0,0 0 5 16,0 0 2-16,0 0-2 0,-5 0 3 15,0 0-1-15,0 0-6 0,-4-3 2 16,-5 1 0-16,-1 2-3 0,6-5 1 16,0 5 1-16,3-5-2 0,1 2 1 15,0 1 1-15,1-3-3 0,-1 3 1 16,5 2 0-16,0 0-2 0,0 0 0 15,0-1 2-15,0-1-2 0,0 0 2 0,5-3 3 16,0 4-3-16,5-7 0 0,-5 1 2 16,4 2-2-16,0 0 1 0,0 0 1 15,-3 3-3-15,-6 2 1 0,4-1 0 16,-8 1-3-16,4 0 3 0,0 0 2 16,-10 0-2-16,1 1 5 0,-10-1 0 15,-1 2-5-15,2-2 2 0,-6 0 1 16,-5-3-3-16,10-1 2 0,-1-1 1 0,10 1-3 15,3 2-2-15,7 2 2 0,0-3-3 16,0 1 3-16,9 2 2 0,10-5-3 16,9 2 1-16,5-1 2 0,5 1-3 15,1 0 1-15,-6 3 2 0,0 0-2 16,-4 0 0-16,-10 0 3 0,-5 0-3 16,-4-5 0-16,-1 0-6 0,0-3-142 15,-4-4 105-15</inkml:trace>
  <inkml:trace contextRef="#ctx0" brushRef="#br0" timeOffset="3194.85">9850 10577 612 0,'-10'3'56'0,"-5"2"42"0,-8 2-47 16,-2-1 0-16,-7 4 16 15,3 0 4-15,-9-3 2 16,0 4-10-16,-4 4-24 16,3-3-9-16,2 1-15 15,-1 0-5-15,-5 2-2 16,-5-7 0-16,-9 4 9 16,-5-2 9-16,1-2 11 15,7 0 2-15,6-3-4 16,12 0-9-16,2-3-11 15,10 1-2-15,6 2-3 16,13-5-2-16,3 0-1 16,-1 0 1-16,-6 0-2 0,8 0 4 0,1 0-4 15,0-3 2-15,5 1 2 0,0 2-4 16,0-3 5-16,9 1 0 0,1-8-3 16,2 2 0-16,4-2 0 0,2-3-4 15,-1 0 2-15,-1-2 1 0,3 3-4 16,-5-4 2-16,9 4-1 0,-4-3-3 15,-6 4 3-15,-2 1 1 0,-7 0-4 16,5 3 3-16,-9-1 1 0,0 3-3 0,-5 0 4 16,0 0 2-16,5 0-3 0,-5 0 1 15,0 2-1-15,-5 1-5 0,0 2 1 16,-1 2 2-16,-4 1-3 0,-7 2 1 16,1 2 3-16,-11 1-5 0,8 7 1 15,-6 3 1-15,-2 0-2 0,11 4 1 16,-12-4 1-16,5 0-2 0,-1-5 1 15,1-1 0-15,8-2-1 0,-1-2 1 16,4-1 1-16,2-1-2 0,5-1 1 16,1 0 0-16,-1-3-1 0,5-2 1 0,0 3 0 15,0-3-1-15,0 7 1 0,5-4 2 16,4 4-2-16,6-1 2 0,3 1 0 16,2 1-2-16,-2-3 1 0,6-3 2 15,0 1-3-15,8 2 2 0,-4-3 2 16,10-1-5-16,-5 4 2 0,-2-5 2 15,-3 2-4-15,4 1 2 0,-7-3 1 16,-1 0-2-16,-2 0 0 0,-11 0 3 0,-1 0-3 16,-1-3 0-16,-9 3 3 0,0 0-3 15,10-5 2-15,-7 3 2 0,-1-1-4 16,-2 0 3-16,0 1 0 0,0-1-3 16,0-2 1-16,0 0 2 0,-5-2-3 15,5 2 1-15,-2-1 2 0,-1-1-4 16,1 2 3-16,-1-3 0 0,3 1-2 15,3-4 1-15,-1-1 2 0,3 4-3 16,0-2 1-16,-1 3 0 0,1 4-1 0,0-5 0 16,-5 6 0-16,0 2-1 0,0 0 0 15,0 0-1-15,0 0-5 0,0 0 2 16,0 0 0-16,-10 2 0 0,4 1 4 16,-4 2 1-16,-7-2 0 0,3 2 0 15,-5-3 2-15,0 1-2 0,0 2 0 16,4-3 2-16,-1 1-2 0,-1-1 0 15,6-2 1-15,-1 0-1 0,6 3 0 16,6-3 3-16,1 0-3 0,3 0 0 16,-3 0 2-16,-1 0-3 0,0 0 1 0,9 2 0 15,0-4-27-15,10-1 20 0</inkml:trace>
  <inkml:trace contextRef="#ctx0" brushRef="#br0" timeOffset="4368.79">16625 11112 1492 0,'19'-13'41'0,"5"6"-18"0,2-6-10 0,4 5-9 0,3 1 0 15,-3-1 1-15,-2 1-4 0,3 1 1 0,-1-1 2 16,13 2-4-16,-5 0 1 0,0 5 3 16,5-3-4-16,-7 3 2 0,2 0-8 15,-3 3-344-15,-10-8 252 0</inkml:trace>
  <inkml:trace contextRef="#ctx0" brushRef="#br0" timeOffset="4770.53">17504 10864 1113 0,'-15'10'20'16,"5"2"-26"-16,-3 6-4 0,3 2-4 15,0 6-1-15,2-3-4 0,-4 7-6 0,2 0 2 16,-1 3-1-16,6-5-2 0,0 0 2 16,3-8-3-16,-1-10 8 0,8 1 5 15,0-1 29-15,6-5 63 0,4 0 30 16,2-5 17-16,4-8-18 0,2-5-50 15,4-4-28-15,-1-6-14 0,4-5-3 16,-5-2-1-16,-2-3-1 0,-10-3 5 16,-11 3 7-16,1 3 1 0,-11 5 4 0,1 2 0 15,-3 3-7-15,-11 7-5 0,-1 3-6 16,1 2-7-16,-4 3 0 0,2 0 0 16,5 2-2-16,-2 3-1 0,10 0 1 15,2 0-2-15,3 3-1 0,5 2 0 16,0 3-3-16,0-1 3 0,8 6 1 15,5 0-55-15,9 2 43 0</inkml:trace>
  <inkml:trace contextRef="#ctx0" brushRef="#br0" timeOffset="4942.74">18140 10924 1608 0,'-8'5'36'15,"1"3"-34"-15,-8 7 0 0,2 3-2 16,-2 5 0-16,2 0-9 0,1-1-117 16,4-4 89-16</inkml:trace>
  <inkml:trace contextRef="#ctx0" brushRef="#br0" timeOffset="5282.99">18074 10689 1593 0,'10'-33'42'15,"16"5"-34"-15,-1 13-6 0,5 2 3 16,-2 8-1-16,-10 3-4 0,-3 2 0 16,3 5-5-16,-3 7 1 0,0 3 2 15,-2 1-2-15,-5 4 3 0,-1 0 1 16,-4-2-3-16,4 0 1 0,-2 2 2 15,-5 3-2-15,-2 2 2 0,-8 3 3 16,0-3-4-16,-1 3 3 0,1 2 1 16,3 1-3-16,-3-6 1 0,5-2 1 15,-1-3-2-15,1-4 0 0,5-1 2 0,0 0-3 16,5-5 2-16,6 0 4 0,6-2 1 16,4-3 7-16,12-5 3 0,7-10-3 15,11-3-1-15,4-5-2 0,19-2-7 16,2 0 1-16,5-1-27 0,0 1 15 15</inkml:trace>
  <inkml:trace contextRef="#ctx1" brushRef="#br0">23058 8109 0</inkml:trace>
  <inkml:trace contextRef="#ctx0" brushRef="#br0" timeOffset="9131.52">15878 5206 1388 0,'0'-9'55'0,"0"1"5"0,0 1-10 0,-4 2-16 0,-1 5-5 16,-9 7-15-16,-5 15-6 15,-14 17-7-15,-1 17 0 16,-13 22 0-16,-2 8 1 16,-2 8-1-16,-6 0 1 15,14-8-1-15,5-5 0 16,22-18-1-16,9-8 1 16,25-21 0-16,11-6 2 15,23-19 1-15,6-9-1 16,3-23 5-16,4-10 5 0,-16-10 10 15,-6-10 6-15,-16 10 5 16,-16 5-2-16,-7 11-9 16,-13 9-5-16,0 7-7 0,-6 1-5 15,-3 5 1-15,1-4-1 0,-1 3-5 16,0-1 0-16,8 6 2 0,0-4-4 16,5 5-2-16,2-5-28 0,3 5 74 15,9-9-41-15</inkml:trace>
  <inkml:trace contextRef="#ctx0" brushRef="#br0" timeOffset="9568.86">16595 5962 1471 0,'0'-1'86'0,"-3"-7"49"0,-2-2-18 0,0-9-28 0,0-10-19 15,5-23-45-15,0-10-8 16,0-24-11-16,8-4-1 16,-1-5-1-16,-2 5-1 15,4 14 0-15,-5 7 0 0,1 29-1 16,0 2 1-16,-5 18-3 15,-5 11 0-15,-5 4-5 16,-3 6 1-16,-11 9-1 16,3 3 2-16,-10 7 2 15,-7 5 0-15,0 1 0 16,-5 4 0-16,8 2-1 16,8-3-2-16,13-1-1 15,7-4-1-15,9-5 4 0,3-5-1 16,9-3 2-16,8-1 2 0,8-5-3 0,13-5 1 15,0-5 1-15,5-6-3 0,-2-6-2 16,-3-3 1-16,8 2-31 0,2 3-77 16,0 4 73-16</inkml:trace>
  <inkml:trace contextRef="#ctx0" brushRef="#br0" timeOffset="9927.01">17294 4941 1050 0,'-13'46'55'0,"-4"9"20"0,-4 24-26 0,1 6 1 15,2 10 17-15,6 0 6 16,9-8-9-16,3 4-16 0,15-10-25 15,3-7-9-15,10-11-7 16,2-15-1-16,3-20 2 16,5-11 1-16,-5-24 26 15,-2-9 10-15,-11-27 12 16,-10-12 1-16,-13-9-25 16,-12-2-10-16,-13 13-13 15,-2 13-5-15,-5 24-2 16,4 6-3-16,3 10-2 15,5 1-5-15,13 8-19 0,8-5-98 16,7 1 83-16</inkml:trace>
  <inkml:trace contextRef="#ctx0" brushRef="#br0" timeOffset="10112.17">17740 5415 1518 0,'-13'20'37'0,"3"8"-22"16,-3 10 1-16,8 2 0 16,5 6-2-16,5 1-7 15,5-4-3-15,-2-4-1 16,0-6-9-16,-1-13 4 16</inkml:trace>
  <inkml:trace contextRef="#ctx0" brushRef="#br0" timeOffset="10250.86">17560 4893 1715 0,'-3'-5'45'0,"1"5"-18"16,4 5-30-16,6 13-2 16,2 4-1-16,18 16 5 15</inkml:trace>
  <inkml:trace contextRef="#ctx0" brushRef="#br0" timeOffset="10439.28">18026 4812 1513 0,'5'25'41'16,"5"18"-17"-16,5 36-3 15,1 17 3-15,1 17 11 16,-1-8-2-16,-6-19-11 0,2-6-3 15,-1-21-13 1,1-4-2-16,8-21-68 0,3-7 47 16</inkml:trace>
  <inkml:trace contextRef="#ctx0" brushRef="#br0" timeOffset="10560.78">18436 5199 1699 0,'-45'0'50'0,"-16"7"-25"15,-15 4-8-15,-23 7-13 16,-15 0-1-16,-33 7-108 16,-12 0 76-16</inkml:trace>
  <inkml:trace contextRef="#ctx0" brushRef="#br0" timeOffset="11426.94">7232 5878 1380 0,'13'-1'34'0,"7"-3"-18"0,7-6 1 0,7 4 4 15,9-6 2-15,10 10-2 16,13 4 2-16,20 10 1 16,8-1 1-16,15 2 0 15,-3 1-5-15,-7-13-6 16,0-1-2-16,-18-5-8 16,0-5-1-16,-20 1 0 15,-8-1-1-15,-21 0 2 16,-6 3 1-16,-19-4 1 0,-10-4 0 15,-16-12 0-15,-1-3-1 16,-14-8-1-16,-3 0-1 16,-1 0 0-16,-1 0-3 15,12 10 0-15,-1 5 0 0,17 12 2 16,1 1-3-16,6 6 1 0,1-1 1 16,6 2-3-16,7 3 1 0,4 0 1 15,4 0-2-15,12 3 1 0,3 2 2 16,6-1-2-16,7 1 1 0,7 0 1 15,0-5-3-15,3 1 2 0,2 3 2 0,-8 1-4 16,-6-4 2-16,-10 4 2 0,-10 3-3 16,-10-4 1-16,-10 2 1 0,-4 3-3 15,0-3 2-15,0 4 2 0,-4 3-4 16,-10 6 2-16,-2 0 2 0,-12 9-2 16,-4 6 0-16,-2 4 3 0,-3-4-4 15,-1 8 1-15,8-4 2 0,-3-4-2 16,5-1 1-16,0-5 3 0,-5-4-4 0,18-6 1 15,-1-8 2-15,12-4-3 0,1-2-1 16,3-4-21-16,0-9 14 0</inkml:trace>
  <inkml:trace contextRef="#ctx0" brushRef="#br0" timeOffset="11833.57">9170 5629 1558 0,'-6'-5'64'0,"2"0"-9"16,4-2-10-16,20 0-29 15,7-6-10-15,22 3-6 16,6 0-2-16,-1 10 1 15,-7 7-2-15,-23 10 1 0,-10 2 0 16,-19 16 2-16,-9 6 2 16,-15 11 1-16,-8-3 1 15,3-7-2-15,1-9-1 16,23-5-3-16,11-7-1 16,22 1 0-16,15-4 0 15,14-3 3-15,-4 0 0 16,-14-5 0-16,-6 3 1 15,-18-2 2-15,-6 3 0 0,-8-1 0 16,-6 7 5-16,-4-1-5 0,-10 1 1 16,0 2 1-16,-4-4-5 0,-1-2 2 15,8 3 0-15,4-9-4 0,11-2-28 16,1-7-132-16,5-1 106 0</inkml:trace>
  <inkml:trace contextRef="#ctx0" brushRef="#br0" timeOffset="12118.19">9531 5886 1726 0,'5'-29'49'16,"13"-9"-28"-16,7-4-5 15,16-4-7-15,3 5-3 16,3 13-6-16,-4 10-1 16,-5 18-4-16,-9 11 1 15,-5 12 1-15,-10 9 3 16,-10 12 0-16,-4 6 1 15,-13 13 4-15,-4-2 0 16,-4-2 1-16,-3 1 0 0,10-11-2 16,-1-6-1-16,15-11 3 15,0-9 0-15,15-13 0 16,3-5-1-16,15-19-21 16,10-10 144-16,23-36-96 15</inkml:trace>
  <inkml:trace contextRef="#ctx0" brushRef="#br0" timeOffset="12489.84">10291 5630 1688 0,'0'-6'43'16,"0"-3"-33"-16,3 4-3 15,-1 10-4-15,3 9-4 16,5 24-3-16,-1 15 3 15,0 28 1-15,4 8 0 16,-6-3 2-16,2-4-1 0,5-11 1 16,1-11-1-16,3-17 1 15,5-13 1-15,2-20 1 16,-2-10 2-16,7-15-4 16,3-15 3-16,-2-21-2 15,-1-2 0-15,-12 2 4 16,-11 11 1-16,-14 22 3 15,-3 4 2-15,-16 10-1 16,-4 4-2-16,7 4-2 0,-10 0-3 16,10 2-1-16,8 3 0 0,-2-8-4 15,6 4 1-15,6-1 0 0,5-4-4 16,0 0-9-16,3 0-97 0,7-5 73 16</inkml:trace>
  <inkml:trace contextRef="#ctx0" brushRef="#br0" timeOffset="12661.93">10995 5802 1673 0,'0'0'11'0,"3"3"-3"15,2 22 11-15,3 12-17 16,-1 6-1-16,3 8 1 16,0 7 1-16,-2-10-1 15,5-4 1-15,-1-12-3 16,-2-9-87-16,-4-23 61 15</inkml:trace>
  <inkml:trace contextRef="#ctx0" brushRef="#br0" timeOffset="12770.87">10861 5496 1832 0,'5'0'59'0,"-5"0"-57"16,10 2 0-16,8 6-19 0,17 6 12 15</inkml:trace>
  <inkml:trace contextRef="#ctx0" brushRef="#br0" timeOffset="12968.17">11403 5384 1686 0,'0'18'39'0,"5"14"-37"15,3 20-2-15,-6 11 0 0,9 22 0 16,1 7 0-16,-2 2 2 16,3-9-1-16,-3-13 1 15,-2-7 1-15,12-6-12 16,13-3-74-16,10-26 54 16</inkml:trace>
  <inkml:trace contextRef="#ctx0" brushRef="#br0" timeOffset="13100.05">11631 5758 1794 0,'-66'-5'75'0,"-10"10"11"15,-10 18-49-15,-25 20-36 16</inkml:trace>
  <inkml:trace contextRef="#ctx0" brushRef="#br0" timeOffset="29198.62">14169 15521 1127 0,'8'-9'50'0,"-3"0"14"0,0 3-39 0,-1 4-21 16,-3 0-1-16,-1 2 0 0,0 0-3 15,-5 0 0-15,0 0 1 0,-5 0 3 16,2 2 6-16,-7 0 11 0,-8-2 6 16,-7 5 8-16,-8-5 5 0,-13 1-8 0,3 3-6 15,-8 1-3-15,-3 1-9 0,7 2-1 16,1-4 0-16,6 2-8 0,7-1-1 15,-3 0 0-15,-2 0-3 0,0-1 1 16,-1 0 1-16,-6-4-2 0,0 5 1 16,-1-5 2-16,-5 0-2 0,-2 2 2 15,-8 1 0-15,0 2-3 0,3 4 1 16,5-3 0-16,7 7-2 0,-2-3 0 16,-5 5 2-16,-3-2-2 0,-3 1 0 15,-9-4 2-15,2-4-2 0,-7 2 1 0,-1-4 1 16,0-1-2-16,9 4 0 0,4-7 2 15,7 1-2-15,1 3 0 0,-3-4 1 16,1 5-1-16,-9 5 0 0,-7-1 1 16,3 5-1-16,-6-4 0 0,-2-1 2 15,10-4-3-15,5-3 1 0,5 0 1 16,8-2-2-16,0 0 1 0,5-4 2 16,2 1-2-16,3 1 0 0,0-7 3 0,8 9-4 15,-1 0 2-15,1 0 2 16,-1 6-4-16,-2-1 2 0,3 7 1 0,2-6-2 15,-5-1 0-15,8 0 2 0,2-1 0 16,0-3 2-16,13-1 3 0,-3 0-4 16,5 3 0-16,8-3 1 0,-2 7-4 15,4 1 1-15,-2 2 1 0,-3 4-2 16,-2 4 0-16,-2-2 1 0,-1 7-2 16,0-1 1-16,-7 3 1 0,0-1-1 15,-3 1 0-15,-5-3 2 0,5-4-2 0,-5-2 0 16,8-2 2-16,5-1-2 0,2-3-1 15,6 0-1-15,2 0-5 0,2 3 1 16,3-3 3-16,5 1-2 0,0 6 4 16,5 3 3-16,3-2-2 0,0 3 2 15,2 1 1-15,0-1-2 0,0 1 1 16,0 1 1-16,-2-3-3 0,0 0 0 16,-6-2 2-16,1 0-2 0,2-2 0 15,-5-2 2-15,3-1-2 0,2-3 0 16,-8-5 1-16,4 1-1 0,1-2 0 0,-2 1 2 15,8 3-2-15,-6-3 0 0,-4 0 2 16,5 0-3-16,-1 0 1 0,3 0 1 16,8 3-1-16,-3-1 0 0,3 1 1 15,7 2-1-15,6-4 0 0,17 6 1 16,8-2-1-16,7-5 0 0,3-4 1 16,7-1-2-16,-2-1 1 0,5-4 2 15,0 0-3-15,-7-7 1 0,7 2 2 16,15-1-3-16,5 1 1 0,18 0 1 0,-3 2-1 15,-12-2-1-15,-10 5 2 0,-3 0-2 16,8 2 1-16,5-1 1 0,10 4-1 16,-3-5 0-16,-5 4 1 0,-7 1-2 15,-8-4 1-15,-5 4 1 0,-10 0-2 16,3-1 1-16,7 1 2 0,5 0-2 16,2 0 0-16,-4 0 1 0,-11 0-2 15,-7 0 1-15,-6 1 2 0,-6-1-3 0,-11-1 1 16,-2-3 2-16,-8 3-3 0,-3-4 2 15,-2 0 0-15,0-3-1 0,7 3 0 16,-9 1 1-16,-1 3-2 0,-2-3 1 16,-9 3 2-16,2 1-3 0,-3 0 1 15,-3 0 2-15,3-4-3 0,-6 3 1 16,1 1 2-16,2-4-3 0,0 3 1 16,0-4 2-16,3 0-2 0,7-2 0 15,3 1 1-15,5-4-2 0,-3-3 1 0,2-1 2 16,-3 3-3-16,-4-4 1 0,7-3 1 15,-6 3-2-15,-3-7 1 0,2 2 2 16,-3-3-2-16,-1-1 2 0,2-1 9 16,1-3 0-16,-8 0 7 0,2 3 2 15,-3-7-8-15,0 8-2 0,2-4-3 16,-6 3-6-16,4 2 1 0,0 3 0 16,-5-3-2-16,-2 4 0 0,-3 5 2 15,0-5-2-15,-3 6 2 0,3 2 3 16,-10 1-2-16,0 1 0 0,-8-4 1 0,-3 2-4 15,-16-6 6-15,-6 1 4 0,-8 1-3 16,-2-8 3-16,-8 8-3 0,-3-3-5 16,-6-2 2-16,4 3-1 0,8 6-5 15,12 2-2-15,3 8-174 0,10-8 126 16</inkml:trace>
  <inkml:trace contextRef="#ctx0" brushRef="#br0" timeOffset="31423.26">21893 15758 1361 0,'-52'-23'76'0,"10"1"19"0,-20 6-38 15,9 6-39-15,1 1-9 0,0 5-8 16,9 0 1-16,0 8 1 0,5 0-3 16,-13 3 0-16,-2 1 2 0,-9 1-2 15,-5-3 0-15,1 7 1 0,-10-3-2 16,4 0 1-16,-8 0 2 0,-1-7-2 15,19 4 1-15,-5 0 1 0,6-1-2 0,-1 3 0 16,-5-4 1-16,5-1-1 0,-4-2 0 16,-4 3 1-16,-11 2-2 0,0-6 1 15,10 4 1-15,-5-6-1 0,17 1 0 16,-6 0 2-16,-1 0-2 0,3 0 0 16,2 0 2-16,8-5-3 0,5-2 2 15,5 0 1-15,0-1-2 0,-3 3 1 16,-2 0 1-16,2-1-2 0,3 1 0 0,-5 1 1 15,10 4-2-15,0-1 1 0,0 1 1 16,10-2-1-16,-7 0 0 0,-1-2 1 16,1-1-2-16,-6 1 1 0,6 3 1 15,2-9-2-15,0 3 1 0,5 0 3 16,-5-2-3-16,3 4 0 0,2-4 3 16,5 3-3-16,5 2 1 0,1 3 2 15,2 1-4-15,4 1 1 0,-4 3 0 16,10 1-2-16,-2 0 2 0,-1 5 0 0,0-1-2 15,1 6 2-15,-1 8 0 0,-2 2 0 16,7 8 0-16,-9 4 3 0,4 1-3 16,-4 1 0-16,-1 3 1 0,5 1-2 15,-2-10 0-15,5-4 2 0,-3 0-2 16,-2-1 1-16,5 0 2 0,-5 0-2 16,3-2 1-16,1 1 1 0,-4 1-2 15,0-3 1-15,-5 3 1 0,7-5-3 16,-4-2 1-16,4 1 1 0,8-4-6 15,0-3 5-15,3-4 0 0,-3-2-3 0,-8-6 4 16,8-3-2-16,5 3 1 0,5-3 3 16,8 7 2-16,-5-2-2 0,12 0-1 15,5 5 0-15,11 0-2 0,7 8 1 16,3 0 1-16,4 7-2 0,1 0 1 16,0-2 1-16,2 0-3 0,3-3 1 15,2-2 2-15,6-3-3 0,4-5 1 16,13 0 2-16,13-7-2 0,2-3 0 0,8-3 2 15,-7-4-2-15,-6-1 0 0,-2-1 2 16,-1 3-4-16,9-4 2 0,9 5 2 16,8 2-3-16,0-4 1 0,-6-1 1 15,-13 0-2-15,4 1 1 0,2 2 1 16,13 5-1-16,-5-5 0 0,0 2 2 16,-15-2-2-16,-4 0 0 0,-14 0 1 15,-1-3-1-15,11 1 0 0,-1-1 2 16,10-2-2-16,-5 0 0 0,-9 0 2 15,-10 0-3-15,-10 2 1 0,-4-1 1 0,-5 3-2 16,-1 1 1-16,10 2 2 0,-3 3-3 16,9 0 1-16,-2 0 2 0,-14 3-3 15,-1-3 1-15,-17 2 1 0,-7-2-2 16,-6 0 1-16,-2-2 3 0,-3 2-3 16,4-7 4-16,0 1 2 0,-3 1-4 15,1 0 0-15,-1-5 1 0,1 5-4 16,4-5 1-16,-3 3 1 0,4 1-2 0,-4-2 1 15,-4 1 2-15,0-1-2 16,-4-2 0-16,11 0 2 0,-1 0-3 0,-5 0 2 16,-2-2 2-16,-8-2 4 0,-2-1 8 15,2-5 5-15,-5-3-1 0,0-5-2 16,-5-2-3-16,5-2-6 0,-2-1-3 16,-3 0-1-16,2 4-4 0,1-4 1 15,4 3 1-15,1 2-3 0,-3 0 1 16,0 0 1-16,0-1-2 0,-2 5 1 15,2-4 1-15,-3 3-1 0,-2 2 0 0,0-1 2 16,0 5-2-16,-5-1 2 0,0 3 1 16,-10 1-4-16,-5 3 0 0,-6-1 1 15,-4 4-3-15,-3 2 4 0,-2 3 3 16,-1-1-3-16,3 2 2 0,5 4-1 16,0-1-5-16,-6 1 1 0,0 0 1 15,-8 0-1-15,-1 1 4 0,1 3-2 16,-8 2 0-16,-5 6 0 0,-9 4 0 15,-20 11-17-15,-6 2 52 0,-10 9-31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6-02-26T08:40:22.04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6-02-26T08:53:52.778"/>
    </inkml:context>
  </inkml:definitions>
  <inkml:trace contextRef="#ctx0" brushRef="#br0">24281 15292 0,'0'0'0,"-37"54"15,0-29-15,8-13 16</inkml:trace>
  <inkml:trace contextRef="#ctx0" brushRef="#br0" timeOffset="4284.24">21534 17209 0,'0'0'0,"0"0"15,21-41-15,-21 37 16,0-1 0,0 1-16</inkml:trace>
  <inkml:trace contextRef="#ctx1" brushRef="#br0">14252 8494 1090 0,'-14'-5'141'0,"5"-5"254"0,5 7-376 0,9 6-9 16,5 4-4-16,13 8-3 15,14 1 0-15,17-4 1 16,11 0 0-16,17-12 1 16,17-4 2-16,25-9 0 15,9 2 0-15,5-8-2 16,-5 1-1-16,-11 3-2 0,-2 2 1 15,-7 6-1-15,-9 2 0 16,-21 5 0-16,-17 5-1 16,-15 0 1-16,-13-3-1 15,-13 1 1-15,-7-3 3 16,-18-5 9-16,-10-5 4 16,-12-3 0-16,-6-10 0 0,-6-2-8 15,-4-3-6-15,-9-1 2 0,3 0 2 0,-4 3-3 16,2 9 4-16,8 1 3 0,9 4-4 15,10 2 1-15,15 4-2 0,8 4-7 16,6 1 2-16,14 1-1 0,8 0-2 16,7-2 1-16,18-3 0 0,-5 0-1 15,3 0 1-15,-5 3 1 0,1 2-2 16,-2 5 1-16,-7 2 0 0,-4 4-2 16,-14 9 2-16,0 3 0 0,-10 6-3 15,5 5 3-15,-11 4 0 0,-6 5-2 16,-2 3 2-16,-5-1 2 0,-5 1-3 0,-9-3 1 15,-4-8 1-15,-6 1-1 0,-9-7 1 16,-7-3 2-16,-6-5-1 0,-2-6 5 16,-3-6 5-16,-5-3 0 0,-6-6 3 15,0-5 1-15,-3-8-6 0,16-7-1 16,12-8-1-16,9-5-7 0,10-2 0 16,12-3 1-16,2 7-7 0,9 4-8 15,0 9-31-15,10 8-51 0,0 5 53 16</inkml:trace>
  <inkml:trace contextRef="#ctx1" brushRef="#br0" timeOffset="545.78">11879 9060 1408 0,'-2'28'36'0,"-1"5"-21"0,3 5-2 0,3 0 1 0,4 0 2 0,-4-9 15 15,2-4 8-15,-5-10 9 16,-5-3 1-16,2-6-9 16,-7-2-6-16,0-14-10 15,-5-12-4-15,0-27-9 16,-3-17-2-16,5-29 0 15,3-4 0-15,8 7 1 16,2 6-1-16,12 25-4 16,4 9-2-16,4 18-3 15,0 7 1-15,5 11-2 16,-2 2-2-16,0 14 0 16,0 0 0-16,-10 5-1 0,-6 2 5 15,-4 0-3-15,-3 3 2 0,-3-1 3 16,-7 5-4-16,-3 1 1 0,1-1 2 15,-4 5-3-15,6-8 1 0,0 2 2 0,5-3-42 16,5 0-31-16,10-5 39 0</inkml:trace>
  <inkml:trace contextRef="#ctx1" brushRef="#br0" timeOffset="857">12609 8463 1499 0,'0'18'31'0,"3"9"-30"16,-1 7 1-16,-2 6-1 16,-5 5 2-16,-5-7 9 15,-3-7 8-15,-5-8 17 16,3-8 4-16,-5-8 4 16,2-7-6-16,-5-12-10 15,1-9-2-15,-6-13-12 16,5-8-2-16,13-5-4 15,5 4-2-15,15 9-3 16,0 10-3-16,15 16-3 16,6 8-2-16,2 15 0 15,5 7 1-15,2 6 2 16,8-2 0-16,8 1-66 16,7-8 50-16</inkml:trace>
  <inkml:trace contextRef="#ctx1" brushRef="#br0" timeOffset="1230.13">13032 8513 1508 0,'0'14'39'16,"3"10"-11"-16,9 9-28 16,-7 10 0-16,21 0 1 15,3-1 1-15,2 1 1 0,2-8 1 16,-12-3 5-16,-9-9 9 15,-17-12 15-15,-5-2 5 16,-13-13 4-16,-5-12-6 16,-7-24-12-16,2-14-7 15,0-32-6 1,10-22-4-16,3-29-4 0,10-5 0 16,7 18-2-16,6 21 1 15,12 49-2-15,3 24-2 16,5 30-3-16,2 7-1 0,-2 14 4 15,-3 7-2-15,0 0 4 0,-7 4 0 16,-3-1-2-16,-5-3 2 0,0 2 1 16,-5 1-1-16,-5-1 0 0,-5-2 3 15,2 0-3-15,-7-3 0 0,8-2 3 16,-1-6-4-16,0-6-80 0,8-11 60 16</inkml:trace>
  <inkml:trace contextRef="#ctx1" brushRef="#br0" timeOffset="1509.87">13409 8177 1676 0,'16'-7'41'16,"9"-9"-27"-16,8-1-3 16,-3-11-3-16,1 2-1 15,-12 1-5-15,-8 5 3 16,-6-5 1-16,-5 4 0 0,-10 1 1 15,-10 0-1-15,-6 15-6 16,-4 5-1-16,5 20-5 16,6 15-1-16,12 24 1 15,14 2 2 1,14 4 2-16,10-6 1 0,3-21 2 16,0-8 0-16,-1-22-3 15,2-8-33-15,-2-28 22 16</inkml:trace>
  <inkml:trace contextRef="#ctx1" brushRef="#br0" timeOffset="1773.46">13665 7810 898 0,'17'25'61'0,"4"16"56"15,2 9-93-15,9 14-16 16,-3 4 0-16,-6-4 32 15,-3-1 26-15,-5-13 34 16,-2-7 15-16,-11-17 1 0,-2-11-10 16,-5-12 6-16,0-12-6 15,-5-25-29-15,5-17-16 16,5-40-45 0,0-18-11-16,38-5-7 0,14 5 0 15,15 38-3-15,3 28-10 16,-16 45-87-16,-3 29 70 0</inkml:trace>
  <inkml:trace contextRef="#ctx1" brushRef="#br0" timeOffset="10532.97">22207 9083 936 0,'-23'-9'123'0,"-2"0"210"0,-3 0-304 16,-5-1-15-16,5-5-8 16,-1 1-2-16,-10-15 3 15,-7 0 5-15,-21-13 7 16,-19 4 3-16,-39 7-1 0,-17 5-5 15,-20 22-7 1,-8 4-2-16,-10 18-4 0,-6-4 0 16,15 2-1-16,10-3-1 15,29-4 0-15,8-3 1 16,0-2-1-16,15-4 0 16,22 0 0-16,17 0 0 15,35 5-1-15,7 4 0 16,15 1-2-16,2 9-1 0,2 9 3 0,1 1-2 15,-2 19 2-15,4 10 1 0,-3 12-1 16,4 6 0-16,5 11 2 0,5 11-3 16,0 3 1-16,10 4 2 0,0-2-4 15,2-12 2-15,-1-7 0 0,-3-15-1 16,2-4 0-16,3-7 1 0,-8-2-1 16,0 0 0-16,0 7 1 0,-5 5 0 15,3 1 0-15,2 7 1 0,3-10-1 0,6-3 0 16,-5-7 3-16,6-13-3 0,10-5 2 15,1-13 1-15,9-5-3 0,6-10 3 16,-3-9 1-16,10-2-4 0,5-6 2 16,3-8 1-16,4 0-3 0,6-3 1 15,10-3 2-15,6 1-3 0,12 0 1 16,15-3 1-16,0 0-3 0,5 1 1 16,0-6 2-16,-6 2-3 0,2 1 1 15,8 0 2-15,6 2-2 0,3-2 1 0,-7-3 0 16,-6-3-1-16,2 1 0 0,-14-1 2 15,7 4-3-15,-14 1 1 0,-16 4 2 16,-16 6-3-16,-16 1 1 0,-18 5 2 16,-11 2-2-16,-8 1 2 0,-7 2 4 15,-7 2 0-15,-1 1 9 0,0-5 5 16,0 1-1-16,0-9-1 0,0-5-6 16,-5-6-8-16,4-9-2 0,-2-8 1 15,-2-8-3-15,5-12 0 0,0-8 1 16,5-22-1-16,-1-9 0 0,1-7 1 0,-1 0-1 15,1 11 0-15,-5 7 2 0,3 4-3 16,-1 6 1-16,1 10 2 0,-1 6-3 16,-2 16 1-16,-2 12 1 0,-1 8-2 15,1 9 1-15,-1 6 1 0,1-4-2 16,-5 3 1-16,-7 1 2 0,-10-1-3 16,-14 3 1-16,-19 2 0 0,-14 4-1 15,-29-1 1-15,-24 4 1 0,-4 4-2 16,-11 3 1-16,-7 7 0 0,-6 7-1 0,-5 7-8 15,14 8-47-15,14 4 35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3" units="cm"/>
          <inkml:channel name="Y" type="integer" max="18845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9949" units="1/cm"/>
          <inkml:channelProperty channel="Y" name="resolution" value="1000.265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2-26T08:55:21.11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8">
        <inkml:traceFormat>
          <inkml:channel name="X" type="integer" max="12060" units="cm"/>
          <inkml:channel name="Y" type="integer" max="754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6-02-26T08:55:28.266"/>
    </inkml:context>
  </inkml:definitions>
  <inkml:trace contextRef="#ctx0" brushRef="#br0">14885 7073 916 0,'-14'0'83'0,"0"0"30"0,-5 0 6 0,0 0-40 15,-5 0-19-15,0 0-11 0,-5 0-10 0,6 0-11 16,-5 0-6-16,0 2-8 0,2 3-7 16,-2 3-3-16,-4-3-1 0,-1 3-2 15,-6 4 0-15,-3 1 3 0,-6 0-4 16,-8 2 1-16,-7 2 2 0,-4-6-3 15,-8 4 1-15,-2-5 3 0,-14-3-1 16,-2-1 7-16,10-1 6 0,4 0-1 16,13-3 1-16,0 1-2 0,-7-3-6 0,6 5-2 15,-3-3 0-15,2 3-6 0,-6-2 2 16,3 2 1-16,-2-2-3 0,5 2 1 16,14 5 1-16,6-3-3 0,-2 1 1 15,9 0 2-15,-7-6-2 0,7 3 0 16,8 0 1-16,-2-2-1 0,5-1 1 15,2-2 4-15,2-2-1 0,1-1 4 16,7 3 0-16,-2-2-2 0,-3 2 2 16,3 0 3-16,2 0-3 0,-2 0 4 0,2 0 0 15,3 0-5-15,-8 0 0 16,0-3-1-16,-2 3-5 0,-3-2 2 0,11 2 0 16,-6 2-3-16,2 1 1 0,6 2 1 15,-5-5-2-15,7 5 0 0,-2-5 1 16,-3 2-2-16,-7 1 1 0,0 2 2 15,2-2-3-15,0 2 1 0,0 2 3 16,3-2-2-16,2 3 2 0,-2-1 2 16,0 4-5-16,-6-1 1 0,1 2 0 15,2 1-2-15,1 2 1 0,1 1 0 0,6 4-2 16,0-2 1-16,-3 2 0 0,0 2-3 16,3 4 2-16,0 2 2 0,2 10-5 15,1 2 4-15,-1 6 0 0,0 4-3 16,3 9 2-16,-2 7 1 0,1 15-2 15,1 10 2-15,-5 8 1 0,7 7-1 16,3 6 1-16,3-2 0 0,4 5-1 16,6-1 1-16,-3 0 0 0,5 0-2 15,5-5 2-15,-2-4 0 0,5-1-2 0,-6 5 2 16,1 6 3-16,0 8-4 0,-3 2 1 16,-5 1 2-16,5-7-4 0,-5 0 2 15,0 2 1-15,0 4-2 0,-5 4 1 16,0 5 2-16,3-7-3 0,-3 2 1 15,-3 3 2-15,3 2-3 0,-5-5 1 16,0-10 2-16,0-7-3 0,0-6 1 16,-3 8 2-16,1 4-4 0,-1-4 2 15,-2 0 2-15,5-12-3 0,0-4 1 16,2-6 1-16,-2 7-2 0,5 14 2 0,-2 7 2 16,-1 14-3-16,3 7 3 0,0 1 1 15,5 2-3-15,0-1 0 0,-2-5 1 16,2-3-2-16,0-6 0 0,3-5 2 15,-1 0-3-15,6-10 1 0,-3 0 1 16,0-2-2-16,3-4 1 0,-5 4 2 16,-1-3-3-16,1 5 1 0,-6 9 2 15,3 0-3-15,-5 8 1 0,-2-4 2 16,-3-4-3-16,0 1 1 0,-3-4 2 0,3-2-3 16,-3-3 1-16,-2-6 1 0,0-5-2 15,3-3 1-15,-4-2 2 0,1-1-3 16,3-2 1-16,-3 3 1 0,-1-2-1 15,1 1 0-15,3-7 2 0,4-2-2 16,-4-3 0-16,4 0 3 0,-2-3-4 16,2-1 1-16,3 1 2 0,0-12-3 15,0 3 1-15,0-6 1 0,-5-7-1 16,0 0 0-16,0-8 1 0,0-5-2 0,3 3 1 16,-1-3 1-16,1-3-1 0,-1 6 0 15,0-8 0-15,3-2 0 0,-2-3 0 16,2-4 2-16,0-3-3 0,2 0 1 15,1-3 2-15,2 1-2 0,0-3 1 16,0 0 1-16,0-2-2 0,0-5 0 16,3 0 2-16,-3-5-3 0,10-4 0 15,-5-1 2-15,3 1-2 0,2-6 1 16,0 1 1-16,8-3-1 0,5-2 0 0,2 0 3 16,1-5-2-16,7 0 1 0,2-1 4 15,3-1-4-15,3 0 1 0,0-1 2 16,-1 1-5-16,6-2 0 0,12-5 2 15,8 4-3-15,15-3 0 0,3-2 2 16,2 0-5-16,-5-1 1 0,-2-1 3 16,-3 4-3-16,5-2 3 0,10-3 3 15,11 3-5-15,4-3 1 0,8-2 0 0,-5 5-4 16,-11 0 4-16,-1 2 2 16,2 0-3-16,15 1 3 0,3 6 4 0,2-6-3 15,-5 7 4-15,-15-5 0 0,-3 0-6 16,18 7 0-16,3-2 3 0,2 0-4 15,9 0 1-15,-23-3 2 0,-6 1-2 16,5-1 0-16,5 3 2 0,5-3-2 16,0 1 0-16,-6 2 1 0,-12 0-1 15,-11 2 0-15,1 3 3 0,4 0-4 16,9 0 1-16,13 0 3 0,-1-2-3 0,-2 1 1 16,-18-1 4-16,-7 2-5 0,-3-3 1 15,0 1 2-15,3 2-4 0,-3-3 1 16,-7 1 3-16,-13-3-4 0,-11 0 1 15,-7-3 2-15,-10 0-2 0,-5-2 0 16,0-2 2-16,-5-6-3 0,0-2 1 16,0-3 2-16,2-2-2 0,-2-3 0 15,0-5 2-15,2 0-4 0,3 0 3 0,0 0 1 16,3-2-3-16,-8 2 1 0,-3-5 1 16,-5 0-2-16,0 0 1 0,-7-5 2 15,-8 2-2-15,-2-2 0 0,-6-5 2 16,1-8-2-16,-6-5 1 0,0-7 3 15,-7-6-4-15,-3-7 1 0,1-7 2 16,-6-11-5-16,5-9 1 0,0-2 1 16,-2-1-4-16,3 4 4 0,11 7 1 15,-6 5-1-15,-1 5 1 0,3 9 2 16,-8 5-3-16,3 0 2 0,7 0 2 16,-9-1-4-16,7-4 1 0,-1 1 2 0,-4-4-3 15,3-7 0-15,-4-8 2 0,6-8-3 16,-2-11 1-16,4-1 0 0,0-5 0 15,1-3 0-15,4 0 0 0,-2-4 0 16,3-6 0-16,-3 3 1 0,-3 0-2 16,3 2 1-16,-5 8 1 0,2-6 0 15,-2 4 3-15,2 2 5 0,-2-3-1 16,-5 4 0-16,2 3 1 0,-2-7-7 0,0-6 0 16,7-9 0-16,3 2-3 0,0 3 1 15,3 1 0-15,-1 2-1 0,3-3 1 16,-5 1 1-16,0 4-3 0,0 3 2 15,-5 5 2-15,2-3-2 0,-7-7 1 16,0 4 2-16,-3 4-2 0,0 7 5 16,-2 5 6-16,2 0-2 0,-2 0 3 15,-3 0-3-15,1 0-6 0,-4 2 0 16,3 3 0-16,-2-2-4 0,2-3 1 16,6-5 1-16,4-5-3 0,0-3 0 0,6 8 2 15,-3-4-2-15,4 13 1 0,-4 5 1 16,0 5-1-16,3 5 0 0,-1 9 2 15,-5 6-2-15,1 0 0 0,-9 7 1 16,9 2-1-16,2-3-1 0,-6 1 2 16,4 2-2-16,-6-5 0 0,0-3 1 15,8 6-2-15,-3-6 1 0,-2 3 2 16,5 3-2-16,0 2 1 0,2 3 3 16,3 7-3-16,5 0 0 0,-5 5 2 0,3 1-3 15,-1 4 1-15,-2 8 0 0,3 0-1 16,2 5 1-16,-8 2 1 0,8 6-3 15,-4-1 1-15,0 2 2 0,-1 3-3 16,0 3 0-16,-2-2 2 0,-1 7-4 16,3-2 1-16,1 2-1 0,-5 0-6 15,4 0 1-15,-5 1 0 0,0-1-2 0,2 3 5 16,-4 2 4-16,-1-2-1 16,4 5 3-16,0 0 3 0,-1 3-3 0,5 6 4 15,-2-3 0-15,-4 0-3 0,1 2 1 16,0 2 0-16,0-5-2 0,2 5 0 15,-9 0 1-15,-5 0-2 0,-2 0 1 16,-11 2 1-16,-3-2-2 0,-3 0 1 16,-6 0 0-16,3 3 0 0,-7 2 0 15,3 0 1-15,5 0-2 0,5 0 1 16,-4 0 0-16,-1 3-1 0,-11-3 1 16,-7 5 1-16,0-2-2 0,-7 4 1 0,-7 1 1 15,-5 0-2-15,-6 4 1 0,-4 1 1 16,9 2-2-16,9-2 0 0,2 0 2 15,-2-2-2-15,-4 3 1 0,3-6 2 16,-10 2-4-16,2 0 2 0,5-2 1 16,-6 2-1-16,11-2 0 0,4-3 1 15,1-4-2-15,10 1 1 0,-2-2 1 16,5 0-1-16,7 0 0 0,3 0 2 16,0-3-2-16,0 1 2 0,4-1 1 0,-3-1-3 15,4 1 0-15,10-2 2 0,0 3-3 16,13-1 1-16,0-2 2 0,7 0-3 15,2 3 1-15,-3-3 1 0,8 0-2 16,-3 0 1-16,4 0 2 0,-1-3-4 16,-3 3 2-16,4 0 2 0,-3-4-4 15,3 4 2-15,-2 0-1 0,-1-3-66 16,3-3 49-16</inkml:trace>
  <inkml:trace contextRef="#ctx0" brushRef="#br0" timeOffset="4231.31">27850 7106 1074 0,'-7'0'88'0,"1"-3"60"0,2 1-37 0,4 0-44 16,4 2-13-16,20-1-26 15,14-1-8-15,33-1-13 16,15-2-3-16,23-5-1 16,10 0 0-16,14 0 0 15,5-1 0-15,5-1 0 16,-1-3 0-16,-13 7 0 15,-20 0-1-15,-30 3-1 16,-16 3 0-16,-25-3 0 16,-10-2 0-16,-22 1 1 15,1-4 0-15,-14-5 1 16,-7-8-1-16,-6-5 2 16,0-5 0-16,2 8 1 0,0 4 6 15,8 9-4-15,0 7 2 0,6 0-1 16,4 5-4-16,0-3 1 0,4 1 3 15,6 2-4-15,3 2 1 0,7 3 0 0,8 0-5 16,2 0 0-16,3 0 2 0,5-2-2 16,10 2 0-16,3-4 2 0,2 4-4 15,0-1 2-15,-9-1 2 0,-1 2-3 16,-8-3 1-16,-5 6 1 0,-9 2-2 16,-9-2 0-16,-7 9 0 0,-2 2-6 15,-6 8 2-15,-7 8 3 0,-12 3 0 16,-6 3 1-16,-10 2 4 0,-8-2-4 15,-2-3 1-15,2-3 3 0,1-7-3 0,9-5 2 16,12-8 1-16,10-5-3 0,4-7 1 16,5-1-3-16,8-4-47 0,9-9 35 15</inkml:trace>
  <inkml:trace contextRef="#ctx0" brushRef="#br0" timeOffset="4647.84">30099 6564 1388 0,'0'0'66'0,"5"-12"2"0,8-4-4 16,15-27-37-16,5-8-11 16,15-10-9-16,2 8-5 15,-7 16 0-15,-7 16-1 16,-21 13 1-16,-2 9 1 15,-6 16-1-15,1 8-1 0,2 21 0 16,-2 8 1-16,-6 16-1 16,1-7 0-16,-3-7 0 15,2 0 1-15,3-13-1 16,8-3-18-16,17-2 11 16</inkml:trace>
  <inkml:trace contextRef="#ctx0" brushRef="#br0" timeOffset="4941.58">31487 6352 1455 0,'-38'-4'41'0,"0"2"-20"0,-7 12-7 16,-1 10-3-16,3 14 0 16,5 8 1-16,10 9 2 15,10 7 2-15,18-2 0 16,11 2-3-16,11-7-3 16,11-8-2-16,15-5-2 15,11-10-2-15,14-8-28 16,3-10-60-16,-7-15 51 15</inkml:trace>
  <inkml:trace contextRef="#ctx0" brushRef="#br0" timeOffset="5191.7">31657 6519 958 0,'-5'-19'128'0,"7"4"140"15,1 0-163-15,7 10-43 16,13 0-21-16,-3 15-20 15,3 5-7-15,7 18-9 0,-7 6-1 16,0 11 0-16,-3 3 0 16,-7-8 0-16,2 1 0 15,-12-18-1-15,-1-5 3 16,-2-8 9-16,0-15 12 16,-5 5 15-16,-2-15-1 15,-4-17-9-15,1-7-13 16,5-29-15-16,13-13-6 15,4-3-50-15,9 3-69 0,-1 23 70 16</inkml:trace>
  <inkml:trace contextRef="#ctx0" brushRef="#br0" timeOffset="5421.04">32136 6442 808 0,'33'11'25'15,"0"6"-11"-15,2 8-3 16,-3 6 11-16,-8 5 17 16,-5 6 44-16,-8-3 13 0,-11-1 19 15,-10-3-3-15,-15-5-11 16,-6-7-1-16,-2-13-12 16,-2-4-9-16,12-12-25 15,5-7-16-15,11-17-50 16,4-16-175-16,16-30 121 15</inkml:trace>
  <inkml:trace contextRef="#ctx0" brushRef="#br0" timeOffset="5818.18">32447 6562 610 0,'13'55'29'16,"7"4"8"-16,3 6-1 15,-3-4 2-15,2-6 7 16,-6-6 23-16,-3-8 67 0,-8-4 22 16,-1-12 26-16,-9-7-20 15,-4-8-53-15,6-7-15 16,-7-8-20-16,-5-11-9 16,-5-21-28-16,-3-14-11 15,5-20-21-15,2-18-3 16,12-27-5-16,8-3-3 15,17 2 0-15,5 16 0 16,8 36 3-16,-1 26 1 0,-7 29-1 16,2 6 1-16,-5 13-2 15,-3 4 2-15,-2 2-1 0,-3 5 1 16,-5-1 1-16,-2 1-2 0,-4 2 1 16,-8-2 2-16,-1-1-2 0,-8 0 1 15,-2-1 5-15,-3-7-4 0,-8 1 2 16,-2 0-1-16,-1-4-28 0,3-2-151 15,6-6 120-15</inkml:trace>
  <inkml:trace contextRef="#ctx0" brushRef="#br0" timeOffset="6367.54">33096 6305 533 0,'-3'56'14'0,"-2"7"10"0,4 3 41 0,1-5 63 0,1-7 37 0,-1-19 34 15,8-9-22-15,-6-17-18 16,-2-8-16-16,12 1-28 16,-6-15-18-16,22-20-41 15,7-20-22-15,20-33-20 16,12-8-3-16,14-5-4 15,4 8-1-15,-8 16-2 16,-11 14-1-16,-18 20 0 16,-6 9-1-16,-18 18-1 15,-4 0 0-15,-20 13-4 0,4 1-24 16,-3-4 17-16</inkml:trace>
  <inkml:trace contextRef="#ctx1" brushRef="#br0">32305 18535 0,'41'-74'0</inkml:trace>
  <inkml:trace contextRef="#ctx1" brushRef="#br0" timeOffset="4681.03">24128 17597 0,'0'0'0</inkml:trace>
  <inkml:trace contextRef="#ctx0" brushRef="#br0" timeOffset="71779.83">28759 8109 693 0,'-33'-28'76'0,"0"3"66"0,0 12 10 0,9 8-34 16,0 5-22-16,4 18-56 16,2 10-15-16,-1 25-16 15,5 12 0-15,14 8-1 16,0-6 0-16,18-14-2 16,10-12-1-16,16-14-2 0,8-11 2 15,9-16 1 1,-3-4 2-16,-12-18 2 0,-6-8 1 15,-16-13 0-15,-5-10-2 16,-11-11-2-16,-8-2-2 16,-8 11-2-16,-2 12 0 15,5 20-1-15,1 23-1 16,-1-5-1-16,5 15 0 0,-1 8 0 16,-3 10-1-16,4 7 0 0,0 11 1 0,4-3-1 15,1 5 0-15,5-3 2 0,5-4-2 16,6-3 1-16,4-3 2 0,-5 1-2 15,-1-3 0-15,0-3 2 0,-5-3-3 16,0-3 1-16,-4 0 1 0,0-8-2 16,-10 1 2-16,0-6 7 0,-10-1 5 15,-5 2 5-15,-8-2 2 0,-10-1-9 16,-10-4-3-16,0 0-2 0,0-3-4 16,5-4 3-16,5-8 1 0,9-8-19 15,13-11 11-15</inkml:trace>
  <inkml:trace contextRef="#ctx0" brushRef="#br0" timeOffset="71993.31">29390 8233 674 0,'-8'42'91'0,"3"1"28"0,0 9 14 16,5-7-6-16,0-4-57 16,5-8-23-16,10-5-25 15,-2-3-2-15,20-7-42 16,2-11 22-16</inkml:trace>
  <inkml:trace contextRef="#ctx0" brushRef="#br0" timeOffset="72131.48">29415 7752 1151 0,'-18'-3'26'0,"8"6"-18"16,23 17-8-16,7 8 0 16,18 12 2-16</inkml:trace>
  <inkml:trace contextRef="#ctx0" brushRef="#br0" timeOffset="72419.69">29559 8311 1268 0,'-7'5'37'16,"7"1"-17"-16,13 6-12 16,9 1-3-16,6-6 1 15,0 1 0-15,2-8 2 16,-2-2 3-16,-10-9 3 15,-8-9 2-15,-10-8-3 16,0-7-1-16,-15 2-3 16,-3 3 2-16,-2 19 1 15,-3 14-1-15,5 25-3 16,3 15-4-16,8 18-3 16,7 1 2-16,12-10-1 15,16-7 1-15,5-14 3 16,13-9 3-16,4-17-12 0,-4-7 5 15</inkml:trace>
  <inkml:trace contextRef="#ctx0" brushRef="#br0" timeOffset="72619.98">30043 7822 1075 0,'5'6'32'16,"3"9"1"-16,7 28-12 15,3 18 15-15,7 35 16 16,-2 10 4-16,0-2-12 16,0-8-11-16,-1-22-14 15,4-18-2-15,9-18-8 16,6-8-1-16</inkml:trace>
  <inkml:trace contextRef="#ctx0" brushRef="#br0" timeOffset="72947.07">30656 7734 870 0,'3'35'39'0,"7"14"9"16,-2 32 31-16,-1 15 12 16,-2 18-3-16,-5 0-13 15,-12-15-39-15,-6-13-12 16,-15-23-8-16,-8-12 1 15,-2-18 4-15,-2-11 5 0,4-22 3 16,3-12-1-16,21-31-9 16,6-11-5-16,29-22-9 15,15 0-1-15,20 21-2 16,8 22-2-16,7 38 0 16,8 20 0-16,0 16 1 15,8 4 1-15,7-4 3 16,-5-3 1-16,-5-10-3 0,-5-4-16 15,-25-10 10-15</inkml:trace>
  <inkml:trace contextRef="#ctx0" brushRef="#br0" timeOffset="76176.16">31188 7650 570 0,'8'-5'78'0,"-3"3"101"0,-2 2 10 0,-6 0-28 15,-5 0-27-15,-17 2-78 16,-13 1-26-16,-35 7-10 16,-21-5-5-16,-25-2-6 0,-3 2-1 15,-4-6-3-15,-9-1 0 16,-32-1-3-16,-13 1 1 16,-10 2-2-16,0 2 0 15,10-1 0-15,8 1-1 16,15-2 0-16,8 0 2 15,35-2-2-15,-3 2 1 0,-7-1 0 16,6-1 0-16,8-6-1 16,15 3 0-16,46-2 0 15,3 2 0-15,26 2 2 0,2-2-2 16,8 3 0-16,6 1 2 0,4 1-3 16,0 0 0-16,0 0 1 0,0 0-2 15,0 0 1-15,-1 6 1 0,1 1 0 16,-5 6 0-16,1-1 0 0,0 4 0 15,-1 4 0-15,-4 3 0 0,3 10 0 16,-3 2 0-16,4 11 0 0,1 9 0 0,4 11 0 16,0 15 2-16,0 8-2 0,3 0 1 15,3-13 3-15,4-14-4 0,2-13 2 16,-1-6 2-16,-1-7-3 0,9 2 2 16,-10-5 2-16,6-3-4 0,-3 0 3 15,-2 1 0-15,-4-3-4 0,4 1 3 16,-1-5 0-16,-4 0-3 0,5 0 1 15,-6 1 1-15,1-2-2 0,0-5 1 0,4 1 2 16,4-13-3-16,3-1 2 0,8-2 2 16,4-3-3-16,6-5 2 0,13 1 0 15,5-5-3-15,15 8 0 0,4 1 2 16,-5 5-2-16,-3 4 0 0,3 3 3 16,0 5-3-16,10-3 0 0,10-2 3 15,9 1-3-15,13 0 1 0,-7-1 2 16,0-4-3-16,-17 1 2 0,-13-4 0 15,0-4-2-15,2-1 0 0,6-5 2 16,12-11-2-16,3 4 0 0,0 1 2 0,-1-3-2 16,-12 6 0-16,-5 3 1 0,-10 5-2 15,-2-2 1-15,-1 4 2 0,0 1-3 16,6-3 1-16,-1 4 1 0,-7-4-2 16,-8 0 1-16,-7-4 1 0,-6 1-1 15,-7-2 0-15,3-1 2 0,-1 2-3 16,0-1 1-16,-2-1 1 0,0 1-1 15,-10 1 0-15,2-1 1 0,-2 0-1 16,0 1 0-16,0 0 1 0,-3 3-1 16,3-4 0-16,-5 0 1 0,4-2-1 0,-4 0 0 15,2-1 2-15,-2 2-2 0,-3-8 1 16,1 4 2-16,-1-4-3 0,0-1 2 16,10 1 1-16,-2-5-3 0,8 0 1 15,-4-5 2-15,4 1-2 0,-3-1 1 16,-6-2 2-16,1 0-4 0,-8 2 2 15,-2-4 1-15,-8-1-3 0,0 0 2 16,-10 1 2-16,-5-5-4 0,0-5 2 0,-8-5 1 16,-2-5-4-16,2-8 1 0,0-2 2 15,-7-6-2-15,15 4 0 0,-5 4 1 16,7 3-1-16,1 12 0 0,-9 8 1 16,1 8-1-16,-8 7 0 0,1 3 1 15,-9 2-3-15,-12 3 1 0,-13 5 2 16,-12 3-2-16,-8 7 1 0,-18 2 1 15,-30 11-48-15,-23 0 35 0</inkml:trace>
  <inkml:trace contextRef="#ctx0" brushRef="#br0" timeOffset="77671.37">29610 10215 997 0,'18'-9'83'0,"12"-7"57"16,8-2-43-16,18-14-46 16,10-2-10-16,17-13-15 15,14-2-4-15,17-14-7 16,0-8-2-16,-13-10-5 15,-10-7 1-15,-35 6-3 16,-8 7-1-16,-23 18 1 16,-7 9 0-16,-18 15 2 15,-5 8 1-15,-5 12 2 0,-3 3 0 16,-4 5-4-16,-4 6-1 16,-17 8-3-16,-5 1-2 15,-15 8 1-15,-3-3-1 16,13-9 0-16,5 1 1 15,25-7-2-15,8-4 3 0,13-4-3 16,4-2 1-16,6-1 0 0,7-7-1 16,6 3 0-16,9-3 1 0,0 8-2 15,1 0 1-15,-1 1 1 0,-4 4-2 0,-3 4 1 16,2 1 0-16,3-2-1 0,-3 2 1 16,3 0 2-16,0 0-3 0,-5 0 1 15,-3 0 2-15,-2-2-2 0,-3 2 1 16,-12 0 1-16,-8 0-3 0,0 0 1 15,0 0 1-15,0 5-1 0,-2 5 1 16,-6 9 2-16,-5 4-1 0,-2 5 1 16,5 3 2-16,-3 2-4 0,8 4 2 15,-2-8 0-15,2 8-3 0,0-3 1 0,-1 3 1 16,1 6-2-16,3-10 1 0,-1 0 0 16,1-7-1-16,-1-3 2 0,3-1 2 15,0-7-3-15,0-2-15 0,10 2 11 16</inkml:trace>
  <inkml:trace contextRef="#ctx0" brushRef="#br0" timeOffset="77812.2">30023 10950 1076 0,'-20'17'40'0</inkml:trace>
  <inkml:trace contextRef="#ctx0" brushRef="#br0" timeOffset="78045.7">29866 10717 1099 0,'0'0'66'0,"0"5"43"15,3 15-41-15,2 13-7 16,7 13-6-16,3 12-12 16,3 3-17-16,5 2-7 15,5-2-8-15,-3 5-2 0,3 2-3 16,-3 0 0-16,-7-4-2 16,-3-6-27-16,6-25 17 15</inkml:trace>
  <inkml:trace contextRef="#ctx0" brushRef="#br0" timeOffset="78214.3">30200 11011 1294 0,'-40'-8'64'16,"-1"-2"-6"-16,-2 10-13 16,0 5-9-16,-13 5-22 15,-4 0-4-15,-4 8-4 16,-2 0 0-16,11-3-3 15,7 0 1-15,25-12-3 16,13 7-1-16,32-10 0 16</inkml:trace>
  <inkml:trace contextRef="#ctx0" brushRef="#br0" timeOffset="78742.89">30466 10879 1106 0,'5'10'89'15,"3"8"40"-15,2 4-12 16,-5 11-55-16,-7 5-11 16,-19 3-15-16,-4-1-7 0,-18 1-12 15,-8-8-4-15,11-10-4 16,4-6-1-16,19-19 0 16,9-13-2-16,16-28-5 15,12-13-3-15,15-7-2 16,3 4 0-16,5 19 2 15,-10 14 1-15,-10 24 0 16,0 7-2-16,2 23 1 16,6 5 1-16,2 5 1 15,5 0 0-15,2-10 1 16,3-6 0-16,-2-11 1 0,-6-4-11 16,-15-7-13-16,-7-5-9 0,-8-5-49 15,-2-5-38-15,-1-8-48 0,-7-2-68 16,3-6-3-16,-6-2 52 0,0 3 78 15,1-1 124-15,-1 9 133 0,8 6 69 16,0 9 13-16,0 2-37 0,0 2-78 16,5 1-68-16,-2 2-26 0,7 7-12 0,5 4-1 15,-2 9 0-15,7 5-5 0,0 5 1 16,-7 1 0-16,7-1-4 0,-2 1 1 16,-5-3 1-16,-6-3-2 0,4-5 4 15,-12-10 13-15,1-2 7 0,-5-8 9 16,-5 0 8-16,0-5-12 0,-2-5-6 15,-4-11-6-15,4-11-13 0,-4-7-1 16,11-11-1-16,10-1-4 0,1-2 0 16,19 0 2-16,-5 7-4 0,8 11-3 15,2 12-21-15,-2 13-76 0,0 10 65 0</inkml:trace>
  <inkml:trace contextRef="#ctx0" brushRef="#br0" timeOffset="79063.92">31307 10856 1229 0,'5'13'50'0,"1"12"-1"0,1 0-4 0,-4 1-14 15,-3-4 2-15,-16-6 4 16,-1-4 5-16,-14-4 1 0,-2-6-9 16,3-9-13-16,-3-11-7 15,20-17-9-15,6-11-2 16,27-7-2-16,13 0 0 15,5 20-1-15,0 15 0 16,-13 21-2-16,-4 17-1 16,-1 15 1-16,-2 11 2 15,-1 10 3-15,1 4 4 16,-8 9 5-16,-5 4 0 0,-5-2 2 16,-7-2-3-16,-6-16-6 15,0-10 3-15,-4-10-6 0,1-10 3 16,-1-3 1-16,4-5-4 0,5-12-20 15,6-6 13-15</inkml:trace>
  <inkml:trace contextRef="#ctx0" brushRef="#br0" timeOffset="79363.95">31553 10866 1377 0,'0'8'38'15,"10"2"-19"-15,8-5 3 16,12-5 4-16,8-10-1 16,5-8-7-16,3-2-4 15,-13-8-7-15,-5 3 0 0,-26-6-2 16,-7 3 5-16,-23 6 3 16,-10 9 2-16,0 15 1 15,-7 8-3-15,12 21-5 16,3 7-1-16,7 7 0 15,10 6-1 1,13 0-1-16,0-8-2 0,23 0 0 16,2-5 0-16,18-15 1 15,5-6 1-15,8-19-57 16,10-13 40-16</inkml:trace>
  <inkml:trace contextRef="#ctx0" brushRef="#br0" timeOffset="79551.67">31984 10299 1292 0,'12'-13'63'0,"1"13"33"15,2 38-50-15,-2 15-5 0,7 31 6 16,-2 9-3 0,2-1-15-16,-5-1-6 0,-2-15-12 15,-3-8-4-15,8-15-38 16,-3-9-288-16,-5-27 217 15</inkml:trace>
  <inkml:trace contextRef="#ctx0" brushRef="#br0" timeOffset="79686.95">32274 10582 1554 0,'-37'-7'47'0,"2"9"-21"15,-8 8-5-15,-11 16-10 16,-4 2-11-16,2 5-1 15</inkml:trace>
  <inkml:trace contextRef="#ctx0" brushRef="#br0" timeOffset="96771.78">11672 7465 586 0,'-3'-30'26'0,"3"5"51"0,0 12 14 0,-2 10 19 16,-3 8-4-16,-6 11-45 15,-4 4-23-15,-8 18-5 16,-10 3 6-16,-10 12 5 16,-7 0-7-16,2-3-14 15,2-1-6-15,8-11-9 16,13-5-43-16,10-18 25 16</inkml:trace>
  <inkml:trace contextRef="#ctx0" brushRef="#br0" timeOffset="96915.63">11228 7465 740 0,'5'16'25'16,"11"4"0"-16,11 3-11 16,22-3 5-16,11-2 3 15,29-8 9-15,7-5-31 16,-15-5 4-16</inkml:trace>
  <inkml:trace contextRef="#ctx0" brushRef="#br0" timeOffset="97523.9">8637 7088 897 0,'0'-5'99'0,"-4"5"60"0,-1 5-44 0,-14 28-81 16,-5 10-8-16,-20 38-6 0,-16 10-3 15,-6 3-4 1,-2-8-4-16,11-30-1 0,10-13 1 16,19-28 0-16,8-7-223 15,15-31 154-15</inkml:trace>
  <inkml:trace contextRef="#ctx0" brushRef="#br0" timeOffset="97680.2">8096 7012 798 0,'15'38'42'0,"13"8"3"15,15 12 5-15,37 3 1 16,15 2-7-16,19-12-25 15,0-6-3-15</inkml:trace>
  <inkml:trace contextRef="#ctx0" brushRef="#br0" timeOffset="152520.15">32736 14523 711 0,'0'-3'102'0,"0"3"59"0,0 0-44 16,0 0-22-16,-5 0-39 16,-10 3-17-16,-26-3-17 15,-23 7-12-15,-49 1-5 16,-9 2 1-16,-12-2 1 16,0-3 1-16,-18-5 0 15,-18 0-1-15,-7-3-3 16,-3 1-1-16,13 2-1 15,2 0-1-15,-5 0 0 16,6 0 0-16,22 0-1 16,5 0 1-16,18 5-1 15,-5 2 0-15,0 3 0 16,12 1 1-16,39 1-1 0,7-2 1 16,28-2-2-16,8 0 1 0,2-3 1 0,10 0-1 15,5 0 0-15,3-3 1 0,5 1-2 16,0-1-1-16,0 1 2 0,5-3-3 15,0 0 2-15,0 0-1 0,0 0-3 16,0 2 2-16,0 4 2 0,0 4-1 16,3 0 2-16,-3 0 0 0,2 5-1 15,-2-2 1-15,3 2 0 0,-1 3-1 16,1 4 1-16,-1 4 1 0,3 2-1 16,0 10 3-16,0 0 0 0,6 10-1 0,1 4 0 15,3 2 1-15,-2 1-3 0,2-7 1 16,3-9 1-16,-5-2-2 0,2-8 1 15,-5 1 1-15,0 1-2 0,0 3 0 16,-2-1 1-16,-1 0-1 0,1 0 0 16,-3 6 3-16,3 3-3 0,-1 2 1 15,3 3 1-15,-4-9-2 0,1 0 0 16,3-10 2-16,-7-9-2 0,4 0 1 16,-2-13 1-16,-5-2-1 0,3-4 6 0,7 1 12 15,-12-1 5-15,2-1 5 0,10-3-3 16,-13-1-13-16,8-5-7 0,13 2-2 15,-13-3-3-15,18 1 0 0,2 1 1 16,1-1-2-16,9 6 0 0,8-5 3 16,10 8-3-16,6-4 0 0,6 0 1 15,-4 0-1-15,5-2 0 0,-3 1 2 16,3-3-3-16,15-1 1 0,13-1 2 16,10-1-3-16,-3 1 2 0,3-3 1 15,-10 4-2-15,-11 2 1 0,-2 2 0 0,-2 1-2 16,7 1 2-16,-2 1 0 0,4 1-2 15,-7-1 1-15,-10 1 2 0,-10-3-3 16,-10 1 1-16,-16 0 2 0,-2-1-3 16,-2 4 1-16,-2 1 1 0,-3 0-1 15,0 0 0-15,-6 0 0 0,0 0 0 16,-7-4 0-16,2 3 2 0,0 1-3 16,2-5 1-16,-1 3 1 0,-1 0-2 15,1-3 2-15,-9 2 2 0,6-3-2 0,-3 1 3 16,5-5 3-16,3-2-3 0,5 0 0 15,7-6 0-15,-2-2-3 0,10-6 1 16,0-7 1-16,-5-7-2 0,9-6 1 16,-8-8 1-16,-4-11-3 0,3-3 0 15,0-6 3-15,-1 6-4 0,-3 5 2 16,-4 12 1-16,2 10-3 0,-6 6 2 16,-8 5 0-16,2 7-1 0,-10-2 0 15,0 7 1-15,-2 3-2 0,1-1 1 0,-4 1 2 16,1 0-2-16,-1 0 0 0,0 0 1 15,0-3-1-15,-5 5 0 0,5-2 2 16,-3 2-3-16,-2 1 1 0,0-1 2 16,0 3-3-16,-10 0 1 0,-8 2 1 15,-5 6-2-15,-17 2 1 0,-6 5 0 16,-25 5 0-16,-15 0 0 0,-8 0 2 16,0 0-2-16,16-2 0 0,19 2-3 0,16 0-100 15,5-2 74-15</inkml:trace>
  <inkml:trace contextRef="#ctx0" brushRef="#br0" timeOffset="152930.23">31771 14632 959 0,'-8'-31'95'0,"3"13"25"0,0 11-16 0,3 25-84 15,-3 17-18-15,5 31 1 16,-3 20 6-16,3 41 6 16,10 10 3-16,5 6-1 15,3-13-3-15,10-36-5 0,2-21 0 16,3-18 3-1,-5-12-6-15,-2-17-2 0</inkml:trace>
  <inkml:trace contextRef="#ctx0" brushRef="#br0" timeOffset="153348.71">30821 14583 696 0,'5'6'12'0,"-2"14"-16"0,2 15-1 0,-8 31 7 0,3 28 5 15,3 43 6-15,4 10 0 16,19-4-1-16,4-14 0 16,8-44 8-16,5-17 5 15,-5-17-14-15</inkml:trace>
  <inkml:trace contextRef="#ctx0" brushRef="#br0" timeOffset="153695.75">30449 14806 394 0,'-3'-12'66'16,"-4"-3"33"-16,1-3 30 15,1 5 1-15,3 3-31 16,-3 0-30-16,2 10-48 16,3 7-14-16,5 34-18 15,-5 25-1-15,0 53 10 16,0 18 3-16,5 1 8 0,3-10 4 15,10-42 15 1,5-10-18-16,4-24-1 0</inkml:trace>
  <inkml:trace contextRef="#ctx0" brushRef="#br0" timeOffset="161214.34">29709 13312 456 0,'-36'10'34'0,"1"0"11"0,2 18-21 16,3 6-10-16,7 18-11 16,3 6-2-16,17 8 8 15,13 0 2-15,13-8 8 16,7-9 4-16,8-14 9 15,0-12 6-15,3-18-2 16,2 2 3-16,5-4 8 16,0-3-76-16,3 0 30 15</inkml:trace>
  <inkml:trace contextRef="#ctx0" brushRef="#br0" timeOffset="162911.1">29858 13317 878 0,'-5'-15'96'0,"5"3"43"0,-2 6-64 0,2 2-41 15,5 11-43-15,-3 10-11 16,14 31 5-16,1 16 5 16,4 32 5-16,9 8 4 0,-7-10 1 15,5-13 1-15,-13-33 4 16,-8-15 5-16,-4-18 57 15,-6-10 12-15,-2-5 14 16,-7-8 0-16,-1-14-56 16,0-11-11-16,-2-28-17 15,0-18-4-15,10-16-3 16,2 3-1-16,8 16 0 16,11 16-1-16,-1 31 0 15,3 10 0-15,2 13 1 0,10 3-6 0,8 3-130 16,-2 0 96-16</inkml:trace>
  <inkml:trace contextRef="#ctx0" brushRef="#br0" timeOffset="163160.2">30449 13259 665 0,'15'-8'21'0,"5"6"-17"0,3 5-5 16,2 19-4-16,-2 6 0 15,-3 20 8-15,-7 1 3 16,-5 6 43-16,-3-2 42 16,-13-13 71-16,-7-4 19 15,-8-13-31-15,-7-6-36 16,4-14-67-16,1-8-18 16,12-27-12-16,6-12-5 15,9-27-10-15,6-5-73 16,10 8 50-16</inkml:trace>
  <inkml:trace contextRef="#ctx0" brushRef="#br0" timeOffset="163582.07">30836 13474 310 0,'13'68'43'0,"7"-2"36"15,-7-2 1-15,-1-16 30 16,-6-5 16-16,-6-15 19 16,0-13 7-16,-3-5-16 15,1-10-8-15,-9 0-27 16,-4-10-20-16,-3-18-52 16,-7-18-12-16,-8-37-10 15,5-16 0-15,8-15-3 0,5 1-3 16,12 16-1-16,11 9-3 15,12 21-5-15,8 9 0 16,15 26 0-16,-7 21 2 16,7 21 6-16,-3 14 2 15,-9 5 1-15,-1 0-1 16,-17-2 1-16,-6-7-1 0,-7-2 4 16,-7-3-1-16,-9-1 1 0,-6 1 0 15,-9 2-4-15,-2-2 2 0,-7-2-1 0,4 2-2 16,3-9 1-16,5 3 2 0,18-6-4 15,10 0 1-15,5-1-41 0,8-2 27 16</inkml:trace>
  <inkml:trace contextRef="#ctx0" brushRef="#br0" timeOffset="163786.57">31140 13535 730 0,'10'-5'48'0,"8"-8"35"0,7-7-12 0,13-6-19 16,3 4-6-16,7 9-1 16,3 8-117-16,-3 5 63 15</inkml:trace>
  <inkml:trace contextRef="#ctx0" brushRef="#br0" timeOffset="164002.99">31604 12657 926 0,'-20'20'11'0,"-1"17"-20"0,6 9-7 15,7 28 16-15,-4 2 15 16,12 2 15-16,5-9-3 16,10-9-10-16,5-7-4 15,8-9 20-15,5 6 8 16,-2-2-270-16,1-5 190 16</inkml:trace>
  <inkml:trace contextRef="#ctx0" brushRef="#br0" timeOffset="164161.1">31827 12970 736 0,'-41'-18'32'0,"-7"13"0"16,-5 15-5-16,-13 16-14 16,0 9-4-16,15-2-72 15,13-8 46-15</inkml:trace>
  <inkml:trace contextRef="#ctx0" brushRef="#br0" timeOffset="164460.01">31850 13018 343 0,'-8'41'22'0,"10"4"7"15,4-2-4-15,11-7-4 16,4-6 0-16,1-12 44 15,1-8 24-15,2-15 25 0,-2-5 3 16,-2-13-41-16,-6-10-20 16,-8 0-24-16,-2 3-7 15,-2 13 0-15,-3 16-6 16,0 19-5-16,-8 13-2 16,-2 26-3-16,-2 7 6 15,-9 17 25-15,6 2 11 16,0 1-1-16,5-3-4 0,7-20-17 15,3-11-4-15,13-14-17 16</inkml:trace>
  <inkml:trace contextRef="#ctx0" brushRef="#br0" timeOffset="164831.6">32171 13335 501 0,'-2'7'18'0,"-1"19"-11"16,3 4 3-16,5 11 0 16,-2 7 0-16,-1-15-4 15,-2-2 1-15,0-14 119 16,-2-10 46-16,-6-12 36 16,-10-15 0-16,-7-28-122 15,-3-15-53-15,5-20-39 16,6-12-6-16,14-5 1 0,8-5 0 15,13-6-5-15,5 13-4 16,5 31-4-16,-3 20 3 16,0 42 12-16,-2 10 8 15,5 27 16-15,-13 3 6 16,5 16 9-16,-7 2-3 16,-5-12-11-16,-3 0 6 0,-8-13-9 15,-12-4 4-15,2-6 4 0,-2-3-9 16,0-6-1-16,5 1 1 0,2-3-5 15,3-2-1-15,5 2-1 0,0 1-42 0,5 3-191 16,3 3 153-16</inkml:trace>
  <inkml:trace contextRef="#ctx0" brushRef="#br0" timeOffset="165062.68">32480 13231 986 0,'33'-18'117'0,"3"-5"75"15,-1-2-95-15,2-7-48 0,-8 8-37 16,1 0-5-16,-2 8-4 0,-5-2 0 15,-5 0 2-15,-8-1-3 0,-5-5 4 0,-1 5 1 16,-4-4-1-16,-9 3 3 0,-6 9 2 16,-3 1-2-16,-10 10 1 0,5 7 0 15,-2 12-6-15,-3 0-1 0,0 4 0 16,3 5-3-16,2-3 3 0,18 4 2 16,15-1 1-16,13-4 2 0,10-5-1 15,10-2-3-15,5-2 1 0,8-5 0 16,2-5-3-16,3-4-2 0,-4 3-98 15,-3-4 69-15</inkml:trace>
  <inkml:trace contextRef="#ctx0" brushRef="#br0" timeOffset="203520.8">9106 1671 538 0,'-13'-5'37'0,"-1"1"10"0,5 4-3 0,9 0-24 0,0 5-8 15,18 3 0-15,11-1 11 16,28 1 33-16,10-1 7 15,31-4 4-15,3-1-9 16,0 5-29-16,-2 2-8 16,5 1-10-16,2 0-1 15,13 3-1-15,-1-3 0 16,-5-3 3-16,-12-2 0 16,-27-2 2-16,-14-3 1 15,-19-8 2-15,-11 1 4 0,-17 2 29 16,-13 5 6-16,3 0 0 15,-3-3-7-15,-5 6-34 16,-6 7-7-16,-1 5-9 0,-1 13 0 16,0 15 1-16,3 5-2 0,8 10 2 15,-1 3 1-15,6 0-2 0,4 1 2 16,-2-10 1-16,8 5-2 0,-3-5 2 16,3 6 1-16,-3 3-3 0,0 1 3 15,0 4 0-15,-5 5-2 0,0 0 1 16,3 3 2-16,0-4-3 0,-1-9 1 0,-4-7 1 15,-3-9-2-15,0-5 1 0,0-7 0 16,2-10-1-16,-4-7 5 0,-3-4 13 16,-3-6 5-16,3-1 9 0,-3-1 4 15,3-3-8-15,0 3-3 0,-10-4 0 16,2 0-8-16,-7-4-1 0,-3-1-1 16,-2 0-7-16,-3 4-1 0,-5-4 0 15,0 0-7-15,-5 5 2 0,-7 0 0 0,-10 5-4 16,-7 0 1-16,-11 1 3 0,-1 3-3 15,3-1 2-15,4-3 2 0,13 2-4 16,-1-4 3-16,-2 2 0 0,0-4-3 16,-2 4 2-16,-1 0 1 0,-2-1-2 15,-6 2 1-15,-7-2 2 0,4 4-4 16,5-3 2-16,12 5 2 0,11-5-4 16,6 1 2-16,9-2 2 0,4-4-4 15,0 0 3-15,5-2 1 0,4-1-2 16,2-2 9-16,4 0 6 0,4-4 1 0,0-2 6 15,0-6-1-15,4-7-6 0,-3-9-1 16,-1-12-3-16,4-6-6 0,-2-14-1 16,1-4 1-16,-1-12-3 0,-1-8 2 15,-1 3 1-15,5-5-4 0,-6 3 0 16,2 2 1-16,-2-1-4 0,-2-3 0 16,-1-5 1-16,3-5-1 0,1-4 0 15,1 5 1-15,4 16-1 0,0 14 0 0,0 13 1 16,0 13-3-16,0 13 2 0,0 5 0 15,0 9-2-15,0 6 1 0,0 3 1 16,0 2-2-16,0 2 1 0,0 1 1 16,0 2-4-16,-1 0 2 0,1 0 0 15,0 0-2-15,0 0 1 0,0 0 1 16,1 0-3-16,-1 0 1 0,14 7 3 16,0-2-4-16,6 3 4 0,7 4 1 15,3 1-3-15,3 5 2 0,5-5 1 0,8 2-2 16,-2-3 2-16,13-1 1 0,5-1-2 15,5-5 1-15,7 0 2 0,-3 0-3 16,-7-5 1-16,1 0 1 0,-7 0-3 16,-2 0 2-16,-7 0 3 0,-11 0-5 15,-5 0 2-15,-9 0 2 0,-5 0-2 16,-10-3 1-16,-6 3 3 0,-3 0-4 16,0-2-10-16,0-3-75 0,-12 0 56 15</inkml:trace>
  <inkml:trace contextRef="#ctx0" brushRef="#br0" timeOffset="-145860.52">29097 17333 708 0,'0'0'93'0,"0"3"69"0,0-1-11 16,0 16-54-16,-4 5-19 15,2 15-27-15,2 10-15 0,0 8-15 16,5 5-3-16,0 2-6 15,-4-7-1-15,3-11-4 16,1-4-1-16,-5-13 2 16,0-3 1-16,-2-12 3 15,2-13 2-15,0 2 7 16,-3-2 13-16,-1 0 4 16,-1-15-1-16,-1-16-8 15,-4-14-15-15,2-29-8 16,-1-9-2-16,8-29-2 15,1-7 0-15,1 13-2 0,3 5 1 16,6 30-2-16,-2 15 1 0,-1 18 3 16,1 8-4-16,-3 14 2 0,0 4 0 15,-2 7-3-15,-1 0 0 0,3 2 1 16,0 3-4-16,0 0 1 0,8 0 2 16,-3 1-4-16,5 6 0 0,1-2 2 15,4 12-4-15,0 4 3 0,-2 7 3 16,2 7-2-16,-7 8 4 0,3 8 0 15,6 2-1-15,-2 3 1 0,0 2 1 0,-7-7-1 16,2-6 0-16,-5-2 3 0,-5-2-3 16,4-8 1-16,-2 0 2 0,5-5-3 15,1 2 2-15,2 3-1 0,-2 0-71 16,-6-5 52-16</inkml:trace>
  <inkml:trace contextRef="#ctx0" brushRef="#br0" timeOffset="-145566.36">29268 17475 791 0,'-61'8'68'0,"1"-3"24"15,1-3 12-15,11 1-8 0,0-6-30 16,13-4-24-16,14-8-150 15,6-3 82-15</inkml:trace>
  <inkml:trace contextRef="#ctx0" brushRef="#br0" timeOffset="-144800.66">29744 16981 463 0,'0'36'12'15,"0"12"-4"-15,0 20 5 16,5 11 5-16,3 12 13 15,2 3 3-15,3-8 7 0,-3-10 1 16,0-18 15-16,3-10 4 16,-3-17 10-16,-2-4 12 15,2-14 23-15,0-5 18 16,5-6-6-16,3-4-14 16,7-11-40-16,0-10-27 15,3-12-12-15,-2-8-1 16,-14 0 4-16,-9 0 3 15,-8 10-1-15,-5 10-3 16,-6 8-10-16,-6 2-5 0,4 8-8 16,-7 0 1-16,9 5-6 0,1 0 1 15,2 0 2-15,6 0-2 0,4 0 1 16,3 0 3-16,0-3-2 0,5-2 1 16,0-2 3-16,6-9-5 0,6-6 0 15,6-4 2-15,5-12-3 0,7-2 0 16,-2-8 4-16,0 2-4 0,-10 3 1 15,0 5 2-15,-8 8-3 0,-10 9 4 16,3 4 2-16,-13 6-4 0,-5 1 4 0,-1 3 0 16,-1-1-4-16,-6 3 1 0,0 0 0 15,-7 0-4-15,-5 5 1 0,-1 0 0 16,-2 0-1-16,-2 2 0 0,4 1 1 16,4 2-1-16,1-2 1 0,8 2 2 15,3 0-2-15,5-3 0 0,8-2 0 16,2 0-5-16,5-2-6 0,7-3-78 15,11-1 59-15</inkml:trace>
  <inkml:trace contextRef="#ctx0" brushRef="#br0" timeOffset="-144505.08">30829 17032 1389 0,'-5'0'55'16,"-11"-3"-1"-16,-9 3-12 0,-21 5-26 0,-9 8 0 0,-14 10-1 15,-2 5-1-15,13 17 1 16,2 6-4-16,21 2-5 15,12 3-2-15,28 0-3 16,18-8 0-16,25 0 3 16,18-10 1-16,25-10 3 15,10-8-10-15,-2-17 1 16</inkml:trace>
  <inkml:trace contextRef="#ctx0" brushRef="#br0" timeOffset="-144023.35">29524 17495 613 0,'-15'5'127'0,"-5"1"83"0,-16-1-27 0,-2 0-39 0,-9 0-57 16,0-3-28-16,-3 1-40 15,4-3-8-15,6 0-8 16,4 2-59-16,13-2 38 16</inkml:trace>
  <inkml:trace contextRef="#ctx0" brushRef="#br0" timeOffset="-142470.24">28745 18319 888 0,'-34'-5'37'0,"11"1"-8"0,8-3-7 0,15 7-22 16,1 0 4-16,-1 0-1 0,14 2 4 16,4-2 3-16,12 1-4 0,11 3 2 0,-1-4 9 15,-2-4 8-15,14 3 2 0,0 1 2 16,5-4-2-16,15 3-7 16,-6-6-2-16,15 2-1 0,10-2-1 0,11-3 3 15,9 2 3-15,1-2 0 0,-6-3 0 16,0 3 0-16,-2 0-6 0,10 0-3 15,8-3-2-15,-3 5-6 0,0-4 0 16,-10 2 1-16,-13-3-3 0,-12-2 1 16,-3 0 1-16,-8-3-2 0,-4 3 10 15,2-3 14-15,-8-5 2 0,3 3 5 0,-13 0-5 16,-10-3-10-16,-5-3 1 0,-5-1 2 16,-5-1-3-16,0-8-1 0,-3-2-3 15,-5-7-7-15,-2-11-1 0,5-5-1 16,-8-10-4-16,0-10 1 0,1-7 2 15,-9-6 1-15,3-2 5 0,0 4 9 16,-2 4-2-16,0 7-2 0,2 5-2 16,-3 0-10-16,-4-5-2 0,-1 2 0 0,-2 3-2 15,-7 6 0-15,-1 16 1 0,-7 11-4 16,-13 10 1-16,-5 6 2 0,-10 11-4 16,-10 1 3-16,-8 7 1 0,-15-1-2 15,-15 8 2-15,-15-3 0 0,-14 3-1 16,-4-3 1-16,3 3 2 0,-3-4-2 15,-8 0 0-15,-7 0 3 0,-3 2-4 16,5-6 1-16,13 8 2 0,5-4-3 16,-3 5 1-16,-10 10 0 0,-2-2-1 0,0 8 1 15,7 6 0-15,13 3-1 0,-2 0 1 16,-8 4 0-16,7 4-2 0,8 0 1 16,18 0 1-16,25 4-3 0,13-12 1 15,11-1 2-15,14 0-4 0,8-6 2 16,9 5 2-16,8 0-3 0,8 10 2 15,9 0 1-15,8 3-1 0,-1 9 0 16,3-2 2-16,-1 12-1 0,1 11 1 16,-2 13 1-16,3 15-2 0,-2 14 0 0,-2 9 0 15,2-3 0-15,-3-10 0 0,-3-13 0 16,-7-7-2-16,10-13 1 0,-11-1 1 16,5-1-1-16,-4-6 1 0,-5-2 1 15,0-5-1-15,-7-6 0 0,2-9 2 16,-10-4-2-16,8-3 0 0,1-6 3 15,-8-9-3-15,4-5 2 0,-1-9 0 16,3-5-2-16,3 0 2 0,0 2 3 16,13-4-4-16,10-3 4 0,15 0-2 0,16-9-3 15,17 5 1-15,9-9 0 0,11 3-1 16,5 0 0-16,3 1 2 0,1 5-3 16,10-1-4-16,-6 5 25 0,-9-3-18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E2AAB-BD09-49B7-AC2E-CB1F57E687F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A5179-D280-489B-A10C-521E775C6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513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4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7396-1A82-F6FB-171E-0094E60EC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741CA-D58C-B788-B4C3-ADC1202B5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F6D49-F463-54C5-F74B-B430838CC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055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36A8B-3D70-D117-4793-3117AF97F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21C35-A29A-5829-6CB9-EBF1C23EE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B14C5-C7DA-91D4-576B-EA5D093C0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44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9864-A252-A790-C8E0-3D7D2C954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57298-A3AB-945C-D5F0-31BD2E233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A12C4-B904-F81A-ABE4-172C4B323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244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D0EE2-A3E6-46CB-1A30-A330C6B7B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F3E51-4376-5C31-3A43-2E3F16CEB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82CEF-1422-D0BF-0549-71E0440F7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310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D6932-2FB3-3205-F299-F3D15C99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82323-7CD2-0C98-C652-667198F34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76A0B-4ED1-9DC4-DF3C-0DD4B724C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466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BB00-485C-2200-4D76-0FCC264BC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9BDA1-7D16-DE38-6012-0522D7D98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FC7D7-EBC7-5184-1B5A-46397C7C5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74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558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uring water into the plant Vector Images &amp; Graphics for Commercial Use |  VectorStock">
            <a:extLst>
              <a:ext uri="{FF2B5EF4-FFF2-40B4-BE49-F238E27FC236}">
                <a16:creationId xmlns:a16="http://schemas.microsoft.com/office/drawing/2014/main" id="{1FAEBE39-5956-BA3D-1518-9C4C538AB6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900" y="585649"/>
            <a:ext cx="4067175" cy="188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  <p:pic>
        <p:nvPicPr>
          <p:cNvPr id="1028" name="Picture 4" descr="Machine learning icon. Artificial intelligence, smart machine logo  template. Vector illustration. 13899429 Vector Art at Vecteezy">
            <a:extLst>
              <a:ext uri="{FF2B5EF4-FFF2-40B4-BE49-F238E27FC236}">
                <a16:creationId xmlns:a16="http://schemas.microsoft.com/office/drawing/2014/main" id="{6ADCCB2A-172A-120B-4F61-9619B79234D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9" t="13769" r="19124" b="16079"/>
          <a:stretch>
            <a:fillRect/>
          </a:stretch>
        </p:blipFill>
        <p:spPr bwMode="auto">
          <a:xfrm>
            <a:off x="1942179" y="4242396"/>
            <a:ext cx="1093442" cy="122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24961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358" y="5940106"/>
            <a:ext cx="6196642" cy="88405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2AD43-89C6-3AFC-A2DF-CA17460401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73"/>
          <a:stretch>
            <a:fillRect/>
          </a:stretch>
        </p:blipFill>
        <p:spPr>
          <a:xfrm>
            <a:off x="0" y="5940106"/>
            <a:ext cx="6426679" cy="88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8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71" y="3300747"/>
            <a:ext cx="1802732" cy="29294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8C9E44-F775-0EC3-B9FD-CF5FCF546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  <p:pic>
        <p:nvPicPr>
          <p:cNvPr id="3074" name="Picture 2" descr="Machine learning logo - Wi6labs">
            <a:extLst>
              <a:ext uri="{FF2B5EF4-FFF2-40B4-BE49-F238E27FC236}">
                <a16:creationId xmlns:a16="http://schemas.microsoft.com/office/drawing/2014/main" id="{30927C47-213E-DEFF-74C9-F4F5BAE6C9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262" y="5376183"/>
            <a:ext cx="830799" cy="545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-1"/>
            <a:ext cx="577378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5773782" y="0"/>
            <a:ext cx="641821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DCCFA14-78AF-484A-B03D-5DB9A526DD68}"/>
              </a:ext>
            </a:extLst>
          </p:cNvPr>
          <p:cNvGrpSpPr/>
          <p:nvPr userDrawn="1"/>
        </p:nvGrpSpPr>
        <p:grpSpPr>
          <a:xfrm rot="10800000">
            <a:off x="4421055" y="393901"/>
            <a:ext cx="720080" cy="720080"/>
            <a:chOff x="546346" y="5762189"/>
            <a:chExt cx="720080" cy="72008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6B0EC3-E080-4BA9-82DD-875CE375664B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E3A08B-D0A8-4636-B024-860C87DFA350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53B918C-F2E3-458F-9073-6D6E6D7F58A6}"/>
              </a:ext>
            </a:extLst>
          </p:cNvPr>
          <p:cNvGrpSpPr/>
          <p:nvPr userDrawn="1"/>
        </p:nvGrpSpPr>
        <p:grpSpPr>
          <a:xfrm>
            <a:off x="546346" y="5762189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ABB30E9-0DAA-4772-8CC5-A6FEC253E5AF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1DDE2A-7C54-4715-8C70-DAACF06648DA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F0C1B44-4166-729B-49F6-FB1A5028A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36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781047" y="260648"/>
            <a:ext cx="5952661" cy="63367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34769" y="1196752"/>
            <a:ext cx="10849205" cy="34563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2A4CB6F-7C9C-4340-8102-6603FA2A78DA}"/>
              </a:ext>
            </a:extLst>
          </p:cNvPr>
          <p:cNvGrpSpPr/>
          <p:nvPr userDrawn="1"/>
        </p:nvGrpSpPr>
        <p:grpSpPr>
          <a:xfrm rot="16200000">
            <a:off x="10717958" y="5625244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8678E57-298A-4132-B4F7-BE72C9826DD2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C84B1A6-ADB3-465D-B651-2B4F073AD8AB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8847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5" name="Rectangle 4"/>
          <p:cNvSpPr/>
          <p:nvPr userDrawn="1"/>
        </p:nvSpPr>
        <p:spPr>
          <a:xfrm>
            <a:off x="7056000" y="766354"/>
            <a:ext cx="5136000" cy="609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96921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681556" y="4363"/>
            <a:ext cx="350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0" y="0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0" y="3501008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5C9FD68-7835-4F80-BE0C-09C5D602A481}"/>
              </a:ext>
            </a:extLst>
          </p:cNvPr>
          <p:cNvGrpSpPr/>
          <p:nvPr userDrawn="1"/>
        </p:nvGrpSpPr>
        <p:grpSpPr>
          <a:xfrm rot="10800000">
            <a:off x="11114869" y="393901"/>
            <a:ext cx="720080" cy="720080"/>
            <a:chOff x="546346" y="5762189"/>
            <a:chExt cx="720080" cy="720080"/>
          </a:xfrm>
          <a:solidFill>
            <a:schemeClr val="accent1"/>
          </a:solidFill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16EA3C4-78F0-44A2-B310-C44774DC3C19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E6D61C-1E71-469D-A9B7-45E08AADB14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0693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18000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18000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26423" y="2528900"/>
            <a:ext cx="11739154" cy="18002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622080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ection Break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063200" y="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12640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063200" y="4572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063200" y="2276872"/>
            <a:ext cx="4063200" cy="23042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537417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19402" y="539930"/>
            <a:ext cx="1072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lt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827363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189682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2000" y="2683988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827363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549682" y="686435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912000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52D9725-5E74-4328-843E-D6EDA8CEAF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16" name="Rectangle 8">
            <a:extLst>
              <a:ext uri="{FF2B5EF4-FFF2-40B4-BE49-F238E27FC236}">
                <a16:creationId xmlns:a16="http://schemas.microsoft.com/office/drawing/2014/main" id="{58CC9FFD-2DE0-441F-93AA-99A732D2BFA8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434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16828" y="3486206"/>
            <a:ext cx="6408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420597" y="3486206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20597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6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2894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5072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7244655" y="1"/>
            <a:ext cx="2052000" cy="6857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919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6093413" y="-1"/>
            <a:ext cx="6096001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4533269" y="1150261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그림 개체 틀 2"/>
          <p:cNvSpPr>
            <a:spLocks noGrp="1"/>
          </p:cNvSpPr>
          <p:nvPr>
            <p:ph type="pic" sz="quarter" idx="61" hasCustomPrompt="1"/>
          </p:nvPr>
        </p:nvSpPr>
        <p:spPr>
          <a:xfrm>
            <a:off x="4533269" y="4561207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/>
          <p:cNvSpPr>
            <a:spLocks noGrp="1"/>
          </p:cNvSpPr>
          <p:nvPr>
            <p:ph type="pic" sz="quarter" idx="63" hasCustomPrompt="1"/>
          </p:nvPr>
        </p:nvSpPr>
        <p:spPr>
          <a:xfrm>
            <a:off x="2883891" y="551019"/>
            <a:ext cx="1548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그림 개체 틀 2"/>
          <p:cNvSpPr>
            <a:spLocks noGrp="1"/>
          </p:cNvSpPr>
          <p:nvPr>
            <p:ph type="pic" sz="quarter" idx="64" hasCustomPrompt="1"/>
          </p:nvPr>
        </p:nvSpPr>
        <p:spPr>
          <a:xfrm>
            <a:off x="2883891" y="3012492"/>
            <a:ext cx="1548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65" hasCustomPrompt="1"/>
          </p:nvPr>
        </p:nvSpPr>
        <p:spPr>
          <a:xfrm>
            <a:off x="0" y="2321756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그림 개체 틀 2"/>
          <p:cNvSpPr>
            <a:spLocks noGrp="1"/>
          </p:cNvSpPr>
          <p:nvPr>
            <p:ph type="pic" sz="quarter" idx="66" hasCustomPrompt="1"/>
          </p:nvPr>
        </p:nvSpPr>
        <p:spPr>
          <a:xfrm>
            <a:off x="2890419" y="4393964"/>
            <a:ext cx="1548000" cy="19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그림 개체 틀 2"/>
          <p:cNvSpPr>
            <a:spLocks noGrp="1"/>
          </p:cNvSpPr>
          <p:nvPr>
            <p:ph type="pic" sz="quarter" idx="67" hasCustomPrompt="1"/>
          </p:nvPr>
        </p:nvSpPr>
        <p:spPr>
          <a:xfrm>
            <a:off x="4533269" y="2855734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그림 개체 틀 2"/>
          <p:cNvSpPr>
            <a:spLocks noGrp="1"/>
          </p:cNvSpPr>
          <p:nvPr>
            <p:ph type="pic" sz="quarter" idx="68" hasCustomPrompt="1"/>
          </p:nvPr>
        </p:nvSpPr>
        <p:spPr>
          <a:xfrm>
            <a:off x="0" y="3703228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2DF790-5B61-453C-8A68-DE24F826568C}"/>
              </a:ext>
            </a:extLst>
          </p:cNvPr>
          <p:cNvGrpSpPr/>
          <p:nvPr userDrawn="1"/>
        </p:nvGrpSpPr>
        <p:grpSpPr>
          <a:xfrm rot="16200000">
            <a:off x="11112593" y="5798497"/>
            <a:ext cx="720080" cy="720080"/>
            <a:chOff x="546346" y="5762189"/>
            <a:chExt cx="720080" cy="72008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03BBEB-185D-4042-834B-B0F785AAD3C1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CF08F-D939-4B33-B561-5EED914B3C5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27717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A2A84B4A-CEB2-40FB-A02E-8EB2AF478368}"/>
              </a:ext>
            </a:extLst>
          </p:cNvPr>
          <p:cNvGrpSpPr/>
          <p:nvPr userDrawn="1"/>
        </p:nvGrpSpPr>
        <p:grpSpPr>
          <a:xfrm>
            <a:off x="6473211" y="529630"/>
            <a:ext cx="5760640" cy="2937987"/>
            <a:chOff x="-612576" y="1705002"/>
            <a:chExt cx="5688632" cy="2537858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F8CA4E56-5CF0-4C8C-A69B-FEC333052C4C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9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DBFF776C-2C37-432F-8D95-5002FD9DE6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07A15BD4-6D7E-4517-BDED-81FD478CEDA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035116" y="898584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FB0AFAFC-8EB9-4974-915A-249E7E1C57A2}"/>
              </a:ext>
            </a:extLst>
          </p:cNvPr>
          <p:cNvGrpSpPr/>
          <p:nvPr userDrawn="1"/>
        </p:nvGrpSpPr>
        <p:grpSpPr>
          <a:xfrm>
            <a:off x="6473211" y="3363597"/>
            <a:ext cx="5760640" cy="2937987"/>
            <a:chOff x="-612576" y="1705002"/>
            <a:chExt cx="5688632" cy="2537858"/>
          </a:xfrm>
        </p:grpSpPr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59FEB9C5-5FA6-4880-B618-058738C37AD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2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3B06E91A-2C0E-4BB0-889E-F881F2C268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CDA76C3D-8C5A-4664-AF41-B36993816A4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35116" y="3732551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B011BE6-AEC5-4748-9F4F-9C4C17AEF0F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FD5E11-19FF-42C9-8A8B-E2092EA988AD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06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098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C54477-4D39-BDFB-05CE-8B1B61F3B1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5" y="112144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BC6D8-8617-E4EE-B09D-6783FAB52EE5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47" y="293299"/>
            <a:ext cx="1189544" cy="8112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C0F3DD-BC4D-EA48-5237-3C0454E34805}"/>
              </a:ext>
            </a:extLst>
          </p:cNvPr>
          <p:cNvSpPr txBox="1"/>
          <p:nvPr userDrawn="1"/>
        </p:nvSpPr>
        <p:spPr>
          <a:xfrm>
            <a:off x="414069" y="6254151"/>
            <a:ext cx="31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711" r:id="rId2"/>
    <p:sldLayoutId id="2147483691" r:id="rId3"/>
    <p:sldLayoutId id="2147483690" r:id="rId4"/>
    <p:sldLayoutId id="2147483688" r:id="rId5"/>
    <p:sldLayoutId id="2147483686" r:id="rId6"/>
    <p:sldLayoutId id="2147483692" r:id="rId7"/>
    <p:sldLayoutId id="2147483697" r:id="rId8"/>
    <p:sldLayoutId id="2147483699" r:id="rId9"/>
    <p:sldLayoutId id="2147483693" r:id="rId10"/>
    <p:sldLayoutId id="2147483707" r:id="rId11"/>
    <p:sldLayoutId id="2147483708" r:id="rId12"/>
    <p:sldLayoutId id="2147483694" r:id="rId13"/>
    <p:sldLayoutId id="2147483696" r:id="rId14"/>
    <p:sldLayoutId id="2147483698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6" r:id="rId21"/>
    <p:sldLayoutId id="2147483656" r:id="rId22"/>
    <p:sldLayoutId id="2147483687" r:id="rId23"/>
    <p:sldLayoutId id="2147483710" r:id="rId24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CF2FC9-087D-2399-D958-43244EF41B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17" y="129397"/>
            <a:ext cx="1189544" cy="8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draz@aucegyp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li.adel@email.com" TargetMode="External"/><Relationship Id="rId4" Type="http://schemas.openxmlformats.org/officeDocument/2006/relationships/hyperlink" Target="https://eri.sci.eg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5.png"/><Relationship Id="rId7" Type="http://schemas.openxmlformats.org/officeDocument/2006/relationships/hyperlink" Target="https://github.com/akilm/FPU-IEEE-754/tree/ma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dawsonjon/fpu/tree/master/float_to_int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hyperlink" Target="https://www.h-schmidt.net/FloatConverter/IEEE754.html" TargetMode="External"/><Relationship Id="rId18" Type="http://schemas.openxmlformats.org/officeDocument/2006/relationships/image" Target="../media/image250.png"/><Relationship Id="rId3" Type="http://schemas.openxmlformats.org/officeDocument/2006/relationships/image" Target="../media/image15.png"/><Relationship Id="rId21" Type="http://schemas.openxmlformats.org/officeDocument/2006/relationships/customXml" Target="../ink/ink10.xml"/><Relationship Id="rId7" Type="http://schemas.openxmlformats.org/officeDocument/2006/relationships/customXml" Target="../ink/ink4.xml"/><Relationship Id="rId12" Type="http://schemas.openxmlformats.org/officeDocument/2006/relationships/image" Target="../media/image220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40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11" Type="http://schemas.openxmlformats.org/officeDocument/2006/relationships/customXml" Target="../ink/ink6.xml"/><Relationship Id="rId5" Type="http://schemas.openxmlformats.org/officeDocument/2006/relationships/image" Target="../media/image17.png"/><Relationship Id="rId15" Type="http://schemas.openxmlformats.org/officeDocument/2006/relationships/customXml" Target="../ink/ink7.xml"/><Relationship Id="rId10" Type="http://schemas.openxmlformats.org/officeDocument/2006/relationships/image" Target="../media/image210.png"/><Relationship Id="rId19" Type="http://schemas.openxmlformats.org/officeDocument/2006/relationships/customXml" Target="../ink/ink9.xml"/><Relationship Id="rId4" Type="http://schemas.openxmlformats.org/officeDocument/2006/relationships/image" Target="../media/image19.png"/><Relationship Id="rId9" Type="http://schemas.openxmlformats.org/officeDocument/2006/relationships/customXml" Target="../ink/ink5.xml"/><Relationship Id="rId14" Type="http://schemas.openxmlformats.org/officeDocument/2006/relationships/image" Target="../media/image25.png"/><Relationship Id="rId22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customXml" Target="../ink/ink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494126" y="4511289"/>
            <a:ext cx="6263014" cy="432048"/>
          </a:xfrm>
        </p:spPr>
        <p:txBody>
          <a:bodyPr lIns="91440" tIns="45720" rIns="91440" bIns="45720" anchor="ctr"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Presented to Dr. Heba Draz, ECIP Internship Program Committee</a:t>
            </a:r>
          </a:p>
          <a:p>
            <a:pPr algn="l">
              <a:spcBef>
                <a:spcPts val="0"/>
              </a:spcBef>
              <a:defRPr/>
            </a:pPr>
            <a:r>
              <a:rPr lang="en-US">
                <a:latin typeface="Arial"/>
                <a:cs typeface="Arial"/>
                <a:hlinkClick r:id="rId3"/>
              </a:rPr>
              <a:t>hdraz@aucegypt.edu</a:t>
            </a:r>
            <a:endParaRPr lang="en-US" dirty="0">
              <a:latin typeface="Arial"/>
              <a:cs typeface="Arial"/>
              <a:hlinkClick r:id="rId3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965" y="2491559"/>
            <a:ext cx="7399189" cy="1907913"/>
          </a:xfrm>
        </p:spPr>
        <p:txBody>
          <a:bodyPr/>
          <a:lstStyle/>
          <a:p>
            <a:pPr algn="l"/>
            <a:r>
              <a:rPr lang="en-US" dirty="0"/>
              <a:t>Register-Transfer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0E0F0-9036-FB58-6199-0E36493D746F}"/>
              </a:ext>
            </a:extLst>
          </p:cNvPr>
          <p:cNvSpPr txBox="1"/>
          <p:nvPr/>
        </p:nvSpPr>
        <p:spPr>
          <a:xfrm>
            <a:off x="10279092" y="6188576"/>
            <a:ext cx="191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4"/>
              </a:rPr>
              <a:t>https://eri.sci.eg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5D488-064B-075A-6218-49E72B32E207}"/>
              </a:ext>
            </a:extLst>
          </p:cNvPr>
          <p:cNvSpPr txBox="1"/>
          <p:nvPr/>
        </p:nvSpPr>
        <p:spPr>
          <a:xfrm>
            <a:off x="1449239" y="333123"/>
            <a:ext cx="429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Electronics Research Institute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86995-906C-AF35-2C76-186985332952}"/>
              </a:ext>
            </a:extLst>
          </p:cNvPr>
          <p:cNvSpPr txBox="1"/>
          <p:nvPr/>
        </p:nvSpPr>
        <p:spPr>
          <a:xfrm>
            <a:off x="184029" y="6044802"/>
            <a:ext cx="484804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  <a:t>Course: Hardware/Software Co-Design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ea typeface="+mn-lt"/>
                <a:cs typeface="+mn-lt"/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Presented by: Ali Adel |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ali.adel@email.com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319C8-6702-C955-0988-223BDB11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71C594-B681-E51C-C2F9-2F842CA8CD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sz="4000" dirty="0"/>
              <a:t>FPGA Flow: </a:t>
            </a:r>
            <a:r>
              <a:rPr lang="en-US" sz="4000" dirty="0">
                <a:solidFill>
                  <a:srgbClr val="1EABDA"/>
                </a:solidFill>
              </a:rPr>
              <a:t>Register-Transfer Level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6EB61639-0D77-7FD7-041A-11195747849D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25138" y="6683940"/>
            <a:ext cx="351311" cy="27564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80CBBEA4-44D5-5C9E-F901-4A3A2D569CD1}"/>
              </a:ext>
            </a:extLst>
          </p:cNvPr>
          <p:cNvSpPr/>
          <p:nvPr/>
        </p:nvSpPr>
        <p:spPr>
          <a:xfrm>
            <a:off x="323528" y="6399387"/>
            <a:ext cx="361367" cy="333374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B4B681E-7BAB-7E51-BB17-B37C68BC7A39}"/>
              </a:ext>
            </a:extLst>
          </p:cNvPr>
          <p:cNvSpPr txBox="1">
            <a:spLocks/>
          </p:cNvSpPr>
          <p:nvPr/>
        </p:nvSpPr>
        <p:spPr>
          <a:xfrm>
            <a:off x="833459" y="1585278"/>
            <a:ext cx="5262541" cy="41427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SystemVerilog to Synthesizable Verilog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4D1C2D-2F76-BC09-325F-77E0814672EB}"/>
              </a:ext>
            </a:extLst>
          </p:cNvPr>
          <p:cNvGrpSpPr/>
          <p:nvPr/>
        </p:nvGrpSpPr>
        <p:grpSpPr>
          <a:xfrm>
            <a:off x="1274963" y="1236300"/>
            <a:ext cx="9642073" cy="4842293"/>
            <a:chOff x="1274963" y="1236300"/>
            <a:chExt cx="9642073" cy="484229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EF228F4-C5AA-ACDA-08B8-264E1B421FE4}"/>
                </a:ext>
              </a:extLst>
            </p:cNvPr>
            <p:cNvSpPr txBox="1"/>
            <p:nvPr/>
          </p:nvSpPr>
          <p:spPr>
            <a:xfrm>
              <a:off x="5980585" y="4978867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50BF9FC-3F92-74D6-E22D-30C4E6F236D7}"/>
                </a:ext>
              </a:extLst>
            </p:cNvPr>
            <p:cNvGrpSpPr/>
            <p:nvPr/>
          </p:nvGrpSpPr>
          <p:grpSpPr>
            <a:xfrm>
              <a:off x="1274963" y="1236300"/>
              <a:ext cx="9642073" cy="4842293"/>
              <a:chOff x="892982" y="1266677"/>
              <a:chExt cx="10434287" cy="5299397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402B038C-3511-79FB-298E-48CAB418D6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202"/>
              <a:stretch>
                <a:fillRect/>
              </a:stretch>
            </p:blipFill>
            <p:spPr>
              <a:xfrm>
                <a:off x="892982" y="1266677"/>
                <a:ext cx="10434287" cy="5299397"/>
              </a:xfrm>
              <a:prstGeom prst="rect">
                <a:avLst/>
              </a:prstGeom>
            </p:spPr>
          </p:pic>
          <p:pic>
            <p:nvPicPr>
              <p:cNvPr id="65" name="Picture 2" descr="Addition Schematic">
                <a:extLst>
                  <a:ext uri="{FF2B5EF4-FFF2-40B4-BE49-F238E27FC236}">
                    <a16:creationId xmlns:a16="http://schemas.microsoft.com/office/drawing/2014/main" id="{5E37A432-DA93-3E0A-77EE-4038F61DF1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4694"/>
              <a:stretch>
                <a:fillRect/>
              </a:stretch>
            </p:blipFill>
            <p:spPr bwMode="auto">
              <a:xfrm>
                <a:off x="6323485" y="4430658"/>
                <a:ext cx="1397952" cy="12673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D5A156CB-B608-9746-DB7E-62CCD06C69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43034"/>
              <a:stretch>
                <a:fillRect/>
              </a:stretch>
            </p:blipFill>
            <p:spPr>
              <a:xfrm>
                <a:off x="4289229" y="4892680"/>
                <a:ext cx="1691356" cy="541705"/>
              </a:xfrm>
              <a:prstGeom prst="rect">
                <a:avLst/>
              </a:prstGeom>
            </p:spPr>
          </p:pic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9AAB5BC-F758-4D21-2EFC-4221949BA301}"/>
              </a:ext>
            </a:extLst>
          </p:cNvPr>
          <p:cNvSpPr txBox="1"/>
          <p:nvPr/>
        </p:nvSpPr>
        <p:spPr>
          <a:xfrm>
            <a:off x="3131030" y="6039623"/>
            <a:ext cx="6577174" cy="69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rtl="0">
              <a:lnSpc>
                <a:spcPts val="900"/>
              </a:lnSpc>
              <a:spcAft>
                <a:spcPts val="250"/>
              </a:spcAft>
              <a:buClr>
                <a:srgbClr val="1EABDA"/>
              </a:buClr>
              <a:buSzPct val="15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u="sng" dirty="0">
                <a:solidFill>
                  <a:srgbClr val="0563C1"/>
                </a:solidFill>
                <a:effectLst/>
                <a:ea typeface="MS Mincho" panose="02020609040205080304" pitchFamily="49" charset="-128"/>
                <a:hlinkClick r:id="rId6"/>
              </a:rPr>
              <a:t>https://github.com/dawsonjon/fpu/tree/master/float_to_int</a:t>
            </a:r>
            <a:endParaRPr lang="en-US" u="sng" dirty="0">
              <a:solidFill>
                <a:srgbClr val="0563C1"/>
              </a:solidFill>
              <a:effectLst/>
              <a:ea typeface="MS Mincho" panose="02020609040205080304" pitchFamily="49" charset="-128"/>
            </a:endParaRPr>
          </a:p>
          <a:p>
            <a:pPr marL="342900" indent="-342900" algn="just">
              <a:lnSpc>
                <a:spcPts val="900"/>
              </a:lnSpc>
              <a:spcAft>
                <a:spcPts val="250"/>
              </a:spcAft>
              <a:buClr>
                <a:srgbClr val="1EABDA"/>
              </a:buClr>
              <a:buSzPct val="15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endParaRPr lang="en-US" dirty="0"/>
          </a:p>
          <a:p>
            <a:pPr marL="285750" indent="-285750" algn="just">
              <a:lnSpc>
                <a:spcPts val="900"/>
              </a:lnSpc>
              <a:spcAft>
                <a:spcPts val="250"/>
              </a:spcAft>
              <a:buClr>
                <a:srgbClr val="1EABDA"/>
              </a:buClr>
              <a:buSzPct val="15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>
                <a:hlinkClick r:id="rId7"/>
              </a:rPr>
              <a:t>https://github.com/akilm/FPU-IEEE-754/tree/main</a:t>
            </a:r>
            <a:endParaRPr lang="en-US" dirty="0"/>
          </a:p>
          <a:p>
            <a:pPr marL="342900" marR="0" lvl="0" indent="-342900" algn="just" rtl="0">
              <a:lnSpc>
                <a:spcPts val="900"/>
              </a:lnSpc>
              <a:spcAft>
                <a:spcPts val="250"/>
              </a:spcAft>
              <a:buClr>
                <a:srgbClr val="1EABDA"/>
              </a:buClr>
              <a:buSzPct val="150000"/>
              <a:buFont typeface="Arial" panose="020B0604020202020204" pitchFamily="34" charset="0"/>
              <a:buChar char="•"/>
              <a:tabLst>
                <a:tab pos="228600" algn="l"/>
              </a:tabLst>
            </a:pPr>
            <a:endParaRPr lang="en-US" dirty="0">
              <a:effectLst/>
              <a:ea typeface="MS Mincho" panose="02020609040205080304" pitchFamily="49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BAB21E2-ED66-66D8-96F2-051097AB9D01}"/>
                  </a:ext>
                </a:extLst>
              </p14:cNvPr>
              <p14:cNvContentPartPr/>
              <p14:nvPr/>
            </p14:nvContentPartPr>
            <p14:xfrm>
              <a:off x="442800" y="1357560"/>
              <a:ext cx="11455560" cy="5270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BAB21E2-ED66-66D8-96F2-051097AB9D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3440" y="1348200"/>
                <a:ext cx="11474280" cy="528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2464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53C48-F5C2-CF53-B62B-A3AE2E0B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EA044D-0795-1BBF-9C6A-DF456F1BC7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sz="4000" dirty="0"/>
              <a:t>FPGA Flow: </a:t>
            </a:r>
            <a:r>
              <a:rPr lang="en-US" sz="4000" dirty="0">
                <a:solidFill>
                  <a:srgbClr val="1EABDA"/>
                </a:solidFill>
              </a:rPr>
              <a:t>Register-Transfer Level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20C9F461-0A3C-EF21-9EFF-D1F4053A8C2E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25138" y="6683940"/>
            <a:ext cx="351311" cy="27564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BBC475BC-2895-1C86-A482-536A958ECA0B}"/>
              </a:ext>
            </a:extLst>
          </p:cNvPr>
          <p:cNvSpPr/>
          <p:nvPr/>
        </p:nvSpPr>
        <p:spPr>
          <a:xfrm>
            <a:off x="323528" y="6399387"/>
            <a:ext cx="361367" cy="333374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6C3A64C5-30A8-CDD6-62C2-94AAFC82D107}"/>
              </a:ext>
            </a:extLst>
          </p:cNvPr>
          <p:cNvSpPr txBox="1">
            <a:spLocks/>
          </p:cNvSpPr>
          <p:nvPr/>
        </p:nvSpPr>
        <p:spPr>
          <a:xfrm>
            <a:off x="833459" y="1585278"/>
            <a:ext cx="5262541" cy="41427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Design Modules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737E684-FAA0-B0BB-8EA6-F87D47582A6A}"/>
              </a:ext>
            </a:extLst>
          </p:cNvPr>
          <p:cNvSpPr txBox="1"/>
          <p:nvPr/>
        </p:nvSpPr>
        <p:spPr>
          <a:xfrm>
            <a:off x="9322057" y="4413162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1DAE0A-3F40-D799-593F-B723C28C66ED}"/>
              </a:ext>
            </a:extLst>
          </p:cNvPr>
          <p:cNvGrpSpPr/>
          <p:nvPr/>
        </p:nvGrpSpPr>
        <p:grpSpPr>
          <a:xfrm>
            <a:off x="6323485" y="1816791"/>
            <a:ext cx="6149844" cy="3781977"/>
            <a:chOff x="892982" y="1266677"/>
            <a:chExt cx="10434287" cy="5299397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662AA5F-B21A-6A32-188B-EA712AD3B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02"/>
            <a:stretch>
              <a:fillRect/>
            </a:stretch>
          </p:blipFill>
          <p:spPr>
            <a:xfrm>
              <a:off x="892982" y="1266677"/>
              <a:ext cx="10434287" cy="5299397"/>
            </a:xfrm>
            <a:prstGeom prst="rect">
              <a:avLst/>
            </a:prstGeom>
          </p:spPr>
        </p:pic>
        <p:pic>
          <p:nvPicPr>
            <p:cNvPr id="65" name="Picture 2" descr="Addition Schematic">
              <a:extLst>
                <a:ext uri="{FF2B5EF4-FFF2-40B4-BE49-F238E27FC236}">
                  <a16:creationId xmlns:a16="http://schemas.microsoft.com/office/drawing/2014/main" id="{E46AA266-B73B-D85D-EF3A-90E4CF0706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694"/>
            <a:stretch>
              <a:fillRect/>
            </a:stretch>
          </p:blipFill>
          <p:spPr bwMode="auto">
            <a:xfrm>
              <a:off x="6323485" y="4430658"/>
              <a:ext cx="1397952" cy="1267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02513C4D-781F-9017-3FE7-7680C8C90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43034"/>
            <a:stretch>
              <a:fillRect/>
            </a:stretch>
          </p:blipFill>
          <p:spPr>
            <a:xfrm>
              <a:off x="4289229" y="4892680"/>
              <a:ext cx="1691356" cy="541705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4EA091A-54A9-A648-8DC4-B46ACD67D373}"/>
              </a:ext>
            </a:extLst>
          </p:cNvPr>
          <p:cNvGrpSpPr/>
          <p:nvPr/>
        </p:nvGrpSpPr>
        <p:grpSpPr>
          <a:xfrm>
            <a:off x="1922845" y="2421277"/>
            <a:ext cx="510924" cy="3759279"/>
            <a:chOff x="1869924" y="1409672"/>
            <a:chExt cx="510924" cy="375927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7C64C6-6DF1-4E40-5F1B-0D65906512BC}"/>
                </a:ext>
              </a:extLst>
            </p:cNvPr>
            <p:cNvGrpSpPr/>
            <p:nvPr/>
          </p:nvGrpSpPr>
          <p:grpSpPr>
            <a:xfrm>
              <a:off x="1869924" y="1409672"/>
              <a:ext cx="510924" cy="1879640"/>
              <a:chOff x="1784207" y="1457775"/>
              <a:chExt cx="510924" cy="1879640"/>
            </a:xfrm>
          </p:grpSpPr>
          <p:sp>
            <p:nvSpPr>
              <p:cNvPr id="25" name="Rounded Rectangle 16">
                <a:extLst>
                  <a:ext uri="{FF2B5EF4-FFF2-40B4-BE49-F238E27FC236}">
                    <a16:creationId xmlns:a16="http://schemas.microsoft.com/office/drawing/2014/main" id="{F3CDD51A-17BB-D9E6-4BB8-F210F82D1F65}"/>
                  </a:ext>
                </a:extLst>
              </p:cNvPr>
              <p:cNvSpPr/>
              <p:nvPr/>
            </p:nvSpPr>
            <p:spPr>
              <a:xfrm>
                <a:off x="1784207" y="1518711"/>
                <a:ext cx="506237" cy="1818704"/>
              </a:xfrm>
              <a:custGeom>
                <a:avLst/>
                <a:gdLst/>
                <a:ahLst/>
                <a:cxnLst/>
                <a:rect l="0" t="0" r="0" b="0"/>
                <a:pathLst>
                  <a:path w="506237" h="1818704">
                    <a:moveTo>
                      <a:pt x="0" y="1818704"/>
                    </a:moveTo>
                    <a:lnTo>
                      <a:pt x="131246" y="1818704"/>
                    </a:lnTo>
                    <a:lnTo>
                      <a:pt x="262493" y="1818704"/>
                    </a:lnTo>
                    <a:lnTo>
                      <a:pt x="262493" y="909352"/>
                    </a:lnTo>
                    <a:lnTo>
                      <a:pt x="262493" y="0"/>
                    </a:lnTo>
                    <a:lnTo>
                      <a:pt x="393740" y="0"/>
                    </a:lnTo>
                    <a:lnTo>
                      <a:pt x="506237" y="0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7" name="Rounded Rectangle 17">
                <a:extLst>
                  <a:ext uri="{FF2B5EF4-FFF2-40B4-BE49-F238E27FC236}">
                    <a16:creationId xmlns:a16="http://schemas.microsoft.com/office/drawing/2014/main" id="{2D8998B6-D357-D9E6-C6E7-42A8FC746F84}"/>
                  </a:ext>
                </a:extLst>
              </p:cNvPr>
              <p:cNvSpPr/>
              <p:nvPr/>
            </p:nvSpPr>
            <p:spPr>
              <a:xfrm>
                <a:off x="2234196" y="1457775"/>
                <a:ext cx="60935" cy="121871"/>
              </a:xfrm>
              <a:custGeom>
                <a:avLst/>
                <a:gdLst/>
                <a:ahLst/>
                <a:cxnLst/>
                <a:rect l="0" t="0" r="0" b="0"/>
                <a:pathLst>
                  <a:path w="60935" h="121871">
                    <a:moveTo>
                      <a:pt x="0" y="121871"/>
                    </a:moveTo>
                    <a:lnTo>
                      <a:pt x="60935" y="60935"/>
                    </a:lnTo>
                    <a:lnTo>
                      <a:pt x="0" y="0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B09FA89-9C9D-295E-40A3-3AD955BF3603}"/>
                </a:ext>
              </a:extLst>
            </p:cNvPr>
            <p:cNvGrpSpPr/>
            <p:nvPr/>
          </p:nvGrpSpPr>
          <p:grpSpPr>
            <a:xfrm>
              <a:off x="1869924" y="2187778"/>
              <a:ext cx="510924" cy="1101534"/>
              <a:chOff x="1784207" y="2235881"/>
              <a:chExt cx="510924" cy="1101534"/>
            </a:xfrm>
          </p:grpSpPr>
          <p:sp>
            <p:nvSpPr>
              <p:cNvPr id="23" name="Rounded Rectangle 19">
                <a:extLst>
                  <a:ext uri="{FF2B5EF4-FFF2-40B4-BE49-F238E27FC236}">
                    <a16:creationId xmlns:a16="http://schemas.microsoft.com/office/drawing/2014/main" id="{982B65CF-3575-9F71-A709-2BB874CA985C}"/>
                  </a:ext>
                </a:extLst>
              </p:cNvPr>
              <p:cNvSpPr/>
              <p:nvPr/>
            </p:nvSpPr>
            <p:spPr>
              <a:xfrm>
                <a:off x="1784207" y="2296817"/>
                <a:ext cx="506237" cy="1040598"/>
              </a:xfrm>
              <a:custGeom>
                <a:avLst/>
                <a:gdLst/>
                <a:ahLst/>
                <a:cxnLst/>
                <a:rect l="0" t="0" r="0" b="0"/>
                <a:pathLst>
                  <a:path w="506237" h="1040598">
                    <a:moveTo>
                      <a:pt x="0" y="1040598"/>
                    </a:moveTo>
                    <a:lnTo>
                      <a:pt x="131246" y="1040598"/>
                    </a:lnTo>
                    <a:lnTo>
                      <a:pt x="262493" y="1040598"/>
                    </a:lnTo>
                    <a:lnTo>
                      <a:pt x="262493" y="520299"/>
                    </a:lnTo>
                    <a:lnTo>
                      <a:pt x="262493" y="0"/>
                    </a:lnTo>
                    <a:lnTo>
                      <a:pt x="393740" y="0"/>
                    </a:lnTo>
                    <a:lnTo>
                      <a:pt x="506237" y="0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4" name="Rounded Rectangle 20">
                <a:extLst>
                  <a:ext uri="{FF2B5EF4-FFF2-40B4-BE49-F238E27FC236}">
                    <a16:creationId xmlns:a16="http://schemas.microsoft.com/office/drawing/2014/main" id="{FCF67CB9-879E-7F4F-CBB9-0406681C7C24}"/>
                  </a:ext>
                </a:extLst>
              </p:cNvPr>
              <p:cNvSpPr/>
              <p:nvPr/>
            </p:nvSpPr>
            <p:spPr>
              <a:xfrm>
                <a:off x="2234196" y="2235881"/>
                <a:ext cx="60935" cy="121871"/>
              </a:xfrm>
              <a:custGeom>
                <a:avLst/>
                <a:gdLst/>
                <a:ahLst/>
                <a:cxnLst/>
                <a:rect l="0" t="0" r="0" b="0"/>
                <a:pathLst>
                  <a:path w="60935" h="121871">
                    <a:moveTo>
                      <a:pt x="0" y="121871"/>
                    </a:moveTo>
                    <a:lnTo>
                      <a:pt x="60935" y="60935"/>
                    </a:lnTo>
                    <a:lnTo>
                      <a:pt x="0" y="0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B748635-C0AE-7CDC-DA20-1B225E0863C7}"/>
                </a:ext>
              </a:extLst>
            </p:cNvPr>
            <p:cNvGrpSpPr/>
            <p:nvPr/>
          </p:nvGrpSpPr>
          <p:grpSpPr>
            <a:xfrm>
              <a:off x="1869924" y="3289312"/>
              <a:ext cx="510924" cy="407802"/>
              <a:chOff x="1784207" y="3337415"/>
              <a:chExt cx="510924" cy="407802"/>
            </a:xfrm>
          </p:grpSpPr>
          <p:sp>
            <p:nvSpPr>
              <p:cNvPr id="21" name="Rounded Rectangle 22">
                <a:extLst>
                  <a:ext uri="{FF2B5EF4-FFF2-40B4-BE49-F238E27FC236}">
                    <a16:creationId xmlns:a16="http://schemas.microsoft.com/office/drawing/2014/main" id="{CA24F41B-5BD0-56C8-5A73-76845D246B30}"/>
                  </a:ext>
                </a:extLst>
              </p:cNvPr>
              <p:cNvSpPr/>
              <p:nvPr/>
            </p:nvSpPr>
            <p:spPr>
              <a:xfrm>
                <a:off x="1784207" y="3337415"/>
                <a:ext cx="506237" cy="346866"/>
              </a:xfrm>
              <a:custGeom>
                <a:avLst/>
                <a:gdLst/>
                <a:ahLst/>
                <a:cxnLst/>
                <a:rect l="0" t="0" r="0" b="0"/>
                <a:pathLst>
                  <a:path w="506237" h="346866">
                    <a:moveTo>
                      <a:pt x="0" y="0"/>
                    </a:moveTo>
                    <a:lnTo>
                      <a:pt x="131246" y="0"/>
                    </a:lnTo>
                    <a:lnTo>
                      <a:pt x="262493" y="0"/>
                    </a:lnTo>
                    <a:lnTo>
                      <a:pt x="262493" y="173433"/>
                    </a:lnTo>
                    <a:lnTo>
                      <a:pt x="262493" y="346866"/>
                    </a:lnTo>
                    <a:lnTo>
                      <a:pt x="393740" y="346866"/>
                    </a:lnTo>
                    <a:lnTo>
                      <a:pt x="506237" y="346866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2" name="Rounded Rectangle 23">
                <a:extLst>
                  <a:ext uri="{FF2B5EF4-FFF2-40B4-BE49-F238E27FC236}">
                    <a16:creationId xmlns:a16="http://schemas.microsoft.com/office/drawing/2014/main" id="{323C1966-0695-AD07-FB74-8B0F3F7220F9}"/>
                  </a:ext>
                </a:extLst>
              </p:cNvPr>
              <p:cNvSpPr/>
              <p:nvPr/>
            </p:nvSpPr>
            <p:spPr>
              <a:xfrm>
                <a:off x="2234196" y="3623346"/>
                <a:ext cx="60935" cy="121871"/>
              </a:xfrm>
              <a:custGeom>
                <a:avLst/>
                <a:gdLst/>
                <a:ahLst/>
                <a:cxnLst/>
                <a:rect l="0" t="0" r="0" b="0"/>
                <a:pathLst>
                  <a:path w="60935" h="121871">
                    <a:moveTo>
                      <a:pt x="0" y="121871"/>
                    </a:moveTo>
                    <a:lnTo>
                      <a:pt x="60935" y="60935"/>
                    </a:lnTo>
                    <a:lnTo>
                      <a:pt x="0" y="0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492F872-3740-4B92-F5D0-FF317A4AC510}"/>
                </a:ext>
              </a:extLst>
            </p:cNvPr>
            <p:cNvGrpSpPr/>
            <p:nvPr/>
          </p:nvGrpSpPr>
          <p:grpSpPr>
            <a:xfrm>
              <a:off x="1869924" y="3289312"/>
              <a:ext cx="510924" cy="1101534"/>
              <a:chOff x="1784207" y="3337415"/>
              <a:chExt cx="510924" cy="1101534"/>
            </a:xfrm>
          </p:grpSpPr>
          <p:sp>
            <p:nvSpPr>
              <p:cNvPr id="19" name="Rounded Rectangle 25">
                <a:extLst>
                  <a:ext uri="{FF2B5EF4-FFF2-40B4-BE49-F238E27FC236}">
                    <a16:creationId xmlns:a16="http://schemas.microsoft.com/office/drawing/2014/main" id="{5F27186F-C2CD-5977-92B4-D175E2DA9322}"/>
                  </a:ext>
                </a:extLst>
              </p:cNvPr>
              <p:cNvSpPr/>
              <p:nvPr/>
            </p:nvSpPr>
            <p:spPr>
              <a:xfrm>
                <a:off x="1784207" y="3337415"/>
                <a:ext cx="506237" cy="1040598"/>
              </a:xfrm>
              <a:custGeom>
                <a:avLst/>
                <a:gdLst/>
                <a:ahLst/>
                <a:cxnLst/>
                <a:rect l="0" t="0" r="0" b="0"/>
                <a:pathLst>
                  <a:path w="506237" h="1040598">
                    <a:moveTo>
                      <a:pt x="0" y="0"/>
                    </a:moveTo>
                    <a:lnTo>
                      <a:pt x="131246" y="0"/>
                    </a:lnTo>
                    <a:lnTo>
                      <a:pt x="262493" y="0"/>
                    </a:lnTo>
                    <a:lnTo>
                      <a:pt x="262493" y="520299"/>
                    </a:lnTo>
                    <a:lnTo>
                      <a:pt x="262493" y="1040598"/>
                    </a:lnTo>
                    <a:lnTo>
                      <a:pt x="393740" y="1040598"/>
                    </a:lnTo>
                    <a:lnTo>
                      <a:pt x="506237" y="1040598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0" name="Rounded Rectangle 26">
                <a:extLst>
                  <a:ext uri="{FF2B5EF4-FFF2-40B4-BE49-F238E27FC236}">
                    <a16:creationId xmlns:a16="http://schemas.microsoft.com/office/drawing/2014/main" id="{D5380BE3-21ED-A52A-E7E2-873694E64E40}"/>
                  </a:ext>
                </a:extLst>
              </p:cNvPr>
              <p:cNvSpPr/>
              <p:nvPr/>
            </p:nvSpPr>
            <p:spPr>
              <a:xfrm>
                <a:off x="2234196" y="4317078"/>
                <a:ext cx="60935" cy="121871"/>
              </a:xfrm>
              <a:custGeom>
                <a:avLst/>
                <a:gdLst/>
                <a:ahLst/>
                <a:cxnLst/>
                <a:rect l="0" t="0" r="0" b="0"/>
                <a:pathLst>
                  <a:path w="60935" h="121871">
                    <a:moveTo>
                      <a:pt x="0" y="121871"/>
                    </a:moveTo>
                    <a:lnTo>
                      <a:pt x="60935" y="60935"/>
                    </a:lnTo>
                    <a:lnTo>
                      <a:pt x="0" y="0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ACB1C16-F434-D7D2-0047-40666F9EC423}"/>
                </a:ext>
              </a:extLst>
            </p:cNvPr>
            <p:cNvGrpSpPr/>
            <p:nvPr/>
          </p:nvGrpSpPr>
          <p:grpSpPr>
            <a:xfrm>
              <a:off x="1869924" y="2881510"/>
              <a:ext cx="510924" cy="407802"/>
              <a:chOff x="1784207" y="2929613"/>
              <a:chExt cx="510924" cy="407802"/>
            </a:xfrm>
          </p:grpSpPr>
          <p:sp>
            <p:nvSpPr>
              <p:cNvPr id="17" name="Rounded Rectangle 28">
                <a:extLst>
                  <a:ext uri="{FF2B5EF4-FFF2-40B4-BE49-F238E27FC236}">
                    <a16:creationId xmlns:a16="http://schemas.microsoft.com/office/drawing/2014/main" id="{EC586F2E-A2C8-80C3-5C9C-FC62F59C7FAF}"/>
                  </a:ext>
                </a:extLst>
              </p:cNvPr>
              <p:cNvSpPr/>
              <p:nvPr/>
            </p:nvSpPr>
            <p:spPr>
              <a:xfrm>
                <a:off x="1784207" y="2990549"/>
                <a:ext cx="506237" cy="346866"/>
              </a:xfrm>
              <a:custGeom>
                <a:avLst/>
                <a:gdLst/>
                <a:ahLst/>
                <a:cxnLst/>
                <a:rect l="0" t="0" r="0" b="0"/>
                <a:pathLst>
                  <a:path w="506237" h="346866">
                    <a:moveTo>
                      <a:pt x="0" y="346866"/>
                    </a:moveTo>
                    <a:lnTo>
                      <a:pt x="131246" y="346866"/>
                    </a:lnTo>
                    <a:lnTo>
                      <a:pt x="262493" y="346866"/>
                    </a:lnTo>
                    <a:lnTo>
                      <a:pt x="262493" y="173433"/>
                    </a:lnTo>
                    <a:lnTo>
                      <a:pt x="262493" y="0"/>
                    </a:lnTo>
                    <a:lnTo>
                      <a:pt x="393740" y="0"/>
                    </a:lnTo>
                    <a:lnTo>
                      <a:pt x="506237" y="0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" name="Rounded Rectangle 29">
                <a:extLst>
                  <a:ext uri="{FF2B5EF4-FFF2-40B4-BE49-F238E27FC236}">
                    <a16:creationId xmlns:a16="http://schemas.microsoft.com/office/drawing/2014/main" id="{0636E40B-FF81-1BEC-C599-D43C746B3AAF}"/>
                  </a:ext>
                </a:extLst>
              </p:cNvPr>
              <p:cNvSpPr/>
              <p:nvPr/>
            </p:nvSpPr>
            <p:spPr>
              <a:xfrm>
                <a:off x="2234196" y="2929613"/>
                <a:ext cx="60935" cy="121871"/>
              </a:xfrm>
              <a:custGeom>
                <a:avLst/>
                <a:gdLst/>
                <a:ahLst/>
                <a:cxnLst/>
                <a:rect l="0" t="0" r="0" b="0"/>
                <a:pathLst>
                  <a:path w="60935" h="121871">
                    <a:moveTo>
                      <a:pt x="0" y="121871"/>
                    </a:moveTo>
                    <a:lnTo>
                      <a:pt x="60935" y="60935"/>
                    </a:lnTo>
                    <a:lnTo>
                      <a:pt x="0" y="0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1EFE871-2D91-9E4E-7568-BAE18C310E1B}"/>
                </a:ext>
              </a:extLst>
            </p:cNvPr>
            <p:cNvGrpSpPr/>
            <p:nvPr/>
          </p:nvGrpSpPr>
          <p:grpSpPr>
            <a:xfrm>
              <a:off x="1869924" y="3289312"/>
              <a:ext cx="510924" cy="1879639"/>
              <a:chOff x="1784207" y="3337415"/>
              <a:chExt cx="510924" cy="1879639"/>
            </a:xfrm>
          </p:grpSpPr>
          <p:sp>
            <p:nvSpPr>
              <p:cNvPr id="13" name="Rounded Rectangle 31">
                <a:extLst>
                  <a:ext uri="{FF2B5EF4-FFF2-40B4-BE49-F238E27FC236}">
                    <a16:creationId xmlns:a16="http://schemas.microsoft.com/office/drawing/2014/main" id="{540E40F4-B2D8-0C30-9EEC-154EB3CC93BC}"/>
                  </a:ext>
                </a:extLst>
              </p:cNvPr>
              <p:cNvSpPr/>
              <p:nvPr/>
            </p:nvSpPr>
            <p:spPr>
              <a:xfrm>
                <a:off x="1784207" y="3337415"/>
                <a:ext cx="506237" cy="1818704"/>
              </a:xfrm>
              <a:custGeom>
                <a:avLst/>
                <a:gdLst/>
                <a:ahLst/>
                <a:cxnLst/>
                <a:rect l="0" t="0" r="0" b="0"/>
                <a:pathLst>
                  <a:path w="506237" h="1818704">
                    <a:moveTo>
                      <a:pt x="0" y="0"/>
                    </a:moveTo>
                    <a:lnTo>
                      <a:pt x="131246" y="0"/>
                    </a:lnTo>
                    <a:lnTo>
                      <a:pt x="262493" y="0"/>
                    </a:lnTo>
                    <a:lnTo>
                      <a:pt x="262493" y="909352"/>
                    </a:lnTo>
                    <a:lnTo>
                      <a:pt x="262493" y="1818704"/>
                    </a:lnTo>
                    <a:lnTo>
                      <a:pt x="393740" y="1818704"/>
                    </a:lnTo>
                    <a:lnTo>
                      <a:pt x="506237" y="1818704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6" name="Rounded Rectangle 32">
                <a:extLst>
                  <a:ext uri="{FF2B5EF4-FFF2-40B4-BE49-F238E27FC236}">
                    <a16:creationId xmlns:a16="http://schemas.microsoft.com/office/drawing/2014/main" id="{584E5D9D-0BA7-1104-93E3-6775139A006A}"/>
                  </a:ext>
                </a:extLst>
              </p:cNvPr>
              <p:cNvSpPr/>
              <p:nvPr/>
            </p:nvSpPr>
            <p:spPr>
              <a:xfrm>
                <a:off x="2234196" y="5095183"/>
                <a:ext cx="60935" cy="121871"/>
              </a:xfrm>
              <a:custGeom>
                <a:avLst/>
                <a:gdLst/>
                <a:ahLst/>
                <a:cxnLst/>
                <a:rect l="0" t="0" r="0" b="0"/>
                <a:pathLst>
                  <a:path w="60935" h="121871">
                    <a:moveTo>
                      <a:pt x="0" y="121871"/>
                    </a:moveTo>
                    <a:lnTo>
                      <a:pt x="60935" y="60935"/>
                    </a:lnTo>
                    <a:lnTo>
                      <a:pt x="0" y="0"/>
                    </a:lnTo>
                  </a:path>
                </a:pathLst>
              </a:custGeom>
              <a:noFill/>
              <a:ln w="14061">
                <a:solidFill>
                  <a:srgbClr val="484848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62EC1B8-478E-246D-98C4-2B050ACBB798}"/>
              </a:ext>
            </a:extLst>
          </p:cNvPr>
          <p:cNvGrpSpPr/>
          <p:nvPr/>
        </p:nvGrpSpPr>
        <p:grpSpPr>
          <a:xfrm>
            <a:off x="376449" y="4047799"/>
            <a:ext cx="1546367" cy="506237"/>
            <a:chOff x="323528" y="3036194"/>
            <a:chExt cx="1546367" cy="506237"/>
          </a:xfrm>
        </p:grpSpPr>
        <p:sp>
          <p:nvSpPr>
            <p:cNvPr id="29" name="Rounded Rectangle 13">
              <a:extLst>
                <a:ext uri="{FF2B5EF4-FFF2-40B4-BE49-F238E27FC236}">
                  <a16:creationId xmlns:a16="http://schemas.microsoft.com/office/drawing/2014/main" id="{0D58E272-17B3-2348-E3F7-4D441C2D2545}"/>
                </a:ext>
              </a:extLst>
            </p:cNvPr>
            <p:cNvSpPr/>
            <p:nvPr/>
          </p:nvSpPr>
          <p:spPr>
            <a:xfrm>
              <a:off x="323528" y="3036194"/>
              <a:ext cx="1546367" cy="506237"/>
            </a:xfrm>
            <a:custGeom>
              <a:avLst/>
              <a:gdLst/>
              <a:ahLst/>
              <a:cxnLst/>
              <a:rect l="0" t="0" r="0" b="0"/>
              <a:pathLst>
                <a:path w="1546367" h="506237">
                  <a:moveTo>
                    <a:pt x="112497" y="0"/>
                  </a:moveTo>
                  <a:lnTo>
                    <a:pt x="1433870" y="0"/>
                  </a:lnTo>
                  <a:cubicBezTo>
                    <a:pt x="1433870" y="0"/>
                    <a:pt x="1546367" y="0"/>
                    <a:pt x="1546367" y="112497"/>
                  </a:cubicBezTo>
                  <a:lnTo>
                    <a:pt x="1546367" y="393740"/>
                  </a:lnTo>
                  <a:cubicBezTo>
                    <a:pt x="1546367" y="393740"/>
                    <a:pt x="1546367" y="506237"/>
                    <a:pt x="1433870" y="506237"/>
                  </a:cubicBezTo>
                  <a:lnTo>
                    <a:pt x="112497" y="506237"/>
                  </a:lnTo>
                  <a:cubicBezTo>
                    <a:pt x="112497" y="506237"/>
                    <a:pt x="0" y="506237"/>
                    <a:pt x="0" y="393740"/>
                  </a:cubicBezTo>
                  <a:lnTo>
                    <a:pt x="0" y="112497"/>
                  </a:lnTo>
                  <a:cubicBezTo>
                    <a:pt x="0" y="112497"/>
                    <a:pt x="0" y="0"/>
                    <a:pt x="112497" y="0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0" name="Rounded Rectangle 14">
              <a:extLst>
                <a:ext uri="{FF2B5EF4-FFF2-40B4-BE49-F238E27FC236}">
                  <a16:creationId xmlns:a16="http://schemas.microsoft.com/office/drawing/2014/main" id="{4A20FD3B-73A9-1AD0-64F6-6F1A86FBD34C}"/>
                </a:ext>
              </a:extLst>
            </p:cNvPr>
            <p:cNvSpPr/>
            <p:nvPr/>
          </p:nvSpPr>
          <p:spPr>
            <a:xfrm>
              <a:off x="323528" y="3036194"/>
              <a:ext cx="1546367" cy="506237"/>
            </a:xfrm>
            <a:custGeom>
              <a:avLst/>
              <a:gdLst/>
              <a:ahLst/>
              <a:cxnLst/>
              <a:rect l="0" t="0" r="0" b="0"/>
              <a:pathLst>
                <a:path w="1546367" h="506237">
                  <a:moveTo>
                    <a:pt x="112497" y="0"/>
                  </a:moveTo>
                  <a:lnTo>
                    <a:pt x="1433870" y="0"/>
                  </a:lnTo>
                  <a:cubicBezTo>
                    <a:pt x="1433870" y="0"/>
                    <a:pt x="1546367" y="0"/>
                    <a:pt x="1546367" y="112497"/>
                  </a:cubicBezTo>
                  <a:lnTo>
                    <a:pt x="1546367" y="393740"/>
                  </a:lnTo>
                  <a:cubicBezTo>
                    <a:pt x="1546367" y="393740"/>
                    <a:pt x="1546367" y="506237"/>
                    <a:pt x="1433870" y="506237"/>
                  </a:cubicBezTo>
                  <a:lnTo>
                    <a:pt x="112497" y="506237"/>
                  </a:lnTo>
                  <a:cubicBezTo>
                    <a:pt x="112497" y="506237"/>
                    <a:pt x="0" y="506237"/>
                    <a:pt x="0" y="393740"/>
                  </a:cubicBezTo>
                  <a:lnTo>
                    <a:pt x="0" y="112497"/>
                  </a:lnTo>
                  <a:cubicBezTo>
                    <a:pt x="0" y="112497"/>
                    <a:pt x="0" y="0"/>
                    <a:pt x="112497" y="0"/>
                  </a:cubicBezTo>
                </a:path>
              </a:pathLst>
            </a:custGeom>
            <a:noFill/>
            <a:ln w="14061">
              <a:solidFill>
                <a:srgbClr val="FFFFFF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1" name="TextBox 34">
              <a:extLst>
                <a:ext uri="{FF2B5EF4-FFF2-40B4-BE49-F238E27FC236}">
                  <a16:creationId xmlns:a16="http://schemas.microsoft.com/office/drawing/2014/main" id="{3CB4F72A-DB58-AC3C-076F-4B9568ECC336}"/>
                </a:ext>
              </a:extLst>
            </p:cNvPr>
            <p:cNvSpPr txBox="1"/>
            <p:nvPr/>
          </p:nvSpPr>
          <p:spPr>
            <a:xfrm>
              <a:off x="792266" y="3204939"/>
              <a:ext cx="94641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b="1" dirty="0">
                  <a:solidFill>
                    <a:srgbClr val="969696"/>
                  </a:solidFill>
                  <a:latin typeface="Shantell Sans"/>
                </a:rPr>
                <a:t>Design</a:t>
              </a:r>
              <a:endParaRPr sz="1400" b="1" dirty="0">
                <a:solidFill>
                  <a:srgbClr val="969696"/>
                </a:solidFill>
                <a:latin typeface="Shantell Sans"/>
              </a:endParaRPr>
            </a:p>
          </p:txBody>
        </p:sp>
        <p:sp>
          <p:nvSpPr>
            <p:cNvPr id="32" name="Rounded Rectangle 35">
              <a:extLst>
                <a:ext uri="{FF2B5EF4-FFF2-40B4-BE49-F238E27FC236}">
                  <a16:creationId xmlns:a16="http://schemas.microsoft.com/office/drawing/2014/main" id="{FEF8E93A-62CD-8018-99A9-ADA086F6E5C2}"/>
                </a:ext>
              </a:extLst>
            </p:cNvPr>
            <p:cNvSpPr/>
            <p:nvPr/>
          </p:nvSpPr>
          <p:spPr>
            <a:xfrm>
              <a:off x="441862" y="3154550"/>
              <a:ext cx="269547" cy="269524"/>
            </a:xfrm>
            <a:custGeom>
              <a:avLst/>
              <a:gdLst/>
              <a:ahLst/>
              <a:cxnLst/>
              <a:rect l="0" t="0" r="0" b="0"/>
              <a:pathLst>
                <a:path w="269547" h="269524">
                  <a:moveTo>
                    <a:pt x="93770" y="139801"/>
                  </a:moveTo>
                  <a:cubicBezTo>
                    <a:pt x="93709" y="137703"/>
                    <a:pt x="92553" y="135790"/>
                    <a:pt x="90723" y="134762"/>
                  </a:cubicBezTo>
                  <a:cubicBezTo>
                    <a:pt x="88825" y="133719"/>
                    <a:pt x="86527" y="133719"/>
                    <a:pt x="84629" y="134762"/>
                  </a:cubicBezTo>
                  <a:lnTo>
                    <a:pt x="2600" y="173784"/>
                  </a:lnTo>
                  <a:cubicBezTo>
                    <a:pt x="968" y="174887"/>
                    <a:pt x="0" y="176736"/>
                    <a:pt x="22" y="178706"/>
                  </a:cubicBezTo>
                  <a:lnTo>
                    <a:pt x="22" y="263665"/>
                  </a:lnTo>
                  <a:cubicBezTo>
                    <a:pt x="22" y="266901"/>
                    <a:pt x="2645" y="269524"/>
                    <a:pt x="5881" y="269524"/>
                  </a:cubicBezTo>
                  <a:lnTo>
                    <a:pt x="93770" y="269524"/>
                  </a:lnTo>
                  <a:close/>
                  <a:moveTo>
                    <a:pt x="187517" y="84490"/>
                  </a:moveTo>
                  <a:cubicBezTo>
                    <a:pt x="187540" y="82901"/>
                    <a:pt x="186904" y="81373"/>
                    <a:pt x="185760" y="80271"/>
                  </a:cubicBezTo>
                  <a:lnTo>
                    <a:pt x="140644" y="23436"/>
                  </a:lnTo>
                  <a:lnTo>
                    <a:pt x="95527" y="80271"/>
                  </a:lnTo>
                  <a:cubicBezTo>
                    <a:pt x="94383" y="81373"/>
                    <a:pt x="93747" y="82901"/>
                    <a:pt x="93770" y="84490"/>
                  </a:cubicBezTo>
                  <a:lnTo>
                    <a:pt x="93770" y="269524"/>
                  </a:lnTo>
                  <a:lnTo>
                    <a:pt x="187517" y="269524"/>
                  </a:lnTo>
                  <a:close/>
                  <a:moveTo>
                    <a:pt x="140644" y="23436"/>
                  </a:moveTo>
                  <a:lnTo>
                    <a:pt x="140644" y="0"/>
                  </a:lnTo>
                  <a:moveTo>
                    <a:pt x="187517" y="152339"/>
                  </a:moveTo>
                  <a:lnTo>
                    <a:pt x="225602" y="118356"/>
                  </a:lnTo>
                  <a:cubicBezTo>
                    <a:pt x="227920" y="116108"/>
                    <a:pt x="231604" y="116108"/>
                    <a:pt x="233922" y="118356"/>
                  </a:cubicBezTo>
                  <a:lnTo>
                    <a:pt x="269078" y="152339"/>
                  </a:lnTo>
                  <a:lnTo>
                    <a:pt x="269078" y="263665"/>
                  </a:lnTo>
                  <a:cubicBezTo>
                    <a:pt x="269078" y="266901"/>
                    <a:pt x="266455" y="269524"/>
                    <a:pt x="263219" y="269524"/>
                  </a:cubicBezTo>
                  <a:lnTo>
                    <a:pt x="187517" y="269524"/>
                  </a:lnTo>
                  <a:close/>
                  <a:moveTo>
                    <a:pt x="187517" y="152339"/>
                  </a:moveTo>
                  <a:lnTo>
                    <a:pt x="269547" y="152339"/>
                  </a:lnTo>
                  <a:moveTo>
                    <a:pt x="187517" y="181636"/>
                  </a:moveTo>
                  <a:lnTo>
                    <a:pt x="269547" y="181636"/>
                  </a:lnTo>
                  <a:moveTo>
                    <a:pt x="187517" y="210932"/>
                  </a:moveTo>
                  <a:lnTo>
                    <a:pt x="269547" y="210932"/>
                  </a:lnTo>
                  <a:moveTo>
                    <a:pt x="187517" y="240228"/>
                  </a:moveTo>
                  <a:lnTo>
                    <a:pt x="269547" y="240228"/>
                  </a:lnTo>
                  <a:moveTo>
                    <a:pt x="29318" y="193354"/>
                  </a:moveTo>
                  <a:lnTo>
                    <a:pt x="29318" y="269524"/>
                  </a:lnTo>
                  <a:moveTo>
                    <a:pt x="61544" y="193354"/>
                  </a:moveTo>
                  <a:lnTo>
                    <a:pt x="61544" y="269524"/>
                  </a:lnTo>
                  <a:moveTo>
                    <a:pt x="186814" y="81794"/>
                  </a:moveTo>
                  <a:lnTo>
                    <a:pt x="95176" y="81794"/>
                  </a:lnTo>
                  <a:lnTo>
                    <a:pt x="187517" y="128902"/>
                  </a:lnTo>
                  <a:lnTo>
                    <a:pt x="93770" y="175776"/>
                  </a:lnTo>
                  <a:lnTo>
                    <a:pt x="187517" y="222650"/>
                  </a:lnTo>
                  <a:lnTo>
                    <a:pt x="96113" y="268352"/>
                  </a:lnTo>
                </a:path>
              </a:pathLst>
            </a:custGeom>
            <a:noFill/>
            <a:ln w="14061">
              <a:solidFill>
                <a:srgbClr val="969696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D249C6A-6B21-ED4C-E8BC-9DAE96E92BBD}"/>
              </a:ext>
            </a:extLst>
          </p:cNvPr>
          <p:cNvGrpSpPr/>
          <p:nvPr/>
        </p:nvGrpSpPr>
        <p:grpSpPr>
          <a:xfrm>
            <a:off x="2447832" y="3700932"/>
            <a:ext cx="1861521" cy="506237"/>
            <a:chOff x="2394911" y="2689327"/>
            <a:chExt cx="1632521" cy="506237"/>
          </a:xfrm>
        </p:grpSpPr>
        <p:sp>
          <p:nvSpPr>
            <p:cNvPr id="34" name="Rounded Rectangle 11">
              <a:extLst>
                <a:ext uri="{FF2B5EF4-FFF2-40B4-BE49-F238E27FC236}">
                  <a16:creationId xmlns:a16="http://schemas.microsoft.com/office/drawing/2014/main" id="{F1AAC61F-7B4E-1679-EE2E-A99517D1DEC8}"/>
                </a:ext>
              </a:extLst>
            </p:cNvPr>
            <p:cNvSpPr/>
            <p:nvPr/>
          </p:nvSpPr>
          <p:spPr>
            <a:xfrm>
              <a:off x="2394911" y="2689327"/>
              <a:ext cx="1632521" cy="506237"/>
            </a:xfrm>
            <a:custGeom>
              <a:avLst/>
              <a:gdLst/>
              <a:ahLst/>
              <a:cxnLst/>
              <a:rect l="0" t="0" r="0" b="0"/>
              <a:pathLst>
                <a:path w="1632521" h="506237">
                  <a:moveTo>
                    <a:pt x="112497" y="0"/>
                  </a:moveTo>
                  <a:lnTo>
                    <a:pt x="1520024" y="0"/>
                  </a:lnTo>
                  <a:cubicBezTo>
                    <a:pt x="1520024" y="0"/>
                    <a:pt x="1632521" y="0"/>
                    <a:pt x="1632521" y="112497"/>
                  </a:cubicBezTo>
                  <a:lnTo>
                    <a:pt x="1632521" y="393740"/>
                  </a:lnTo>
                  <a:cubicBezTo>
                    <a:pt x="1632521" y="393740"/>
                    <a:pt x="1632521" y="506237"/>
                    <a:pt x="1520024" y="506237"/>
                  </a:cubicBezTo>
                  <a:lnTo>
                    <a:pt x="112497" y="506237"/>
                  </a:lnTo>
                  <a:cubicBezTo>
                    <a:pt x="112497" y="506237"/>
                    <a:pt x="0" y="506237"/>
                    <a:pt x="0" y="393740"/>
                  </a:cubicBezTo>
                  <a:lnTo>
                    <a:pt x="0" y="112497"/>
                  </a:lnTo>
                  <a:cubicBezTo>
                    <a:pt x="0" y="112497"/>
                    <a:pt x="0" y="0"/>
                    <a:pt x="112497" y="0"/>
                  </a:cubicBezTo>
                </a:path>
              </a:pathLst>
            </a:custGeom>
            <a:solidFill>
              <a:srgbClr val="D1F4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dirty="0"/>
            </a:p>
          </p:txBody>
        </p:sp>
        <p:sp>
          <p:nvSpPr>
            <p:cNvPr id="35" name="Rounded Rectangle 12">
              <a:extLst>
                <a:ext uri="{FF2B5EF4-FFF2-40B4-BE49-F238E27FC236}">
                  <a16:creationId xmlns:a16="http://schemas.microsoft.com/office/drawing/2014/main" id="{11FDE013-6EE8-E86C-A211-51B4A0E04C22}"/>
                </a:ext>
              </a:extLst>
            </p:cNvPr>
            <p:cNvSpPr/>
            <p:nvPr/>
          </p:nvSpPr>
          <p:spPr>
            <a:xfrm>
              <a:off x="2394911" y="2689327"/>
              <a:ext cx="1632521" cy="506237"/>
            </a:xfrm>
            <a:custGeom>
              <a:avLst/>
              <a:gdLst/>
              <a:ahLst/>
              <a:cxnLst/>
              <a:rect l="0" t="0" r="0" b="0"/>
              <a:pathLst>
                <a:path w="1632521" h="506237">
                  <a:moveTo>
                    <a:pt x="112497" y="0"/>
                  </a:moveTo>
                  <a:lnTo>
                    <a:pt x="1520024" y="0"/>
                  </a:lnTo>
                  <a:cubicBezTo>
                    <a:pt x="1520024" y="0"/>
                    <a:pt x="1632521" y="0"/>
                    <a:pt x="1632521" y="112497"/>
                  </a:cubicBezTo>
                  <a:lnTo>
                    <a:pt x="1632521" y="393740"/>
                  </a:lnTo>
                  <a:cubicBezTo>
                    <a:pt x="1632521" y="393740"/>
                    <a:pt x="1632521" y="506237"/>
                    <a:pt x="1520024" y="506237"/>
                  </a:cubicBezTo>
                  <a:lnTo>
                    <a:pt x="112497" y="506237"/>
                  </a:lnTo>
                  <a:cubicBezTo>
                    <a:pt x="112497" y="506237"/>
                    <a:pt x="0" y="506237"/>
                    <a:pt x="0" y="393740"/>
                  </a:cubicBezTo>
                  <a:lnTo>
                    <a:pt x="0" y="112497"/>
                  </a:lnTo>
                  <a:cubicBezTo>
                    <a:pt x="0" y="112497"/>
                    <a:pt x="0" y="0"/>
                    <a:pt x="112497" y="0"/>
                  </a:cubicBezTo>
                </a:path>
              </a:pathLst>
            </a:custGeom>
            <a:noFill/>
            <a:ln w="14061">
              <a:solidFill>
                <a:srgbClr val="FFFFFF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/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059AD6C1-E488-56EC-9E2F-470C39104103}"/>
                </a:ext>
              </a:extLst>
            </p:cNvPr>
            <p:cNvSpPr txBox="1"/>
            <p:nvPr/>
          </p:nvSpPr>
          <p:spPr>
            <a:xfrm>
              <a:off x="2863649" y="2858073"/>
              <a:ext cx="11181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200" b="1" dirty="0" err="1">
                  <a:solidFill>
                    <a:srgbClr val="1EABDA"/>
                  </a:solidFill>
                  <a:latin typeface="Shantell Sans"/>
                </a:rPr>
                <a:t>FloatingAddition.v</a:t>
              </a:r>
              <a:endParaRPr sz="1200" b="1" dirty="0">
                <a:solidFill>
                  <a:srgbClr val="1EABDA"/>
                </a:solidFill>
                <a:latin typeface="Shantell Sans"/>
              </a:endParaRPr>
            </a:p>
          </p:txBody>
        </p:sp>
        <p:sp>
          <p:nvSpPr>
            <p:cNvPr id="37" name="Rounded Rectangle 37">
              <a:extLst>
                <a:ext uri="{FF2B5EF4-FFF2-40B4-BE49-F238E27FC236}">
                  <a16:creationId xmlns:a16="http://schemas.microsoft.com/office/drawing/2014/main" id="{7DC01CF9-CF29-4F5C-C6C5-1DC4ABC483FB}"/>
                </a:ext>
              </a:extLst>
            </p:cNvPr>
            <p:cNvSpPr/>
            <p:nvPr/>
          </p:nvSpPr>
          <p:spPr>
            <a:xfrm>
              <a:off x="2507408" y="2801825"/>
              <a:ext cx="271282" cy="272014"/>
            </a:xfrm>
            <a:custGeom>
              <a:avLst/>
              <a:gdLst/>
              <a:ahLst/>
              <a:cxnLst/>
              <a:rect l="0" t="0" r="0" b="0"/>
              <a:pathLst>
                <a:path w="271282" h="272014">
                  <a:moveTo>
                    <a:pt x="107224" y="47899"/>
                  </a:moveTo>
                  <a:lnTo>
                    <a:pt x="107224" y="20946"/>
                  </a:lnTo>
                  <a:cubicBezTo>
                    <a:pt x="107224" y="13915"/>
                    <a:pt x="111911" y="9228"/>
                    <a:pt x="118942" y="9228"/>
                  </a:cubicBezTo>
                  <a:lnTo>
                    <a:pt x="231439" y="9228"/>
                  </a:lnTo>
                  <a:cubicBezTo>
                    <a:pt x="233783" y="9228"/>
                    <a:pt x="237298" y="10400"/>
                    <a:pt x="238470" y="11572"/>
                  </a:cubicBezTo>
                  <a:lnTo>
                    <a:pt x="266594" y="35008"/>
                  </a:lnTo>
                  <a:cubicBezTo>
                    <a:pt x="268938" y="37352"/>
                    <a:pt x="271282" y="40868"/>
                    <a:pt x="271282" y="44383"/>
                  </a:cubicBezTo>
                  <a:lnTo>
                    <a:pt x="271282" y="190864"/>
                  </a:lnTo>
                  <a:cubicBezTo>
                    <a:pt x="271282" y="197895"/>
                    <a:pt x="266594" y="202582"/>
                    <a:pt x="259563" y="202582"/>
                  </a:cubicBezTo>
                  <a:lnTo>
                    <a:pt x="171675" y="202582"/>
                  </a:lnTo>
                  <a:moveTo>
                    <a:pt x="0" y="0"/>
                  </a:moveTo>
                  <a:moveTo>
                    <a:pt x="154097" y="58445"/>
                  </a:moveTo>
                  <a:lnTo>
                    <a:pt x="136519" y="76023"/>
                  </a:lnTo>
                  <a:lnTo>
                    <a:pt x="154097" y="93601"/>
                  </a:lnTo>
                  <a:moveTo>
                    <a:pt x="0" y="0"/>
                  </a:moveTo>
                  <a:moveTo>
                    <a:pt x="224408" y="93601"/>
                  </a:moveTo>
                  <a:lnTo>
                    <a:pt x="241986" y="76023"/>
                  </a:lnTo>
                  <a:lnTo>
                    <a:pt x="224408" y="58445"/>
                  </a:lnTo>
                  <a:moveTo>
                    <a:pt x="0" y="0"/>
                  </a:moveTo>
                  <a:moveTo>
                    <a:pt x="177534" y="99460"/>
                  </a:moveTo>
                  <a:lnTo>
                    <a:pt x="200971" y="46727"/>
                  </a:lnTo>
                  <a:moveTo>
                    <a:pt x="158785" y="272014"/>
                  </a:moveTo>
                  <a:cubicBezTo>
                    <a:pt x="148238" y="241546"/>
                    <a:pt x="118942" y="219281"/>
                    <a:pt x="84958" y="219281"/>
                  </a:cubicBezTo>
                  <a:cubicBezTo>
                    <a:pt x="50975" y="219281"/>
                    <a:pt x="20507" y="241546"/>
                    <a:pt x="9960" y="272014"/>
                  </a:cubicBezTo>
                  <a:moveTo>
                    <a:pt x="83786" y="113815"/>
                  </a:moveTo>
                  <a:lnTo>
                    <a:pt x="83786" y="78660"/>
                  </a:lnTo>
                  <a:moveTo>
                    <a:pt x="19334" y="147799"/>
                  </a:moveTo>
                  <a:lnTo>
                    <a:pt x="148237" y="147799"/>
                  </a:lnTo>
                  <a:moveTo>
                    <a:pt x="35740" y="160689"/>
                  </a:moveTo>
                  <a:cubicBezTo>
                    <a:pt x="36911" y="186469"/>
                    <a:pt x="58005" y="207563"/>
                    <a:pt x="83785" y="207563"/>
                  </a:cubicBezTo>
                  <a:cubicBezTo>
                    <a:pt x="110738" y="207563"/>
                    <a:pt x="131831" y="186469"/>
                    <a:pt x="131831" y="159517"/>
                  </a:cubicBezTo>
                  <a:lnTo>
                    <a:pt x="131831" y="138424"/>
                  </a:lnTo>
                  <a:cubicBezTo>
                    <a:pt x="131831" y="111471"/>
                    <a:pt x="110738" y="90378"/>
                    <a:pt x="83785" y="90378"/>
                  </a:cubicBezTo>
                  <a:cubicBezTo>
                    <a:pt x="58005" y="90378"/>
                    <a:pt x="36911" y="111471"/>
                    <a:pt x="35740" y="137252"/>
                  </a:cubicBezTo>
                  <a:close/>
                </a:path>
              </a:pathLst>
            </a:custGeom>
            <a:noFill/>
            <a:ln w="14061">
              <a:solidFill>
                <a:srgbClr val="1EABDA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4A5B4F3-4031-B0F3-BBB7-D365CF5D8FEB}"/>
              </a:ext>
            </a:extLst>
          </p:cNvPr>
          <p:cNvGrpSpPr/>
          <p:nvPr/>
        </p:nvGrpSpPr>
        <p:grpSpPr>
          <a:xfrm>
            <a:off x="2447832" y="3007200"/>
            <a:ext cx="1861521" cy="506237"/>
            <a:chOff x="2447832" y="3007200"/>
            <a:chExt cx="1861521" cy="506237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5C09AFA-33C1-E528-B1F7-6E455BB57F14}"/>
                </a:ext>
              </a:extLst>
            </p:cNvPr>
            <p:cNvGrpSpPr/>
            <p:nvPr/>
          </p:nvGrpSpPr>
          <p:grpSpPr>
            <a:xfrm>
              <a:off x="2447832" y="3007200"/>
              <a:ext cx="1861521" cy="506237"/>
              <a:chOff x="2394911" y="1995595"/>
              <a:chExt cx="1632521" cy="506237"/>
            </a:xfrm>
          </p:grpSpPr>
          <p:sp>
            <p:nvSpPr>
              <p:cNvPr id="44" name="Rounded Rectangle 7">
                <a:extLst>
                  <a:ext uri="{FF2B5EF4-FFF2-40B4-BE49-F238E27FC236}">
                    <a16:creationId xmlns:a16="http://schemas.microsoft.com/office/drawing/2014/main" id="{776FD90B-1FAF-3A06-3489-A5B9791B55CA}"/>
                  </a:ext>
                </a:extLst>
              </p:cNvPr>
              <p:cNvSpPr/>
              <p:nvPr/>
            </p:nvSpPr>
            <p:spPr>
              <a:xfrm>
                <a:off x="2394911" y="1995595"/>
                <a:ext cx="1632521" cy="506237"/>
              </a:xfrm>
              <a:custGeom>
                <a:avLst/>
                <a:gdLst/>
                <a:ahLst/>
                <a:cxnLst/>
                <a:rect l="0" t="0" r="0" b="0"/>
                <a:pathLst>
                  <a:path w="1632521" h="506237">
                    <a:moveTo>
                      <a:pt x="112497" y="0"/>
                    </a:moveTo>
                    <a:lnTo>
                      <a:pt x="1520024" y="0"/>
                    </a:lnTo>
                    <a:cubicBezTo>
                      <a:pt x="1520024" y="0"/>
                      <a:pt x="1632521" y="0"/>
                      <a:pt x="1632521" y="112497"/>
                    </a:cubicBezTo>
                    <a:lnTo>
                      <a:pt x="1632521" y="393740"/>
                    </a:lnTo>
                    <a:cubicBezTo>
                      <a:pt x="1632521" y="393740"/>
                      <a:pt x="1632521" y="506237"/>
                      <a:pt x="1520024" y="506237"/>
                    </a:cubicBezTo>
                    <a:lnTo>
                      <a:pt x="112497" y="506237"/>
                    </a:lnTo>
                    <a:cubicBezTo>
                      <a:pt x="112497" y="506237"/>
                      <a:pt x="0" y="506237"/>
                      <a:pt x="0" y="393740"/>
                    </a:cubicBezTo>
                    <a:lnTo>
                      <a:pt x="0" y="112497"/>
                    </a:lnTo>
                    <a:cubicBezTo>
                      <a:pt x="0" y="112497"/>
                      <a:pt x="0" y="0"/>
                      <a:pt x="112497" y="0"/>
                    </a:cubicBezTo>
                  </a:path>
                </a:pathLst>
              </a:custGeom>
              <a:solidFill>
                <a:srgbClr val="D1F4FF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/>
              </a:p>
            </p:txBody>
          </p:sp>
          <p:sp>
            <p:nvSpPr>
              <p:cNvPr id="45" name="Rounded Rectangle 8">
                <a:extLst>
                  <a:ext uri="{FF2B5EF4-FFF2-40B4-BE49-F238E27FC236}">
                    <a16:creationId xmlns:a16="http://schemas.microsoft.com/office/drawing/2014/main" id="{9403D6B4-F575-5481-2C4B-F2074C6ED46E}"/>
                  </a:ext>
                </a:extLst>
              </p:cNvPr>
              <p:cNvSpPr/>
              <p:nvPr/>
            </p:nvSpPr>
            <p:spPr>
              <a:xfrm>
                <a:off x="2394911" y="1995595"/>
                <a:ext cx="1632521" cy="506237"/>
              </a:xfrm>
              <a:custGeom>
                <a:avLst/>
                <a:gdLst/>
                <a:ahLst/>
                <a:cxnLst/>
                <a:rect l="0" t="0" r="0" b="0"/>
                <a:pathLst>
                  <a:path w="1632521" h="506237">
                    <a:moveTo>
                      <a:pt x="112497" y="0"/>
                    </a:moveTo>
                    <a:lnTo>
                      <a:pt x="1520024" y="0"/>
                    </a:lnTo>
                    <a:cubicBezTo>
                      <a:pt x="1520024" y="0"/>
                      <a:pt x="1632521" y="0"/>
                      <a:pt x="1632521" y="112497"/>
                    </a:cubicBezTo>
                    <a:lnTo>
                      <a:pt x="1632521" y="393740"/>
                    </a:lnTo>
                    <a:cubicBezTo>
                      <a:pt x="1632521" y="393740"/>
                      <a:pt x="1632521" y="506237"/>
                      <a:pt x="1520024" y="506237"/>
                    </a:cubicBezTo>
                    <a:lnTo>
                      <a:pt x="112497" y="506237"/>
                    </a:lnTo>
                    <a:cubicBezTo>
                      <a:pt x="112497" y="506237"/>
                      <a:pt x="0" y="506237"/>
                      <a:pt x="0" y="393740"/>
                    </a:cubicBezTo>
                    <a:lnTo>
                      <a:pt x="0" y="112497"/>
                    </a:lnTo>
                    <a:cubicBezTo>
                      <a:pt x="0" y="112497"/>
                      <a:pt x="0" y="0"/>
                      <a:pt x="112497" y="0"/>
                    </a:cubicBezTo>
                  </a:path>
                </a:pathLst>
              </a:custGeom>
              <a:noFill/>
              <a:ln w="14061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/>
              </a:p>
            </p:txBody>
          </p:sp>
          <p:sp>
            <p:nvSpPr>
              <p:cNvPr id="46" name="TextBox 38">
                <a:extLst>
                  <a:ext uri="{FF2B5EF4-FFF2-40B4-BE49-F238E27FC236}">
                    <a16:creationId xmlns:a16="http://schemas.microsoft.com/office/drawing/2014/main" id="{2AE4E860-74C6-E379-45E9-1AB18A656DEB}"/>
                  </a:ext>
                </a:extLst>
              </p:cNvPr>
              <p:cNvSpPr txBox="1"/>
              <p:nvPr/>
            </p:nvSpPr>
            <p:spPr>
              <a:xfrm>
                <a:off x="2863649" y="2164341"/>
                <a:ext cx="1163783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200" b="1" dirty="0" err="1">
                    <a:solidFill>
                      <a:srgbClr val="1EABDA"/>
                    </a:solidFill>
                    <a:latin typeface="Shantell Sans"/>
                  </a:rPr>
                  <a:t>FloatingSqrt.v</a:t>
                </a:r>
                <a:endParaRPr sz="1200" b="1" dirty="0">
                  <a:solidFill>
                    <a:srgbClr val="1EABDA"/>
                  </a:solidFill>
                  <a:latin typeface="Shantell Sans"/>
                </a:endParaRPr>
              </a:p>
            </p:txBody>
          </p:sp>
        </p:grpSp>
        <p:sp>
          <p:nvSpPr>
            <p:cNvPr id="68" name="Rounded Rectangle 37">
              <a:extLst>
                <a:ext uri="{FF2B5EF4-FFF2-40B4-BE49-F238E27FC236}">
                  <a16:creationId xmlns:a16="http://schemas.microsoft.com/office/drawing/2014/main" id="{36204843-1734-FEF6-6AB6-8DF3AABA0753}"/>
                </a:ext>
              </a:extLst>
            </p:cNvPr>
            <p:cNvSpPr/>
            <p:nvPr/>
          </p:nvSpPr>
          <p:spPr>
            <a:xfrm>
              <a:off x="2582791" y="3135953"/>
              <a:ext cx="309336" cy="272014"/>
            </a:xfrm>
            <a:custGeom>
              <a:avLst/>
              <a:gdLst/>
              <a:ahLst/>
              <a:cxnLst/>
              <a:rect l="0" t="0" r="0" b="0"/>
              <a:pathLst>
                <a:path w="271282" h="272014">
                  <a:moveTo>
                    <a:pt x="107224" y="47899"/>
                  </a:moveTo>
                  <a:lnTo>
                    <a:pt x="107224" y="20946"/>
                  </a:lnTo>
                  <a:cubicBezTo>
                    <a:pt x="107224" y="13915"/>
                    <a:pt x="111911" y="9228"/>
                    <a:pt x="118942" y="9228"/>
                  </a:cubicBezTo>
                  <a:lnTo>
                    <a:pt x="231439" y="9228"/>
                  </a:lnTo>
                  <a:cubicBezTo>
                    <a:pt x="233783" y="9228"/>
                    <a:pt x="237298" y="10400"/>
                    <a:pt x="238470" y="11572"/>
                  </a:cubicBezTo>
                  <a:lnTo>
                    <a:pt x="266594" y="35008"/>
                  </a:lnTo>
                  <a:cubicBezTo>
                    <a:pt x="268938" y="37352"/>
                    <a:pt x="271282" y="40868"/>
                    <a:pt x="271282" y="44383"/>
                  </a:cubicBezTo>
                  <a:lnTo>
                    <a:pt x="271282" y="190864"/>
                  </a:lnTo>
                  <a:cubicBezTo>
                    <a:pt x="271282" y="197895"/>
                    <a:pt x="266594" y="202582"/>
                    <a:pt x="259563" y="202582"/>
                  </a:cubicBezTo>
                  <a:lnTo>
                    <a:pt x="171675" y="202582"/>
                  </a:lnTo>
                  <a:moveTo>
                    <a:pt x="0" y="0"/>
                  </a:moveTo>
                  <a:moveTo>
                    <a:pt x="154097" y="58445"/>
                  </a:moveTo>
                  <a:lnTo>
                    <a:pt x="136519" y="76023"/>
                  </a:lnTo>
                  <a:lnTo>
                    <a:pt x="154097" y="93601"/>
                  </a:lnTo>
                  <a:moveTo>
                    <a:pt x="0" y="0"/>
                  </a:moveTo>
                  <a:moveTo>
                    <a:pt x="224408" y="93601"/>
                  </a:moveTo>
                  <a:lnTo>
                    <a:pt x="241986" y="76023"/>
                  </a:lnTo>
                  <a:lnTo>
                    <a:pt x="224408" y="58445"/>
                  </a:lnTo>
                  <a:moveTo>
                    <a:pt x="0" y="0"/>
                  </a:moveTo>
                  <a:moveTo>
                    <a:pt x="177534" y="99460"/>
                  </a:moveTo>
                  <a:lnTo>
                    <a:pt x="200971" y="46727"/>
                  </a:lnTo>
                  <a:moveTo>
                    <a:pt x="158785" y="272014"/>
                  </a:moveTo>
                  <a:cubicBezTo>
                    <a:pt x="148238" y="241546"/>
                    <a:pt x="118942" y="219281"/>
                    <a:pt x="84958" y="219281"/>
                  </a:cubicBezTo>
                  <a:cubicBezTo>
                    <a:pt x="50975" y="219281"/>
                    <a:pt x="20507" y="241546"/>
                    <a:pt x="9960" y="272014"/>
                  </a:cubicBezTo>
                  <a:moveTo>
                    <a:pt x="83786" y="113815"/>
                  </a:moveTo>
                  <a:lnTo>
                    <a:pt x="83786" y="78660"/>
                  </a:lnTo>
                  <a:moveTo>
                    <a:pt x="19334" y="147799"/>
                  </a:moveTo>
                  <a:lnTo>
                    <a:pt x="148237" y="147799"/>
                  </a:lnTo>
                  <a:moveTo>
                    <a:pt x="35740" y="160689"/>
                  </a:moveTo>
                  <a:cubicBezTo>
                    <a:pt x="36911" y="186469"/>
                    <a:pt x="58005" y="207563"/>
                    <a:pt x="83785" y="207563"/>
                  </a:cubicBezTo>
                  <a:cubicBezTo>
                    <a:pt x="110738" y="207563"/>
                    <a:pt x="131831" y="186469"/>
                    <a:pt x="131831" y="159517"/>
                  </a:cubicBezTo>
                  <a:lnTo>
                    <a:pt x="131831" y="138424"/>
                  </a:lnTo>
                  <a:cubicBezTo>
                    <a:pt x="131831" y="111471"/>
                    <a:pt x="110738" y="90378"/>
                    <a:pt x="83785" y="90378"/>
                  </a:cubicBezTo>
                  <a:cubicBezTo>
                    <a:pt x="58005" y="90378"/>
                    <a:pt x="36911" y="111471"/>
                    <a:pt x="35740" y="137252"/>
                  </a:cubicBezTo>
                  <a:close/>
                </a:path>
              </a:pathLst>
            </a:custGeom>
            <a:noFill/>
            <a:ln w="14061">
              <a:solidFill>
                <a:srgbClr val="1EABDA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C12278B-135E-AB38-511E-4D4686F77262}"/>
              </a:ext>
            </a:extLst>
          </p:cNvPr>
          <p:cNvGrpSpPr/>
          <p:nvPr/>
        </p:nvGrpSpPr>
        <p:grpSpPr>
          <a:xfrm>
            <a:off x="2447832" y="2144722"/>
            <a:ext cx="1875584" cy="674982"/>
            <a:chOff x="2447832" y="2144722"/>
            <a:chExt cx="1875584" cy="67498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5CDF4A8-7135-4CDB-FB27-E91006E65104}"/>
                </a:ext>
              </a:extLst>
            </p:cNvPr>
            <p:cNvGrpSpPr/>
            <p:nvPr/>
          </p:nvGrpSpPr>
          <p:grpSpPr>
            <a:xfrm>
              <a:off x="2447832" y="2144722"/>
              <a:ext cx="1875584" cy="674982"/>
              <a:chOff x="2394911" y="1133117"/>
              <a:chExt cx="1644854" cy="674982"/>
            </a:xfrm>
          </p:grpSpPr>
          <p:sp>
            <p:nvSpPr>
              <p:cNvPr id="54" name="Rounded Rectangle 1">
                <a:extLst>
                  <a:ext uri="{FF2B5EF4-FFF2-40B4-BE49-F238E27FC236}">
                    <a16:creationId xmlns:a16="http://schemas.microsoft.com/office/drawing/2014/main" id="{97AB439D-16F0-4682-92E7-6C8025656394}"/>
                  </a:ext>
                </a:extLst>
              </p:cNvPr>
              <p:cNvSpPr/>
              <p:nvPr/>
            </p:nvSpPr>
            <p:spPr>
              <a:xfrm>
                <a:off x="2394911" y="1133117"/>
                <a:ext cx="1632521" cy="674982"/>
              </a:xfrm>
              <a:custGeom>
                <a:avLst/>
                <a:gdLst/>
                <a:ahLst/>
                <a:cxnLst/>
                <a:rect l="0" t="0" r="0" b="0"/>
                <a:pathLst>
                  <a:path w="1632521" h="674982">
                    <a:moveTo>
                      <a:pt x="112497" y="0"/>
                    </a:moveTo>
                    <a:lnTo>
                      <a:pt x="1520024" y="0"/>
                    </a:lnTo>
                    <a:cubicBezTo>
                      <a:pt x="1520024" y="0"/>
                      <a:pt x="1632521" y="0"/>
                      <a:pt x="1632521" y="112497"/>
                    </a:cubicBezTo>
                    <a:lnTo>
                      <a:pt x="1632521" y="562485"/>
                    </a:lnTo>
                    <a:cubicBezTo>
                      <a:pt x="1632521" y="562485"/>
                      <a:pt x="1632521" y="674982"/>
                      <a:pt x="1520024" y="674982"/>
                    </a:cubicBezTo>
                    <a:lnTo>
                      <a:pt x="112497" y="674982"/>
                    </a:lnTo>
                    <a:cubicBezTo>
                      <a:pt x="112497" y="674982"/>
                      <a:pt x="0" y="674982"/>
                      <a:pt x="0" y="562485"/>
                    </a:cubicBezTo>
                    <a:lnTo>
                      <a:pt x="0" y="112497"/>
                    </a:lnTo>
                    <a:cubicBezTo>
                      <a:pt x="0" y="112497"/>
                      <a:pt x="0" y="0"/>
                      <a:pt x="112497" y="0"/>
                    </a:cubicBezTo>
                  </a:path>
                </a:pathLst>
              </a:custGeom>
              <a:solidFill>
                <a:srgbClr val="D1F4FF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/>
              </a:p>
            </p:txBody>
          </p:sp>
          <p:sp>
            <p:nvSpPr>
              <p:cNvPr id="55" name="Rounded Rectangle 2">
                <a:extLst>
                  <a:ext uri="{FF2B5EF4-FFF2-40B4-BE49-F238E27FC236}">
                    <a16:creationId xmlns:a16="http://schemas.microsoft.com/office/drawing/2014/main" id="{69FE933E-C055-F5A4-E47A-B831C99A1524}"/>
                  </a:ext>
                </a:extLst>
              </p:cNvPr>
              <p:cNvSpPr/>
              <p:nvPr/>
            </p:nvSpPr>
            <p:spPr>
              <a:xfrm>
                <a:off x="2394911" y="1133117"/>
                <a:ext cx="1632521" cy="674982"/>
              </a:xfrm>
              <a:custGeom>
                <a:avLst/>
                <a:gdLst/>
                <a:ahLst/>
                <a:cxnLst/>
                <a:rect l="0" t="0" r="0" b="0"/>
                <a:pathLst>
                  <a:path w="1632521" h="674982">
                    <a:moveTo>
                      <a:pt x="112497" y="0"/>
                    </a:moveTo>
                    <a:lnTo>
                      <a:pt x="1520024" y="0"/>
                    </a:lnTo>
                    <a:cubicBezTo>
                      <a:pt x="1520024" y="0"/>
                      <a:pt x="1632521" y="0"/>
                      <a:pt x="1632521" y="112497"/>
                    </a:cubicBezTo>
                    <a:lnTo>
                      <a:pt x="1632521" y="562485"/>
                    </a:lnTo>
                    <a:cubicBezTo>
                      <a:pt x="1632521" y="562485"/>
                      <a:pt x="1632521" y="674982"/>
                      <a:pt x="1520024" y="674982"/>
                    </a:cubicBezTo>
                    <a:lnTo>
                      <a:pt x="112497" y="674982"/>
                    </a:lnTo>
                    <a:cubicBezTo>
                      <a:pt x="112497" y="674982"/>
                      <a:pt x="0" y="674982"/>
                      <a:pt x="0" y="562485"/>
                    </a:cubicBezTo>
                    <a:lnTo>
                      <a:pt x="0" y="112497"/>
                    </a:lnTo>
                    <a:cubicBezTo>
                      <a:pt x="0" y="112497"/>
                      <a:pt x="0" y="0"/>
                      <a:pt x="112497" y="0"/>
                    </a:cubicBezTo>
                  </a:path>
                </a:pathLst>
              </a:custGeom>
              <a:noFill/>
              <a:ln w="14061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/>
              </a:p>
            </p:txBody>
          </p:sp>
          <p:sp>
            <p:nvSpPr>
              <p:cNvPr id="56" name="TextBox 44">
                <a:extLst>
                  <a:ext uri="{FF2B5EF4-FFF2-40B4-BE49-F238E27FC236}">
                    <a16:creationId xmlns:a16="http://schemas.microsoft.com/office/drawing/2014/main" id="{3A4FB6C0-A78F-517B-6673-6900D8A680FE}"/>
                  </a:ext>
                </a:extLst>
              </p:cNvPr>
              <p:cNvSpPr txBox="1"/>
              <p:nvPr/>
            </p:nvSpPr>
            <p:spPr>
              <a:xfrm>
                <a:off x="2863649" y="1273738"/>
                <a:ext cx="11761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200" b="1" dirty="0" err="1">
                    <a:solidFill>
                      <a:srgbClr val="1EABDA"/>
                    </a:solidFill>
                    <a:latin typeface="Shantell Sans"/>
                  </a:rPr>
                  <a:t>fpu.v</a:t>
                </a:r>
                <a:r>
                  <a:rPr lang="en-US" sz="1200" b="1" dirty="0">
                    <a:solidFill>
                      <a:srgbClr val="1EABDA"/>
                    </a:solidFill>
                    <a:latin typeface="Shantell Sans"/>
                  </a:rPr>
                  <a:t>: </a:t>
                </a:r>
                <a:r>
                  <a:rPr lang="en-US" sz="1200" b="1" dirty="0" err="1">
                    <a:solidFill>
                      <a:srgbClr val="1EABDA"/>
                    </a:solidFill>
                    <a:latin typeface="Shantell Sans"/>
                  </a:rPr>
                  <a:t>int_to_float</a:t>
                </a:r>
                <a:r>
                  <a:rPr lang="en-US" sz="1200" b="1" dirty="0">
                    <a:solidFill>
                      <a:srgbClr val="1EABDA"/>
                    </a:solidFill>
                    <a:latin typeface="Shantell Sans"/>
                  </a:rPr>
                  <a:t>, float_to_int.v</a:t>
                </a:r>
                <a:endParaRPr sz="1200" b="1" dirty="0">
                  <a:solidFill>
                    <a:srgbClr val="1EABDA"/>
                  </a:solidFill>
                  <a:latin typeface="Shantell Sans"/>
                </a:endParaRPr>
              </a:p>
            </p:txBody>
          </p:sp>
        </p:grpSp>
        <p:sp>
          <p:nvSpPr>
            <p:cNvPr id="69" name="Rounded Rectangle 37">
              <a:extLst>
                <a:ext uri="{FF2B5EF4-FFF2-40B4-BE49-F238E27FC236}">
                  <a16:creationId xmlns:a16="http://schemas.microsoft.com/office/drawing/2014/main" id="{CC8DF92B-E1C3-DE2B-FDF5-7DE40A6DEFEF}"/>
                </a:ext>
              </a:extLst>
            </p:cNvPr>
            <p:cNvSpPr/>
            <p:nvPr/>
          </p:nvSpPr>
          <p:spPr>
            <a:xfrm>
              <a:off x="2582791" y="2346205"/>
              <a:ext cx="309336" cy="272014"/>
            </a:xfrm>
            <a:custGeom>
              <a:avLst/>
              <a:gdLst/>
              <a:ahLst/>
              <a:cxnLst/>
              <a:rect l="0" t="0" r="0" b="0"/>
              <a:pathLst>
                <a:path w="271282" h="272014">
                  <a:moveTo>
                    <a:pt x="107224" y="47899"/>
                  </a:moveTo>
                  <a:lnTo>
                    <a:pt x="107224" y="20946"/>
                  </a:lnTo>
                  <a:cubicBezTo>
                    <a:pt x="107224" y="13915"/>
                    <a:pt x="111911" y="9228"/>
                    <a:pt x="118942" y="9228"/>
                  </a:cubicBezTo>
                  <a:lnTo>
                    <a:pt x="231439" y="9228"/>
                  </a:lnTo>
                  <a:cubicBezTo>
                    <a:pt x="233783" y="9228"/>
                    <a:pt x="237298" y="10400"/>
                    <a:pt x="238470" y="11572"/>
                  </a:cubicBezTo>
                  <a:lnTo>
                    <a:pt x="266594" y="35008"/>
                  </a:lnTo>
                  <a:cubicBezTo>
                    <a:pt x="268938" y="37352"/>
                    <a:pt x="271282" y="40868"/>
                    <a:pt x="271282" y="44383"/>
                  </a:cubicBezTo>
                  <a:lnTo>
                    <a:pt x="271282" y="190864"/>
                  </a:lnTo>
                  <a:cubicBezTo>
                    <a:pt x="271282" y="197895"/>
                    <a:pt x="266594" y="202582"/>
                    <a:pt x="259563" y="202582"/>
                  </a:cubicBezTo>
                  <a:lnTo>
                    <a:pt x="171675" y="202582"/>
                  </a:lnTo>
                  <a:moveTo>
                    <a:pt x="0" y="0"/>
                  </a:moveTo>
                  <a:moveTo>
                    <a:pt x="154097" y="58445"/>
                  </a:moveTo>
                  <a:lnTo>
                    <a:pt x="136519" y="76023"/>
                  </a:lnTo>
                  <a:lnTo>
                    <a:pt x="154097" y="93601"/>
                  </a:lnTo>
                  <a:moveTo>
                    <a:pt x="0" y="0"/>
                  </a:moveTo>
                  <a:moveTo>
                    <a:pt x="224408" y="93601"/>
                  </a:moveTo>
                  <a:lnTo>
                    <a:pt x="241986" y="76023"/>
                  </a:lnTo>
                  <a:lnTo>
                    <a:pt x="224408" y="58445"/>
                  </a:lnTo>
                  <a:moveTo>
                    <a:pt x="0" y="0"/>
                  </a:moveTo>
                  <a:moveTo>
                    <a:pt x="177534" y="99460"/>
                  </a:moveTo>
                  <a:lnTo>
                    <a:pt x="200971" y="46727"/>
                  </a:lnTo>
                  <a:moveTo>
                    <a:pt x="158785" y="272014"/>
                  </a:moveTo>
                  <a:cubicBezTo>
                    <a:pt x="148238" y="241546"/>
                    <a:pt x="118942" y="219281"/>
                    <a:pt x="84958" y="219281"/>
                  </a:cubicBezTo>
                  <a:cubicBezTo>
                    <a:pt x="50975" y="219281"/>
                    <a:pt x="20507" y="241546"/>
                    <a:pt x="9960" y="272014"/>
                  </a:cubicBezTo>
                  <a:moveTo>
                    <a:pt x="83786" y="113815"/>
                  </a:moveTo>
                  <a:lnTo>
                    <a:pt x="83786" y="78660"/>
                  </a:lnTo>
                  <a:moveTo>
                    <a:pt x="19334" y="147799"/>
                  </a:moveTo>
                  <a:lnTo>
                    <a:pt x="148237" y="147799"/>
                  </a:lnTo>
                  <a:moveTo>
                    <a:pt x="35740" y="160689"/>
                  </a:moveTo>
                  <a:cubicBezTo>
                    <a:pt x="36911" y="186469"/>
                    <a:pt x="58005" y="207563"/>
                    <a:pt x="83785" y="207563"/>
                  </a:cubicBezTo>
                  <a:cubicBezTo>
                    <a:pt x="110738" y="207563"/>
                    <a:pt x="131831" y="186469"/>
                    <a:pt x="131831" y="159517"/>
                  </a:cubicBezTo>
                  <a:lnTo>
                    <a:pt x="131831" y="138424"/>
                  </a:lnTo>
                  <a:cubicBezTo>
                    <a:pt x="131831" y="111471"/>
                    <a:pt x="110738" y="90378"/>
                    <a:pt x="83785" y="90378"/>
                  </a:cubicBezTo>
                  <a:cubicBezTo>
                    <a:pt x="58005" y="90378"/>
                    <a:pt x="36911" y="111471"/>
                    <a:pt x="35740" y="137252"/>
                  </a:cubicBezTo>
                  <a:close/>
                </a:path>
              </a:pathLst>
            </a:custGeom>
            <a:noFill/>
            <a:ln w="14061">
              <a:solidFill>
                <a:srgbClr val="1EABDA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66EA23D-C2C3-657B-E12F-1B51D9125B46}"/>
              </a:ext>
            </a:extLst>
          </p:cNvPr>
          <p:cNvGrpSpPr/>
          <p:nvPr/>
        </p:nvGrpSpPr>
        <p:grpSpPr>
          <a:xfrm>
            <a:off x="2447832" y="4394665"/>
            <a:ext cx="1861521" cy="506237"/>
            <a:chOff x="2447832" y="4394665"/>
            <a:chExt cx="1861521" cy="50623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2EE4CEB-B22C-C282-622B-8D794CBF0E44}"/>
                </a:ext>
              </a:extLst>
            </p:cNvPr>
            <p:cNvGrpSpPr/>
            <p:nvPr/>
          </p:nvGrpSpPr>
          <p:grpSpPr>
            <a:xfrm>
              <a:off x="2447832" y="4394665"/>
              <a:ext cx="1861521" cy="506237"/>
              <a:chOff x="2394911" y="3383060"/>
              <a:chExt cx="1632521" cy="506237"/>
            </a:xfrm>
          </p:grpSpPr>
          <p:sp>
            <p:nvSpPr>
              <p:cNvPr id="39" name="Rounded Rectangle 9">
                <a:extLst>
                  <a:ext uri="{FF2B5EF4-FFF2-40B4-BE49-F238E27FC236}">
                    <a16:creationId xmlns:a16="http://schemas.microsoft.com/office/drawing/2014/main" id="{CFD8B752-149F-F502-5EAE-86EC3F8AA677}"/>
                  </a:ext>
                </a:extLst>
              </p:cNvPr>
              <p:cNvSpPr/>
              <p:nvPr/>
            </p:nvSpPr>
            <p:spPr>
              <a:xfrm>
                <a:off x="2394911" y="3383060"/>
                <a:ext cx="1632521" cy="506237"/>
              </a:xfrm>
              <a:custGeom>
                <a:avLst/>
                <a:gdLst/>
                <a:ahLst/>
                <a:cxnLst/>
                <a:rect l="0" t="0" r="0" b="0"/>
                <a:pathLst>
                  <a:path w="1632521" h="506237">
                    <a:moveTo>
                      <a:pt x="112497" y="0"/>
                    </a:moveTo>
                    <a:lnTo>
                      <a:pt x="1520024" y="0"/>
                    </a:lnTo>
                    <a:cubicBezTo>
                      <a:pt x="1520024" y="0"/>
                      <a:pt x="1632521" y="0"/>
                      <a:pt x="1632521" y="112497"/>
                    </a:cubicBezTo>
                    <a:lnTo>
                      <a:pt x="1632521" y="393740"/>
                    </a:lnTo>
                    <a:cubicBezTo>
                      <a:pt x="1632521" y="393740"/>
                      <a:pt x="1632521" y="506237"/>
                      <a:pt x="1520024" y="506237"/>
                    </a:cubicBezTo>
                    <a:lnTo>
                      <a:pt x="112497" y="506237"/>
                    </a:lnTo>
                    <a:cubicBezTo>
                      <a:pt x="112497" y="506237"/>
                      <a:pt x="0" y="506237"/>
                      <a:pt x="0" y="393740"/>
                    </a:cubicBezTo>
                    <a:lnTo>
                      <a:pt x="0" y="112497"/>
                    </a:lnTo>
                    <a:cubicBezTo>
                      <a:pt x="0" y="112497"/>
                      <a:pt x="0" y="0"/>
                      <a:pt x="112497" y="0"/>
                    </a:cubicBezTo>
                  </a:path>
                </a:pathLst>
              </a:custGeom>
              <a:solidFill>
                <a:srgbClr val="D1F4FF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/>
              </a:p>
            </p:txBody>
          </p:sp>
          <p:sp>
            <p:nvSpPr>
              <p:cNvPr id="40" name="Rounded Rectangle 10">
                <a:extLst>
                  <a:ext uri="{FF2B5EF4-FFF2-40B4-BE49-F238E27FC236}">
                    <a16:creationId xmlns:a16="http://schemas.microsoft.com/office/drawing/2014/main" id="{B9C666BA-BF0B-7C95-21C0-0548C33FE8DD}"/>
                  </a:ext>
                </a:extLst>
              </p:cNvPr>
              <p:cNvSpPr/>
              <p:nvPr/>
            </p:nvSpPr>
            <p:spPr>
              <a:xfrm>
                <a:off x="2394911" y="3383060"/>
                <a:ext cx="1632521" cy="506237"/>
              </a:xfrm>
              <a:custGeom>
                <a:avLst/>
                <a:gdLst/>
                <a:ahLst/>
                <a:cxnLst/>
                <a:rect l="0" t="0" r="0" b="0"/>
                <a:pathLst>
                  <a:path w="1632521" h="506237">
                    <a:moveTo>
                      <a:pt x="112497" y="0"/>
                    </a:moveTo>
                    <a:lnTo>
                      <a:pt x="1520024" y="0"/>
                    </a:lnTo>
                    <a:cubicBezTo>
                      <a:pt x="1520024" y="0"/>
                      <a:pt x="1632521" y="0"/>
                      <a:pt x="1632521" y="112497"/>
                    </a:cubicBezTo>
                    <a:lnTo>
                      <a:pt x="1632521" y="393740"/>
                    </a:lnTo>
                    <a:cubicBezTo>
                      <a:pt x="1632521" y="393740"/>
                      <a:pt x="1632521" y="506237"/>
                      <a:pt x="1520024" y="506237"/>
                    </a:cubicBezTo>
                    <a:lnTo>
                      <a:pt x="112497" y="506237"/>
                    </a:lnTo>
                    <a:cubicBezTo>
                      <a:pt x="112497" y="506237"/>
                      <a:pt x="0" y="506237"/>
                      <a:pt x="0" y="393740"/>
                    </a:cubicBezTo>
                    <a:lnTo>
                      <a:pt x="0" y="112497"/>
                    </a:lnTo>
                    <a:cubicBezTo>
                      <a:pt x="0" y="112497"/>
                      <a:pt x="0" y="0"/>
                      <a:pt x="112497" y="0"/>
                    </a:cubicBezTo>
                  </a:path>
                </a:pathLst>
              </a:custGeom>
              <a:noFill/>
              <a:ln w="14061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1154A33-7E7C-9BD0-A9C1-A105CE878F2D}"/>
                  </a:ext>
                </a:extLst>
              </p:cNvPr>
              <p:cNvSpPr txBox="1"/>
              <p:nvPr/>
            </p:nvSpPr>
            <p:spPr>
              <a:xfrm>
                <a:off x="2863648" y="3551806"/>
                <a:ext cx="1066348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200" b="1" dirty="0" err="1">
                    <a:solidFill>
                      <a:srgbClr val="1EABDA"/>
                    </a:solidFill>
                    <a:latin typeface="Shantell Sans"/>
                  </a:rPr>
                  <a:t>FloatingCompare.v</a:t>
                </a:r>
                <a:endParaRPr sz="1200" b="1" dirty="0">
                  <a:solidFill>
                    <a:srgbClr val="1EABDA"/>
                  </a:solidFill>
                  <a:latin typeface="Shantell Sans"/>
                </a:endParaRPr>
              </a:p>
            </p:txBody>
          </p:sp>
        </p:grpSp>
        <p:sp>
          <p:nvSpPr>
            <p:cNvPr id="70" name="Rounded Rectangle 37">
              <a:extLst>
                <a:ext uri="{FF2B5EF4-FFF2-40B4-BE49-F238E27FC236}">
                  <a16:creationId xmlns:a16="http://schemas.microsoft.com/office/drawing/2014/main" id="{0CDDCC0C-2B6A-C270-4E09-2C5D63A842CE}"/>
                </a:ext>
              </a:extLst>
            </p:cNvPr>
            <p:cNvSpPr/>
            <p:nvPr/>
          </p:nvSpPr>
          <p:spPr>
            <a:xfrm>
              <a:off x="2581788" y="4511776"/>
              <a:ext cx="309336" cy="272014"/>
            </a:xfrm>
            <a:custGeom>
              <a:avLst/>
              <a:gdLst/>
              <a:ahLst/>
              <a:cxnLst/>
              <a:rect l="0" t="0" r="0" b="0"/>
              <a:pathLst>
                <a:path w="271282" h="272014">
                  <a:moveTo>
                    <a:pt x="107224" y="47899"/>
                  </a:moveTo>
                  <a:lnTo>
                    <a:pt x="107224" y="20946"/>
                  </a:lnTo>
                  <a:cubicBezTo>
                    <a:pt x="107224" y="13915"/>
                    <a:pt x="111911" y="9228"/>
                    <a:pt x="118942" y="9228"/>
                  </a:cubicBezTo>
                  <a:lnTo>
                    <a:pt x="231439" y="9228"/>
                  </a:lnTo>
                  <a:cubicBezTo>
                    <a:pt x="233783" y="9228"/>
                    <a:pt x="237298" y="10400"/>
                    <a:pt x="238470" y="11572"/>
                  </a:cubicBezTo>
                  <a:lnTo>
                    <a:pt x="266594" y="35008"/>
                  </a:lnTo>
                  <a:cubicBezTo>
                    <a:pt x="268938" y="37352"/>
                    <a:pt x="271282" y="40868"/>
                    <a:pt x="271282" y="44383"/>
                  </a:cubicBezTo>
                  <a:lnTo>
                    <a:pt x="271282" y="190864"/>
                  </a:lnTo>
                  <a:cubicBezTo>
                    <a:pt x="271282" y="197895"/>
                    <a:pt x="266594" y="202582"/>
                    <a:pt x="259563" y="202582"/>
                  </a:cubicBezTo>
                  <a:lnTo>
                    <a:pt x="171675" y="202582"/>
                  </a:lnTo>
                  <a:moveTo>
                    <a:pt x="0" y="0"/>
                  </a:moveTo>
                  <a:moveTo>
                    <a:pt x="154097" y="58445"/>
                  </a:moveTo>
                  <a:lnTo>
                    <a:pt x="136519" y="76023"/>
                  </a:lnTo>
                  <a:lnTo>
                    <a:pt x="154097" y="93601"/>
                  </a:lnTo>
                  <a:moveTo>
                    <a:pt x="0" y="0"/>
                  </a:moveTo>
                  <a:moveTo>
                    <a:pt x="224408" y="93601"/>
                  </a:moveTo>
                  <a:lnTo>
                    <a:pt x="241986" y="76023"/>
                  </a:lnTo>
                  <a:lnTo>
                    <a:pt x="224408" y="58445"/>
                  </a:lnTo>
                  <a:moveTo>
                    <a:pt x="0" y="0"/>
                  </a:moveTo>
                  <a:moveTo>
                    <a:pt x="177534" y="99460"/>
                  </a:moveTo>
                  <a:lnTo>
                    <a:pt x="200971" y="46727"/>
                  </a:lnTo>
                  <a:moveTo>
                    <a:pt x="158785" y="272014"/>
                  </a:moveTo>
                  <a:cubicBezTo>
                    <a:pt x="148238" y="241546"/>
                    <a:pt x="118942" y="219281"/>
                    <a:pt x="84958" y="219281"/>
                  </a:cubicBezTo>
                  <a:cubicBezTo>
                    <a:pt x="50975" y="219281"/>
                    <a:pt x="20507" y="241546"/>
                    <a:pt x="9960" y="272014"/>
                  </a:cubicBezTo>
                  <a:moveTo>
                    <a:pt x="83786" y="113815"/>
                  </a:moveTo>
                  <a:lnTo>
                    <a:pt x="83786" y="78660"/>
                  </a:lnTo>
                  <a:moveTo>
                    <a:pt x="19334" y="147799"/>
                  </a:moveTo>
                  <a:lnTo>
                    <a:pt x="148237" y="147799"/>
                  </a:lnTo>
                  <a:moveTo>
                    <a:pt x="35740" y="160689"/>
                  </a:moveTo>
                  <a:cubicBezTo>
                    <a:pt x="36911" y="186469"/>
                    <a:pt x="58005" y="207563"/>
                    <a:pt x="83785" y="207563"/>
                  </a:cubicBezTo>
                  <a:cubicBezTo>
                    <a:pt x="110738" y="207563"/>
                    <a:pt x="131831" y="186469"/>
                    <a:pt x="131831" y="159517"/>
                  </a:cubicBezTo>
                  <a:lnTo>
                    <a:pt x="131831" y="138424"/>
                  </a:lnTo>
                  <a:cubicBezTo>
                    <a:pt x="131831" y="111471"/>
                    <a:pt x="110738" y="90378"/>
                    <a:pt x="83785" y="90378"/>
                  </a:cubicBezTo>
                  <a:cubicBezTo>
                    <a:pt x="58005" y="90378"/>
                    <a:pt x="36911" y="111471"/>
                    <a:pt x="35740" y="137252"/>
                  </a:cubicBezTo>
                  <a:close/>
                </a:path>
              </a:pathLst>
            </a:custGeom>
            <a:noFill/>
            <a:ln w="14061">
              <a:solidFill>
                <a:srgbClr val="1EABDA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1E401FB-104D-1766-7650-D92B80043023}"/>
              </a:ext>
            </a:extLst>
          </p:cNvPr>
          <p:cNvGrpSpPr/>
          <p:nvPr/>
        </p:nvGrpSpPr>
        <p:grpSpPr>
          <a:xfrm>
            <a:off x="2447832" y="5088397"/>
            <a:ext cx="1861521" cy="506237"/>
            <a:chOff x="2447832" y="5088397"/>
            <a:chExt cx="1861521" cy="506237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C5C981F-6286-266B-6BE8-1C0BBBC28BCB}"/>
                </a:ext>
              </a:extLst>
            </p:cNvPr>
            <p:cNvGrpSpPr/>
            <p:nvPr/>
          </p:nvGrpSpPr>
          <p:grpSpPr>
            <a:xfrm>
              <a:off x="2447832" y="5088397"/>
              <a:ext cx="1861521" cy="506237"/>
              <a:chOff x="2394911" y="4076792"/>
              <a:chExt cx="1632521" cy="506237"/>
            </a:xfrm>
          </p:grpSpPr>
          <p:sp>
            <p:nvSpPr>
              <p:cNvPr id="59" name="Rounded Rectangle 5">
                <a:extLst>
                  <a:ext uri="{FF2B5EF4-FFF2-40B4-BE49-F238E27FC236}">
                    <a16:creationId xmlns:a16="http://schemas.microsoft.com/office/drawing/2014/main" id="{A651CDCC-E577-48F3-F08A-35CC847F45F2}"/>
                  </a:ext>
                </a:extLst>
              </p:cNvPr>
              <p:cNvSpPr/>
              <p:nvPr/>
            </p:nvSpPr>
            <p:spPr>
              <a:xfrm>
                <a:off x="2394911" y="4076792"/>
                <a:ext cx="1632521" cy="506237"/>
              </a:xfrm>
              <a:custGeom>
                <a:avLst/>
                <a:gdLst/>
                <a:ahLst/>
                <a:cxnLst/>
                <a:rect l="0" t="0" r="0" b="0"/>
                <a:pathLst>
                  <a:path w="1632521" h="506237">
                    <a:moveTo>
                      <a:pt x="112497" y="0"/>
                    </a:moveTo>
                    <a:lnTo>
                      <a:pt x="1520024" y="0"/>
                    </a:lnTo>
                    <a:cubicBezTo>
                      <a:pt x="1520024" y="0"/>
                      <a:pt x="1632521" y="0"/>
                      <a:pt x="1632521" y="112497"/>
                    </a:cubicBezTo>
                    <a:lnTo>
                      <a:pt x="1632521" y="393740"/>
                    </a:lnTo>
                    <a:cubicBezTo>
                      <a:pt x="1632521" y="393740"/>
                      <a:pt x="1632521" y="506237"/>
                      <a:pt x="1520024" y="506237"/>
                    </a:cubicBezTo>
                    <a:lnTo>
                      <a:pt x="112497" y="506237"/>
                    </a:lnTo>
                    <a:cubicBezTo>
                      <a:pt x="112497" y="506237"/>
                      <a:pt x="0" y="506237"/>
                      <a:pt x="0" y="393740"/>
                    </a:cubicBezTo>
                    <a:lnTo>
                      <a:pt x="0" y="112497"/>
                    </a:lnTo>
                    <a:cubicBezTo>
                      <a:pt x="0" y="112497"/>
                      <a:pt x="0" y="0"/>
                      <a:pt x="112497" y="0"/>
                    </a:cubicBezTo>
                  </a:path>
                </a:pathLst>
              </a:custGeom>
              <a:solidFill>
                <a:srgbClr val="D1F4FF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 dirty="0"/>
              </a:p>
            </p:txBody>
          </p:sp>
          <p:sp>
            <p:nvSpPr>
              <p:cNvPr id="60" name="Rounded Rectangle 6">
                <a:extLst>
                  <a:ext uri="{FF2B5EF4-FFF2-40B4-BE49-F238E27FC236}">
                    <a16:creationId xmlns:a16="http://schemas.microsoft.com/office/drawing/2014/main" id="{37AFEA4C-E82B-3F8A-ADA5-E48416C7DD22}"/>
                  </a:ext>
                </a:extLst>
              </p:cNvPr>
              <p:cNvSpPr/>
              <p:nvPr/>
            </p:nvSpPr>
            <p:spPr>
              <a:xfrm>
                <a:off x="2394911" y="4076792"/>
                <a:ext cx="1632521" cy="506237"/>
              </a:xfrm>
              <a:custGeom>
                <a:avLst/>
                <a:gdLst/>
                <a:ahLst/>
                <a:cxnLst/>
                <a:rect l="0" t="0" r="0" b="0"/>
                <a:pathLst>
                  <a:path w="1632521" h="506237">
                    <a:moveTo>
                      <a:pt x="112497" y="0"/>
                    </a:moveTo>
                    <a:lnTo>
                      <a:pt x="1520024" y="0"/>
                    </a:lnTo>
                    <a:cubicBezTo>
                      <a:pt x="1520024" y="0"/>
                      <a:pt x="1632521" y="0"/>
                      <a:pt x="1632521" y="112497"/>
                    </a:cubicBezTo>
                    <a:lnTo>
                      <a:pt x="1632521" y="393740"/>
                    </a:lnTo>
                    <a:cubicBezTo>
                      <a:pt x="1632521" y="393740"/>
                      <a:pt x="1632521" y="506237"/>
                      <a:pt x="1520024" y="506237"/>
                    </a:cubicBezTo>
                    <a:lnTo>
                      <a:pt x="112497" y="506237"/>
                    </a:lnTo>
                    <a:cubicBezTo>
                      <a:pt x="112497" y="506237"/>
                      <a:pt x="0" y="506237"/>
                      <a:pt x="0" y="393740"/>
                    </a:cubicBezTo>
                    <a:lnTo>
                      <a:pt x="0" y="112497"/>
                    </a:lnTo>
                    <a:cubicBezTo>
                      <a:pt x="0" y="112497"/>
                      <a:pt x="0" y="0"/>
                      <a:pt x="112497" y="0"/>
                    </a:cubicBezTo>
                  </a:path>
                </a:pathLst>
              </a:custGeom>
              <a:noFill/>
              <a:ln w="14061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/>
              </a:p>
            </p:txBody>
          </p:sp>
          <p:sp>
            <p:nvSpPr>
              <p:cNvPr id="61" name="TextBox 43">
                <a:extLst>
                  <a:ext uri="{FF2B5EF4-FFF2-40B4-BE49-F238E27FC236}">
                    <a16:creationId xmlns:a16="http://schemas.microsoft.com/office/drawing/2014/main" id="{2ADDCFA6-1AFC-9F50-ADE4-10237555A97F}"/>
                  </a:ext>
                </a:extLst>
              </p:cNvPr>
              <p:cNvSpPr txBox="1"/>
              <p:nvPr/>
            </p:nvSpPr>
            <p:spPr>
              <a:xfrm>
                <a:off x="2863649" y="4245538"/>
                <a:ext cx="1007937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200" b="1" dirty="0" err="1">
                    <a:solidFill>
                      <a:srgbClr val="1EABDA"/>
                    </a:solidFill>
                    <a:latin typeface="Shantell Sans"/>
                  </a:rPr>
                  <a:t>FloatingDivision</a:t>
                </a:r>
                <a:r>
                  <a:rPr sz="1200" b="1" dirty="0" err="1">
                    <a:solidFill>
                      <a:srgbClr val="1EABDA"/>
                    </a:solidFill>
                    <a:latin typeface="Shantell Sans"/>
                  </a:rPr>
                  <a:t>.</a:t>
                </a:r>
                <a:r>
                  <a:rPr lang="en-US" sz="1200" b="1" dirty="0" err="1">
                    <a:solidFill>
                      <a:srgbClr val="1EABDA"/>
                    </a:solidFill>
                    <a:latin typeface="Shantell Sans"/>
                  </a:rPr>
                  <a:t>v</a:t>
                </a:r>
                <a:endParaRPr sz="1200" b="1" dirty="0">
                  <a:solidFill>
                    <a:srgbClr val="1EABDA"/>
                  </a:solidFill>
                  <a:latin typeface="Shantell Sans"/>
                </a:endParaRPr>
              </a:p>
            </p:txBody>
          </p:sp>
        </p:grpSp>
        <p:sp>
          <p:nvSpPr>
            <p:cNvPr id="71" name="Rounded Rectangle 37">
              <a:extLst>
                <a:ext uri="{FF2B5EF4-FFF2-40B4-BE49-F238E27FC236}">
                  <a16:creationId xmlns:a16="http://schemas.microsoft.com/office/drawing/2014/main" id="{C5058EDE-4C3A-DB30-E67D-8B87C9A0EEB7}"/>
                </a:ext>
              </a:extLst>
            </p:cNvPr>
            <p:cNvSpPr/>
            <p:nvPr/>
          </p:nvSpPr>
          <p:spPr>
            <a:xfrm>
              <a:off x="2582791" y="5213123"/>
              <a:ext cx="309336" cy="272014"/>
            </a:xfrm>
            <a:custGeom>
              <a:avLst/>
              <a:gdLst/>
              <a:ahLst/>
              <a:cxnLst/>
              <a:rect l="0" t="0" r="0" b="0"/>
              <a:pathLst>
                <a:path w="271282" h="272014">
                  <a:moveTo>
                    <a:pt x="107224" y="47899"/>
                  </a:moveTo>
                  <a:lnTo>
                    <a:pt x="107224" y="20946"/>
                  </a:lnTo>
                  <a:cubicBezTo>
                    <a:pt x="107224" y="13915"/>
                    <a:pt x="111911" y="9228"/>
                    <a:pt x="118942" y="9228"/>
                  </a:cubicBezTo>
                  <a:lnTo>
                    <a:pt x="231439" y="9228"/>
                  </a:lnTo>
                  <a:cubicBezTo>
                    <a:pt x="233783" y="9228"/>
                    <a:pt x="237298" y="10400"/>
                    <a:pt x="238470" y="11572"/>
                  </a:cubicBezTo>
                  <a:lnTo>
                    <a:pt x="266594" y="35008"/>
                  </a:lnTo>
                  <a:cubicBezTo>
                    <a:pt x="268938" y="37352"/>
                    <a:pt x="271282" y="40868"/>
                    <a:pt x="271282" y="44383"/>
                  </a:cubicBezTo>
                  <a:lnTo>
                    <a:pt x="271282" y="190864"/>
                  </a:lnTo>
                  <a:cubicBezTo>
                    <a:pt x="271282" y="197895"/>
                    <a:pt x="266594" y="202582"/>
                    <a:pt x="259563" y="202582"/>
                  </a:cubicBezTo>
                  <a:lnTo>
                    <a:pt x="171675" y="202582"/>
                  </a:lnTo>
                  <a:moveTo>
                    <a:pt x="0" y="0"/>
                  </a:moveTo>
                  <a:moveTo>
                    <a:pt x="154097" y="58445"/>
                  </a:moveTo>
                  <a:lnTo>
                    <a:pt x="136519" y="76023"/>
                  </a:lnTo>
                  <a:lnTo>
                    <a:pt x="154097" y="93601"/>
                  </a:lnTo>
                  <a:moveTo>
                    <a:pt x="0" y="0"/>
                  </a:moveTo>
                  <a:moveTo>
                    <a:pt x="224408" y="93601"/>
                  </a:moveTo>
                  <a:lnTo>
                    <a:pt x="241986" y="76023"/>
                  </a:lnTo>
                  <a:lnTo>
                    <a:pt x="224408" y="58445"/>
                  </a:lnTo>
                  <a:moveTo>
                    <a:pt x="0" y="0"/>
                  </a:moveTo>
                  <a:moveTo>
                    <a:pt x="177534" y="99460"/>
                  </a:moveTo>
                  <a:lnTo>
                    <a:pt x="200971" y="46727"/>
                  </a:lnTo>
                  <a:moveTo>
                    <a:pt x="158785" y="272014"/>
                  </a:moveTo>
                  <a:cubicBezTo>
                    <a:pt x="148238" y="241546"/>
                    <a:pt x="118942" y="219281"/>
                    <a:pt x="84958" y="219281"/>
                  </a:cubicBezTo>
                  <a:cubicBezTo>
                    <a:pt x="50975" y="219281"/>
                    <a:pt x="20507" y="241546"/>
                    <a:pt x="9960" y="272014"/>
                  </a:cubicBezTo>
                  <a:moveTo>
                    <a:pt x="83786" y="113815"/>
                  </a:moveTo>
                  <a:lnTo>
                    <a:pt x="83786" y="78660"/>
                  </a:lnTo>
                  <a:moveTo>
                    <a:pt x="19334" y="147799"/>
                  </a:moveTo>
                  <a:lnTo>
                    <a:pt x="148237" y="147799"/>
                  </a:lnTo>
                  <a:moveTo>
                    <a:pt x="35740" y="160689"/>
                  </a:moveTo>
                  <a:cubicBezTo>
                    <a:pt x="36911" y="186469"/>
                    <a:pt x="58005" y="207563"/>
                    <a:pt x="83785" y="207563"/>
                  </a:cubicBezTo>
                  <a:cubicBezTo>
                    <a:pt x="110738" y="207563"/>
                    <a:pt x="131831" y="186469"/>
                    <a:pt x="131831" y="159517"/>
                  </a:cubicBezTo>
                  <a:lnTo>
                    <a:pt x="131831" y="138424"/>
                  </a:lnTo>
                  <a:cubicBezTo>
                    <a:pt x="131831" y="111471"/>
                    <a:pt x="110738" y="90378"/>
                    <a:pt x="83785" y="90378"/>
                  </a:cubicBezTo>
                  <a:cubicBezTo>
                    <a:pt x="58005" y="90378"/>
                    <a:pt x="36911" y="111471"/>
                    <a:pt x="35740" y="137252"/>
                  </a:cubicBezTo>
                  <a:close/>
                </a:path>
              </a:pathLst>
            </a:custGeom>
            <a:noFill/>
            <a:ln w="14061">
              <a:solidFill>
                <a:srgbClr val="1EABDA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13DF3E4-9201-5974-22A9-D19053707502}"/>
              </a:ext>
            </a:extLst>
          </p:cNvPr>
          <p:cNvGrpSpPr/>
          <p:nvPr/>
        </p:nvGrpSpPr>
        <p:grpSpPr>
          <a:xfrm>
            <a:off x="2447832" y="5782130"/>
            <a:ext cx="1861521" cy="674982"/>
            <a:chOff x="2447832" y="5782130"/>
            <a:chExt cx="1861521" cy="67498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1719B62-36AF-10B9-2E15-D82C7068009B}"/>
                </a:ext>
              </a:extLst>
            </p:cNvPr>
            <p:cNvGrpSpPr/>
            <p:nvPr/>
          </p:nvGrpSpPr>
          <p:grpSpPr>
            <a:xfrm>
              <a:off x="2447832" y="5782130"/>
              <a:ext cx="1861521" cy="674982"/>
              <a:chOff x="2394911" y="4770525"/>
              <a:chExt cx="1632521" cy="674982"/>
            </a:xfrm>
          </p:grpSpPr>
          <p:sp>
            <p:nvSpPr>
              <p:cNvPr id="49" name="Rounded Rectangle 3">
                <a:extLst>
                  <a:ext uri="{FF2B5EF4-FFF2-40B4-BE49-F238E27FC236}">
                    <a16:creationId xmlns:a16="http://schemas.microsoft.com/office/drawing/2014/main" id="{ADAACCB3-EAD7-A617-1856-78ED81835E2E}"/>
                  </a:ext>
                </a:extLst>
              </p:cNvPr>
              <p:cNvSpPr/>
              <p:nvPr/>
            </p:nvSpPr>
            <p:spPr>
              <a:xfrm>
                <a:off x="2394911" y="4770525"/>
                <a:ext cx="1632521" cy="674982"/>
              </a:xfrm>
              <a:custGeom>
                <a:avLst/>
                <a:gdLst/>
                <a:ahLst/>
                <a:cxnLst/>
                <a:rect l="0" t="0" r="0" b="0"/>
                <a:pathLst>
                  <a:path w="1632521" h="674982">
                    <a:moveTo>
                      <a:pt x="112497" y="0"/>
                    </a:moveTo>
                    <a:lnTo>
                      <a:pt x="1520024" y="0"/>
                    </a:lnTo>
                    <a:cubicBezTo>
                      <a:pt x="1520024" y="0"/>
                      <a:pt x="1632521" y="0"/>
                      <a:pt x="1632521" y="112497"/>
                    </a:cubicBezTo>
                    <a:lnTo>
                      <a:pt x="1632521" y="562485"/>
                    </a:lnTo>
                    <a:cubicBezTo>
                      <a:pt x="1632521" y="562485"/>
                      <a:pt x="1632521" y="674982"/>
                      <a:pt x="1520024" y="674982"/>
                    </a:cubicBezTo>
                    <a:lnTo>
                      <a:pt x="112497" y="674982"/>
                    </a:lnTo>
                    <a:cubicBezTo>
                      <a:pt x="112497" y="674982"/>
                      <a:pt x="0" y="674982"/>
                      <a:pt x="0" y="562485"/>
                    </a:cubicBezTo>
                    <a:lnTo>
                      <a:pt x="0" y="112497"/>
                    </a:lnTo>
                    <a:cubicBezTo>
                      <a:pt x="0" y="112497"/>
                      <a:pt x="0" y="0"/>
                      <a:pt x="112497" y="0"/>
                    </a:cubicBezTo>
                  </a:path>
                </a:pathLst>
              </a:custGeom>
              <a:solidFill>
                <a:srgbClr val="D1F4FF"/>
              </a:solidFill>
              <a:ln>
                <a:noFill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/>
              </a:p>
            </p:txBody>
          </p:sp>
          <p:sp>
            <p:nvSpPr>
              <p:cNvPr id="50" name="Rounded Rectangle 4">
                <a:extLst>
                  <a:ext uri="{FF2B5EF4-FFF2-40B4-BE49-F238E27FC236}">
                    <a16:creationId xmlns:a16="http://schemas.microsoft.com/office/drawing/2014/main" id="{975C956F-8E94-06A2-2C82-29F62A687D68}"/>
                  </a:ext>
                </a:extLst>
              </p:cNvPr>
              <p:cNvSpPr/>
              <p:nvPr/>
            </p:nvSpPr>
            <p:spPr>
              <a:xfrm>
                <a:off x="2394911" y="4770525"/>
                <a:ext cx="1632521" cy="674982"/>
              </a:xfrm>
              <a:custGeom>
                <a:avLst/>
                <a:gdLst/>
                <a:ahLst/>
                <a:cxnLst/>
                <a:rect l="0" t="0" r="0" b="0"/>
                <a:pathLst>
                  <a:path w="1632521" h="674982">
                    <a:moveTo>
                      <a:pt x="112497" y="0"/>
                    </a:moveTo>
                    <a:lnTo>
                      <a:pt x="1520024" y="0"/>
                    </a:lnTo>
                    <a:cubicBezTo>
                      <a:pt x="1520024" y="0"/>
                      <a:pt x="1632521" y="0"/>
                      <a:pt x="1632521" y="112497"/>
                    </a:cubicBezTo>
                    <a:lnTo>
                      <a:pt x="1632521" y="562485"/>
                    </a:lnTo>
                    <a:cubicBezTo>
                      <a:pt x="1632521" y="562485"/>
                      <a:pt x="1632521" y="674982"/>
                      <a:pt x="1520024" y="674982"/>
                    </a:cubicBezTo>
                    <a:lnTo>
                      <a:pt x="112497" y="674982"/>
                    </a:lnTo>
                    <a:cubicBezTo>
                      <a:pt x="112497" y="674982"/>
                      <a:pt x="0" y="674982"/>
                      <a:pt x="0" y="562485"/>
                    </a:cubicBezTo>
                    <a:lnTo>
                      <a:pt x="0" y="112497"/>
                    </a:lnTo>
                    <a:cubicBezTo>
                      <a:pt x="0" y="112497"/>
                      <a:pt x="0" y="0"/>
                      <a:pt x="112497" y="0"/>
                    </a:cubicBezTo>
                  </a:path>
                </a:pathLst>
              </a:custGeom>
              <a:noFill/>
              <a:ln w="14061">
                <a:solidFill>
                  <a:srgbClr val="FFFFFF"/>
                </a:solidFill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/>
              </a:p>
            </p:txBody>
          </p:sp>
          <p:sp>
            <p:nvSpPr>
              <p:cNvPr id="51" name="TextBox 42">
                <a:extLst>
                  <a:ext uri="{FF2B5EF4-FFF2-40B4-BE49-F238E27FC236}">
                    <a16:creationId xmlns:a16="http://schemas.microsoft.com/office/drawing/2014/main" id="{B24C7C1C-1AC2-C395-C1F9-B261A795885A}"/>
                  </a:ext>
                </a:extLst>
              </p:cNvPr>
              <p:cNvSpPr txBox="1"/>
              <p:nvPr/>
            </p:nvSpPr>
            <p:spPr>
              <a:xfrm>
                <a:off x="2863649" y="4911146"/>
                <a:ext cx="89079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200" b="1" dirty="0" err="1">
                    <a:solidFill>
                      <a:srgbClr val="1EABDA"/>
                    </a:solidFill>
                    <a:latin typeface="Shantell Sans"/>
                  </a:rPr>
                  <a:t>FloatingMultiplication.v</a:t>
                </a:r>
                <a:endParaRPr sz="1200" b="1" dirty="0">
                  <a:solidFill>
                    <a:srgbClr val="1EABDA"/>
                  </a:solidFill>
                  <a:latin typeface="Shantell Sans"/>
                </a:endParaRPr>
              </a:p>
            </p:txBody>
          </p:sp>
        </p:grpSp>
        <p:sp>
          <p:nvSpPr>
            <p:cNvPr id="72" name="Rounded Rectangle 37">
              <a:extLst>
                <a:ext uri="{FF2B5EF4-FFF2-40B4-BE49-F238E27FC236}">
                  <a16:creationId xmlns:a16="http://schemas.microsoft.com/office/drawing/2014/main" id="{96D2574C-34FE-D7FB-A6CB-380F36AC5925}"/>
                </a:ext>
              </a:extLst>
            </p:cNvPr>
            <p:cNvSpPr/>
            <p:nvPr/>
          </p:nvSpPr>
          <p:spPr>
            <a:xfrm>
              <a:off x="2582791" y="5971410"/>
              <a:ext cx="309336" cy="272014"/>
            </a:xfrm>
            <a:custGeom>
              <a:avLst/>
              <a:gdLst/>
              <a:ahLst/>
              <a:cxnLst/>
              <a:rect l="0" t="0" r="0" b="0"/>
              <a:pathLst>
                <a:path w="271282" h="272014">
                  <a:moveTo>
                    <a:pt x="107224" y="47899"/>
                  </a:moveTo>
                  <a:lnTo>
                    <a:pt x="107224" y="20946"/>
                  </a:lnTo>
                  <a:cubicBezTo>
                    <a:pt x="107224" y="13915"/>
                    <a:pt x="111911" y="9228"/>
                    <a:pt x="118942" y="9228"/>
                  </a:cubicBezTo>
                  <a:lnTo>
                    <a:pt x="231439" y="9228"/>
                  </a:lnTo>
                  <a:cubicBezTo>
                    <a:pt x="233783" y="9228"/>
                    <a:pt x="237298" y="10400"/>
                    <a:pt x="238470" y="11572"/>
                  </a:cubicBezTo>
                  <a:lnTo>
                    <a:pt x="266594" y="35008"/>
                  </a:lnTo>
                  <a:cubicBezTo>
                    <a:pt x="268938" y="37352"/>
                    <a:pt x="271282" y="40868"/>
                    <a:pt x="271282" y="44383"/>
                  </a:cubicBezTo>
                  <a:lnTo>
                    <a:pt x="271282" y="190864"/>
                  </a:lnTo>
                  <a:cubicBezTo>
                    <a:pt x="271282" y="197895"/>
                    <a:pt x="266594" y="202582"/>
                    <a:pt x="259563" y="202582"/>
                  </a:cubicBezTo>
                  <a:lnTo>
                    <a:pt x="171675" y="202582"/>
                  </a:lnTo>
                  <a:moveTo>
                    <a:pt x="0" y="0"/>
                  </a:moveTo>
                  <a:moveTo>
                    <a:pt x="154097" y="58445"/>
                  </a:moveTo>
                  <a:lnTo>
                    <a:pt x="136519" y="76023"/>
                  </a:lnTo>
                  <a:lnTo>
                    <a:pt x="154097" y="93601"/>
                  </a:lnTo>
                  <a:moveTo>
                    <a:pt x="0" y="0"/>
                  </a:moveTo>
                  <a:moveTo>
                    <a:pt x="224408" y="93601"/>
                  </a:moveTo>
                  <a:lnTo>
                    <a:pt x="241986" y="76023"/>
                  </a:lnTo>
                  <a:lnTo>
                    <a:pt x="224408" y="58445"/>
                  </a:lnTo>
                  <a:moveTo>
                    <a:pt x="0" y="0"/>
                  </a:moveTo>
                  <a:moveTo>
                    <a:pt x="177534" y="99460"/>
                  </a:moveTo>
                  <a:lnTo>
                    <a:pt x="200971" y="46727"/>
                  </a:lnTo>
                  <a:moveTo>
                    <a:pt x="158785" y="272014"/>
                  </a:moveTo>
                  <a:cubicBezTo>
                    <a:pt x="148238" y="241546"/>
                    <a:pt x="118942" y="219281"/>
                    <a:pt x="84958" y="219281"/>
                  </a:cubicBezTo>
                  <a:cubicBezTo>
                    <a:pt x="50975" y="219281"/>
                    <a:pt x="20507" y="241546"/>
                    <a:pt x="9960" y="272014"/>
                  </a:cubicBezTo>
                  <a:moveTo>
                    <a:pt x="83786" y="113815"/>
                  </a:moveTo>
                  <a:lnTo>
                    <a:pt x="83786" y="78660"/>
                  </a:lnTo>
                  <a:moveTo>
                    <a:pt x="19334" y="147799"/>
                  </a:moveTo>
                  <a:lnTo>
                    <a:pt x="148237" y="147799"/>
                  </a:lnTo>
                  <a:moveTo>
                    <a:pt x="35740" y="160689"/>
                  </a:moveTo>
                  <a:cubicBezTo>
                    <a:pt x="36911" y="186469"/>
                    <a:pt x="58005" y="207563"/>
                    <a:pt x="83785" y="207563"/>
                  </a:cubicBezTo>
                  <a:cubicBezTo>
                    <a:pt x="110738" y="207563"/>
                    <a:pt x="131831" y="186469"/>
                    <a:pt x="131831" y="159517"/>
                  </a:cubicBezTo>
                  <a:lnTo>
                    <a:pt x="131831" y="138424"/>
                  </a:lnTo>
                  <a:cubicBezTo>
                    <a:pt x="131831" y="111471"/>
                    <a:pt x="110738" y="90378"/>
                    <a:pt x="83785" y="90378"/>
                  </a:cubicBezTo>
                  <a:cubicBezTo>
                    <a:pt x="58005" y="90378"/>
                    <a:pt x="36911" y="111471"/>
                    <a:pt x="35740" y="137252"/>
                  </a:cubicBezTo>
                  <a:close/>
                </a:path>
              </a:pathLst>
            </a:custGeom>
            <a:noFill/>
            <a:ln w="14061">
              <a:solidFill>
                <a:srgbClr val="1EABDA"/>
              </a:solidFill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F901AB-EB8B-70E3-AC17-E73C29846E4E}"/>
                  </a:ext>
                </a:extLst>
              </p14:cNvPr>
              <p14:cNvContentPartPr/>
              <p14:nvPr/>
            </p14:nvContentPartPr>
            <p14:xfrm>
              <a:off x="251280" y="1987560"/>
              <a:ext cx="10944360" cy="4834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F901AB-EB8B-70E3-AC17-E73C29846E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1920" y="1429200"/>
                <a:ext cx="10963080" cy="540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8997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E908B-3C8F-FFCA-5D1C-099B0D7D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70F540-E34A-CFB3-4F07-A512A324B0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sz="4000" dirty="0"/>
              <a:t>FPGA Flow: </a:t>
            </a:r>
            <a:r>
              <a:rPr lang="en-US" sz="4000" dirty="0">
                <a:solidFill>
                  <a:srgbClr val="1EABDA"/>
                </a:solidFill>
              </a:rPr>
              <a:t>Register-Transfer Level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A40A26CF-FC53-A36C-2616-22F47C67178B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25138" y="6683940"/>
            <a:ext cx="351311" cy="27564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FE24B0DB-A729-4585-8FFA-452CA947DC5C}"/>
              </a:ext>
            </a:extLst>
          </p:cNvPr>
          <p:cNvSpPr/>
          <p:nvPr/>
        </p:nvSpPr>
        <p:spPr>
          <a:xfrm>
            <a:off x="323528" y="6399387"/>
            <a:ext cx="361367" cy="333374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120E9FD0-394E-2C1E-0FA3-FC251CF6C58D}"/>
              </a:ext>
            </a:extLst>
          </p:cNvPr>
          <p:cNvSpPr txBox="1">
            <a:spLocks/>
          </p:cNvSpPr>
          <p:nvPr/>
        </p:nvSpPr>
        <p:spPr>
          <a:xfrm>
            <a:off x="833459" y="1585278"/>
            <a:ext cx="5262541" cy="41427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Design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A96C4-4965-4101-C1F8-F5BF0B941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42" b="16450"/>
          <a:stretch>
            <a:fillRect/>
          </a:stretch>
        </p:blipFill>
        <p:spPr>
          <a:xfrm>
            <a:off x="195132" y="2440737"/>
            <a:ext cx="11801735" cy="131331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A4FAEF7B-53C2-DBB5-652E-CD3C3865F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42" r="16391" b="16450"/>
          <a:stretch>
            <a:fillRect/>
          </a:stretch>
        </p:blipFill>
        <p:spPr>
          <a:xfrm>
            <a:off x="195132" y="2440736"/>
            <a:ext cx="9867429" cy="131331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ABECD13-B5CB-A5D6-405B-15E18E22B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42" r="35063" b="16450"/>
          <a:stretch>
            <a:fillRect/>
          </a:stretch>
        </p:blipFill>
        <p:spPr>
          <a:xfrm>
            <a:off x="195133" y="2440736"/>
            <a:ext cx="7663726" cy="131331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3261944-C2F4-971A-7823-04F840472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42" r="53348" b="16450"/>
          <a:stretch>
            <a:fillRect/>
          </a:stretch>
        </p:blipFill>
        <p:spPr>
          <a:xfrm>
            <a:off x="195133" y="2440737"/>
            <a:ext cx="5505742" cy="131331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5651163-AEFD-8506-D4E5-983308618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42" r="71866" b="16450"/>
          <a:stretch>
            <a:fillRect/>
          </a:stretch>
        </p:blipFill>
        <p:spPr>
          <a:xfrm>
            <a:off x="195131" y="2440737"/>
            <a:ext cx="3320327" cy="1313317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5E020A2A-17B6-261E-5969-1406AF08E7F1}"/>
              </a:ext>
            </a:extLst>
          </p:cNvPr>
          <p:cNvGrpSpPr/>
          <p:nvPr/>
        </p:nvGrpSpPr>
        <p:grpSpPr>
          <a:xfrm>
            <a:off x="2948004" y="3754053"/>
            <a:ext cx="6456358" cy="3127229"/>
            <a:chOff x="1274963" y="1236300"/>
            <a:chExt cx="9642073" cy="4842293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3C5BB5E-A9BC-F7E2-816E-49ACD867065F}"/>
                </a:ext>
              </a:extLst>
            </p:cNvPr>
            <p:cNvSpPr txBox="1"/>
            <p:nvPr/>
          </p:nvSpPr>
          <p:spPr>
            <a:xfrm>
              <a:off x="5980585" y="4978867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1460979-B361-9AC9-3A97-BE161715DB81}"/>
                </a:ext>
              </a:extLst>
            </p:cNvPr>
            <p:cNvGrpSpPr/>
            <p:nvPr/>
          </p:nvGrpSpPr>
          <p:grpSpPr>
            <a:xfrm>
              <a:off x="1274963" y="1236300"/>
              <a:ext cx="9642073" cy="4842293"/>
              <a:chOff x="892982" y="1266677"/>
              <a:chExt cx="10434287" cy="5299397"/>
            </a:xfrm>
          </p:grpSpPr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AB85E029-8BFE-EDB8-95C8-CFED14117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202"/>
              <a:stretch>
                <a:fillRect/>
              </a:stretch>
            </p:blipFill>
            <p:spPr>
              <a:xfrm>
                <a:off x="892982" y="1266677"/>
                <a:ext cx="10434287" cy="5299397"/>
              </a:xfrm>
              <a:prstGeom prst="rect">
                <a:avLst/>
              </a:prstGeom>
            </p:spPr>
          </p:pic>
          <p:pic>
            <p:nvPicPr>
              <p:cNvPr id="81" name="Picture 2" descr="Addition Schematic">
                <a:extLst>
                  <a:ext uri="{FF2B5EF4-FFF2-40B4-BE49-F238E27FC236}">
                    <a16:creationId xmlns:a16="http://schemas.microsoft.com/office/drawing/2014/main" id="{F5567448-8946-E7CB-2D46-887846F556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4694"/>
              <a:stretch>
                <a:fillRect/>
              </a:stretch>
            </p:blipFill>
            <p:spPr bwMode="auto">
              <a:xfrm>
                <a:off x="6323485" y="4430658"/>
                <a:ext cx="1397952" cy="12673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85BDC480-1B9E-D4DB-B897-60EF8CB91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43034"/>
              <a:stretch>
                <a:fillRect/>
              </a:stretch>
            </p:blipFill>
            <p:spPr>
              <a:xfrm>
                <a:off x="4289229" y="4892680"/>
                <a:ext cx="1691356" cy="541705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7F9E22D-3CFC-E886-56C1-6B054881A78B}"/>
                  </a:ext>
                </a:extLst>
              </p14:cNvPr>
              <p14:cNvContentPartPr/>
              <p14:nvPr/>
            </p14:nvContentPartPr>
            <p14:xfrm>
              <a:off x="191880" y="1971720"/>
              <a:ext cx="10007280" cy="48470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7F9E22D-3CFC-E886-56C1-6B054881A7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2520" y="1938240"/>
                <a:ext cx="11592000" cy="488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6567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8E00F-B0A9-3FA9-EF06-B8305717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3C0913-6276-6614-6485-59E26D9DB0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sz="4000" dirty="0"/>
              <a:t>FPGA Flow: </a:t>
            </a:r>
            <a:r>
              <a:rPr lang="en-US" sz="4000" dirty="0">
                <a:solidFill>
                  <a:srgbClr val="1EABDA"/>
                </a:solidFill>
              </a:rPr>
              <a:t>Tiny Testbench</a:t>
            </a: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47C613F9-52C1-2E60-2DD0-ACB888F61E62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25138" y="6683940"/>
            <a:ext cx="351311" cy="27564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767FE167-623A-7517-893D-45DF04DE8704}"/>
              </a:ext>
            </a:extLst>
          </p:cNvPr>
          <p:cNvSpPr/>
          <p:nvPr/>
        </p:nvSpPr>
        <p:spPr>
          <a:xfrm>
            <a:off x="323528" y="6399387"/>
            <a:ext cx="361367" cy="333374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CE52E2B1-E5EF-22E8-CFBF-163CEFCDC899}"/>
              </a:ext>
            </a:extLst>
          </p:cNvPr>
          <p:cNvSpPr txBox="1">
            <a:spLocks/>
          </p:cNvSpPr>
          <p:nvPr/>
        </p:nvSpPr>
        <p:spPr>
          <a:xfrm>
            <a:off x="769076" y="1311236"/>
            <a:ext cx="5262541" cy="41427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fpu.v</a:t>
            </a:r>
            <a:r>
              <a:rPr lang="en-US" sz="2000" dirty="0"/>
              <a:t>: </a:t>
            </a:r>
            <a:r>
              <a:rPr lang="en-US" sz="2000" dirty="0" err="1"/>
              <a:t>int_to_float</a:t>
            </a:r>
            <a:r>
              <a:rPr lang="en-US" sz="2000" dirty="0"/>
              <a:t>, float_to_int.v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701946-D2CB-431C-E3E9-F8FB39546A3B}"/>
              </a:ext>
            </a:extLst>
          </p:cNvPr>
          <p:cNvGrpSpPr/>
          <p:nvPr/>
        </p:nvGrpSpPr>
        <p:grpSpPr>
          <a:xfrm>
            <a:off x="6333010" y="960162"/>
            <a:ext cx="6149844" cy="3781977"/>
            <a:chOff x="892982" y="1266677"/>
            <a:chExt cx="10434287" cy="5299397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2B03492-5D43-CD57-111E-1B0C325E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02"/>
            <a:stretch>
              <a:fillRect/>
            </a:stretch>
          </p:blipFill>
          <p:spPr>
            <a:xfrm>
              <a:off x="892982" y="1266677"/>
              <a:ext cx="10434287" cy="5299397"/>
            </a:xfrm>
            <a:prstGeom prst="rect">
              <a:avLst/>
            </a:prstGeom>
          </p:spPr>
        </p:pic>
        <p:pic>
          <p:nvPicPr>
            <p:cNvPr id="65" name="Picture 2" descr="Addition Schematic">
              <a:extLst>
                <a:ext uri="{FF2B5EF4-FFF2-40B4-BE49-F238E27FC236}">
                  <a16:creationId xmlns:a16="http://schemas.microsoft.com/office/drawing/2014/main" id="{991F32DC-52E6-29E0-C22C-68852F7F7C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694"/>
            <a:stretch>
              <a:fillRect/>
            </a:stretch>
          </p:blipFill>
          <p:spPr bwMode="auto">
            <a:xfrm>
              <a:off x="6323485" y="4430658"/>
              <a:ext cx="1397952" cy="1267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39FDDCB-502F-C274-90C6-A67423AC6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43034"/>
            <a:stretch>
              <a:fillRect/>
            </a:stretch>
          </p:blipFill>
          <p:spPr>
            <a:xfrm>
              <a:off x="4289229" y="4892680"/>
              <a:ext cx="1691356" cy="541705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E282C9C-F613-8293-6BD5-DED68001EA67}"/>
              </a:ext>
            </a:extLst>
          </p:cNvPr>
          <p:cNvGrpSpPr/>
          <p:nvPr/>
        </p:nvGrpSpPr>
        <p:grpSpPr>
          <a:xfrm>
            <a:off x="497283" y="1890283"/>
            <a:ext cx="10695880" cy="2971561"/>
            <a:chOff x="497283" y="1890283"/>
            <a:chExt cx="10695880" cy="2971561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3D35C14-9229-63C7-D474-98E529777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7283" y="1890283"/>
              <a:ext cx="5950550" cy="258838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D61EC21-E48A-08E3-C42E-C05386A7781E}"/>
                    </a:ext>
                  </a:extLst>
                </p14:cNvPr>
                <p14:cNvContentPartPr/>
                <p14:nvPr/>
              </p14:nvContentPartPr>
              <p14:xfrm>
                <a:off x="2504251" y="3687153"/>
                <a:ext cx="547920" cy="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D61EC21-E48A-08E3-C42E-C05386A7781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0611" y="3579513"/>
                  <a:ext cx="655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984340A-6A04-0E4E-F7D0-03902CB4D614}"/>
                    </a:ext>
                  </a:extLst>
                </p14:cNvPr>
                <p14:cNvContentPartPr/>
                <p14:nvPr/>
              </p14:nvContentPartPr>
              <p14:xfrm>
                <a:off x="2496691" y="4380513"/>
                <a:ext cx="388080" cy="7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984340A-6A04-0E4E-F7D0-03902CB4D6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42691" y="4272873"/>
                  <a:ext cx="4957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A9C60E0-4069-F9AA-93A0-53399759A1EB}"/>
                    </a:ext>
                  </a:extLst>
                </p14:cNvPr>
                <p14:cNvContentPartPr/>
                <p14:nvPr/>
              </p14:nvContentPartPr>
              <p14:xfrm>
                <a:off x="2504251" y="3870033"/>
                <a:ext cx="479520" cy="8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A9C60E0-4069-F9AA-93A0-53399759A1E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50611" y="3762033"/>
                  <a:ext cx="587160" cy="2239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00819CC-74E4-7346-534B-210D9AA17F74}"/>
                </a:ext>
              </a:extLst>
            </p:cNvPr>
            <p:cNvSpPr txBox="1"/>
            <p:nvPr/>
          </p:nvSpPr>
          <p:spPr>
            <a:xfrm>
              <a:off x="497283" y="4554067"/>
              <a:ext cx="106958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Figure 1: IEEE 754 floating point converter ( website: </a:t>
              </a:r>
              <a:r>
                <a:rPr lang="en-US" sz="1400" dirty="0">
                  <a:hlinkClick r:id="rId13"/>
                </a:rPr>
                <a:t>https://www.h-schmidt.net/FloatConverter/IEEE754.html</a:t>
              </a:r>
              <a:r>
                <a:rPr lang="en-US" sz="1400" dirty="0"/>
                <a:t> )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45333BF-EF77-4D01-BA66-807D56E948D6}"/>
              </a:ext>
            </a:extLst>
          </p:cNvPr>
          <p:cNvGrpSpPr/>
          <p:nvPr/>
        </p:nvGrpSpPr>
        <p:grpSpPr>
          <a:xfrm>
            <a:off x="2176014" y="4732351"/>
            <a:ext cx="10695880" cy="2052688"/>
            <a:chOff x="2176014" y="4732351"/>
            <a:chExt cx="10695880" cy="2052688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ED351C9-5E05-1645-A6D6-8B8A461DD18D}"/>
                </a:ext>
              </a:extLst>
            </p:cNvPr>
            <p:cNvGrpSpPr/>
            <p:nvPr/>
          </p:nvGrpSpPr>
          <p:grpSpPr>
            <a:xfrm>
              <a:off x="2300744" y="4732351"/>
              <a:ext cx="7461745" cy="1628826"/>
              <a:chOff x="2255790" y="4978867"/>
              <a:chExt cx="7461745" cy="1628826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1626E7C-F7E7-6F70-4272-9AE7B08F210E}"/>
                  </a:ext>
                </a:extLst>
              </p:cNvPr>
              <p:cNvSpPr txBox="1"/>
              <p:nvPr/>
            </p:nvSpPr>
            <p:spPr>
              <a:xfrm>
                <a:off x="5980585" y="4978867"/>
                <a:ext cx="342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7E173430-0EBD-B168-BC1D-560D9A0E71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67945" y="5207323"/>
                <a:ext cx="7449590" cy="1400370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210E07F-4436-41C2-923E-322DAB279FFB}"/>
                  </a:ext>
                </a:extLst>
              </p:cNvPr>
              <p:cNvSpPr/>
              <p:nvPr/>
            </p:nvSpPr>
            <p:spPr>
              <a:xfrm>
                <a:off x="2255790" y="5907508"/>
                <a:ext cx="7449590" cy="221028"/>
              </a:xfrm>
              <a:prstGeom prst="rect">
                <a:avLst/>
              </a:prstGeom>
              <a:noFill/>
              <a:ln w="38100">
                <a:solidFill>
                  <a:srgbClr val="1EABDA"/>
                </a:solidFill>
              </a:ln>
            </p:spPr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64" name="Ink 63">
                    <a:extLst>
                      <a:ext uri="{FF2B5EF4-FFF2-40B4-BE49-F238E27FC236}">
                        <a16:creationId xmlns:a16="http://schemas.microsoft.com/office/drawing/2014/main" id="{6D34B2F7-B852-5CA8-4AB9-24819B620DD6}"/>
                      </a:ext>
                    </a:extLst>
                  </p14:cNvPr>
                  <p14:cNvContentPartPr/>
                  <p14:nvPr/>
                </p14:nvContentPartPr>
                <p14:xfrm>
                  <a:off x="3869585" y="6053717"/>
                  <a:ext cx="1370880" cy="8280"/>
                </p14:xfrm>
              </p:contentPart>
            </mc:Choice>
            <mc:Fallback xmlns="">
              <p:pic>
                <p:nvPicPr>
                  <p:cNvPr id="64" name="Ink 63">
                    <a:extLst>
                      <a:ext uri="{FF2B5EF4-FFF2-40B4-BE49-F238E27FC236}">
                        <a16:creationId xmlns:a16="http://schemas.microsoft.com/office/drawing/2014/main" id="{6D34B2F7-B852-5CA8-4AB9-24819B620DD6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3815945" y="5945717"/>
                    <a:ext cx="1478520" cy="223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7EF2B4C1-9E0A-6005-4960-F469116B8561}"/>
                      </a:ext>
                    </a:extLst>
                  </p14:cNvPr>
                  <p14:cNvContentPartPr/>
                  <p14:nvPr/>
                </p14:nvContentPartPr>
                <p14:xfrm>
                  <a:off x="5371920" y="6048497"/>
                  <a:ext cx="1241640" cy="9360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7EF2B4C1-9E0A-6005-4960-F469116B8561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5318280" y="5940497"/>
                    <a:ext cx="1349280" cy="225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B3949341-6CB1-E459-4244-F100FDBF4164}"/>
                      </a:ext>
                    </a:extLst>
                  </p14:cNvPr>
                  <p14:cNvContentPartPr/>
                  <p14:nvPr/>
                </p14:nvContentPartPr>
                <p14:xfrm>
                  <a:off x="6713280" y="6049583"/>
                  <a:ext cx="1531440" cy="3960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B3949341-6CB1-E459-4244-F100FDBF4164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659280" y="5941583"/>
                    <a:ext cx="1639080" cy="25524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4A645E9-527B-816E-3C61-5AFE57CF5F5B}"/>
                </a:ext>
              </a:extLst>
            </p:cNvPr>
            <p:cNvSpPr txBox="1"/>
            <p:nvPr/>
          </p:nvSpPr>
          <p:spPr>
            <a:xfrm>
              <a:off x="2176014" y="6477262"/>
              <a:ext cx="106958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Figure 2: Tiny testbench output, DUT: </a:t>
              </a:r>
              <a:r>
                <a:rPr lang="en-US" sz="1400" dirty="0" err="1"/>
                <a:t>fpu.v</a:t>
              </a:r>
              <a:endParaRPr lang="en-US" sz="1400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DF7E35E-0D5D-FB2B-0501-401BD8F7EB51}"/>
                  </a:ext>
                </a:extLst>
              </p14:cNvPr>
              <p14:cNvContentPartPr/>
              <p14:nvPr/>
            </p14:nvContentPartPr>
            <p14:xfrm>
              <a:off x="2603520" y="1732320"/>
              <a:ext cx="5783400" cy="4276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DF7E35E-0D5D-FB2B-0501-401BD8F7EB5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594160" y="1722960"/>
                <a:ext cx="5802120" cy="429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2948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C1523-A008-1B65-3FCC-C8BB9AA47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DDBD31-8347-98E9-2395-906FB007F7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sz="4000" dirty="0"/>
              <a:t>Questions</a:t>
            </a:r>
            <a:endParaRPr lang="en-US" sz="4000" dirty="0">
              <a:solidFill>
                <a:srgbClr val="1EABDA"/>
              </a:solidFill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9C2DAC94-3567-BB85-4C82-FBA2C3F8A849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25138" y="6683940"/>
            <a:ext cx="351311" cy="27564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6E4CBBF0-0EA3-8551-D1D2-A3ACFA0ED5A5}"/>
              </a:ext>
            </a:extLst>
          </p:cNvPr>
          <p:cNvSpPr/>
          <p:nvPr/>
        </p:nvSpPr>
        <p:spPr>
          <a:xfrm>
            <a:off x="323528" y="6399387"/>
            <a:ext cx="361367" cy="333374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7A8F28-CF6D-B075-9D30-1A28B36E7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33" y="1379734"/>
            <a:ext cx="4701591" cy="483255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E136F2E-17FA-F2A5-3105-6AF08FA9A6FF}"/>
              </a:ext>
            </a:extLst>
          </p:cNvPr>
          <p:cNvSpPr txBox="1">
            <a:spLocks/>
          </p:cNvSpPr>
          <p:nvPr/>
        </p:nvSpPr>
        <p:spPr>
          <a:xfrm>
            <a:off x="769076" y="1379734"/>
            <a:ext cx="5535471" cy="724247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Block diagram of an arithmetic unit dedicated to floating-point addition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22EA949-E427-1B55-BBEB-640F9B3898C6}"/>
                  </a:ext>
                </a:extLst>
              </p14:cNvPr>
              <p14:cNvContentPartPr/>
              <p14:nvPr/>
            </p14:nvContentPartPr>
            <p14:xfrm>
              <a:off x="4244760" y="2768760"/>
              <a:ext cx="4496760" cy="3426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22EA949-E427-1B55-BBEB-640F9B3898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35400" y="2759400"/>
                <a:ext cx="4515480" cy="344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7071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B5FEA-9021-5FEA-98C9-E3E1AFBA6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1C589F-99A2-839F-38D2-DA02AF207C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sz="4000" dirty="0"/>
              <a:t>Questions</a:t>
            </a:r>
            <a:endParaRPr lang="en-US" sz="4000" dirty="0">
              <a:solidFill>
                <a:srgbClr val="1EABDA"/>
              </a:solidFill>
            </a:endParaRPr>
          </a:p>
        </p:txBody>
      </p: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A97001E7-1FD8-B330-535F-9D622EF73FFC}"/>
              </a:ext>
            </a:extLst>
          </p:cNvPr>
          <p:cNvCxnSpPr>
            <a:cxnSpLocks/>
            <a:endCxn id="15" idx="3"/>
          </p:cNvCxnSpPr>
          <p:nvPr/>
        </p:nvCxnSpPr>
        <p:spPr>
          <a:xfrm flipV="1">
            <a:off x="25138" y="6683940"/>
            <a:ext cx="351311" cy="27564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6B90427C-02AB-7CA6-3905-87A55CA6658A}"/>
              </a:ext>
            </a:extLst>
          </p:cNvPr>
          <p:cNvSpPr/>
          <p:nvPr/>
        </p:nvSpPr>
        <p:spPr>
          <a:xfrm>
            <a:off x="323528" y="6399387"/>
            <a:ext cx="361367" cy="333374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DCBBCF0-A97F-4C21-2061-848542E6008F}"/>
              </a:ext>
            </a:extLst>
          </p:cNvPr>
          <p:cNvSpPr txBox="1">
            <a:spLocks/>
          </p:cNvSpPr>
          <p:nvPr/>
        </p:nvSpPr>
        <p:spPr>
          <a:xfrm>
            <a:off x="769076" y="1379734"/>
            <a:ext cx="5535471" cy="724247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lIns="91440" tIns="45720" rIns="91440" bIns="4572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Kaggle Dataset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9B97E4-A4C4-ED53-84E6-EE39CDEFD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937" y="2315604"/>
            <a:ext cx="8467982" cy="41820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0FCDB48-38DB-FFF1-03E2-9812CA304AE1}"/>
                  </a:ext>
                </a:extLst>
              </p14:cNvPr>
              <p14:cNvContentPartPr/>
              <p14:nvPr/>
            </p14:nvContentPartPr>
            <p14:xfrm>
              <a:off x="2914560" y="520920"/>
              <a:ext cx="9235440" cy="6152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0FCDB48-38DB-FFF1-03E2-9812CA304A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360" y="511560"/>
                <a:ext cx="12006000" cy="617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8423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>
                <a:cs typeface="Arial"/>
              </a:rPr>
              <a:t>Thank you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Any Questions?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0366" y="531518"/>
            <a:ext cx="332876" cy="619674"/>
            <a:chOff x="9208167" y="1960735"/>
            <a:chExt cx="529390" cy="985499"/>
          </a:xfrm>
        </p:grpSpPr>
        <p:sp>
          <p:nvSpPr>
            <p:cNvPr id="5" name="Oval 4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4061">
          <a:solidFill>
            <a:srgbClr val="1EABDA"/>
          </a:solidFill>
        </a:ln>
      </a:spPr>
      <a:bodyPr rtlCol="0" anchor="ctr"/>
      <a:lstStyle>
        <a:defPPr algn="ctr">
          <a:defRPr sz="120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3703</TotalTime>
  <Words>218</Words>
  <Application>Microsoft Office PowerPoint</Application>
  <PresentationFormat>Widescreen</PresentationFormat>
  <Paragraphs>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MS Mincho</vt:lpstr>
      <vt:lpstr>Aptos</vt:lpstr>
      <vt:lpstr>Arial</vt:lpstr>
      <vt:lpstr>Calibri</vt:lpstr>
      <vt:lpstr>Shantell Sans</vt:lpstr>
      <vt:lpstr>Cover and End Slide Master</vt:lpstr>
      <vt:lpstr>Contents Slide Master</vt:lpstr>
      <vt:lpstr>Section Break Slide Master</vt:lpstr>
      <vt:lpstr>Register-Transfer Level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aliadel_77@outlook.com</cp:lastModifiedBy>
  <cp:revision>704</cp:revision>
  <dcterms:created xsi:type="dcterms:W3CDTF">2018-04-24T17:14:44Z</dcterms:created>
  <dcterms:modified xsi:type="dcterms:W3CDTF">2026-02-26T20:08:37Z</dcterms:modified>
</cp:coreProperties>
</file>