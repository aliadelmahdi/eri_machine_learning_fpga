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haansoftxlsx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heme/themeOverride1.xml" ContentType="application/vnd.openxmlformats-officedocument.themeOverr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handoutMasterIdLst>
    <p:handoutMasterId r:id="rId63"/>
  </p:handoutMasterIdLst>
  <p:sldIdLst>
    <p:sldId id="256" r:id="rId4"/>
    <p:sldId id="262" r:id="rId5"/>
    <p:sldId id="261" r:id="rId6"/>
    <p:sldId id="264" r:id="rId7"/>
    <p:sldId id="298" r:id="rId8"/>
    <p:sldId id="269" r:id="rId9"/>
    <p:sldId id="284" r:id="rId10"/>
    <p:sldId id="343" r:id="rId11"/>
    <p:sldId id="268" r:id="rId12"/>
    <p:sldId id="270" r:id="rId13"/>
    <p:sldId id="344" r:id="rId14"/>
    <p:sldId id="271" r:id="rId15"/>
    <p:sldId id="274" r:id="rId16"/>
    <p:sldId id="275" r:id="rId17"/>
    <p:sldId id="347" r:id="rId18"/>
    <p:sldId id="273" r:id="rId19"/>
    <p:sldId id="299" r:id="rId20"/>
    <p:sldId id="276" r:id="rId21"/>
    <p:sldId id="354" r:id="rId22"/>
    <p:sldId id="272" r:id="rId23"/>
    <p:sldId id="377" r:id="rId24"/>
    <p:sldId id="277" r:id="rId25"/>
    <p:sldId id="278" r:id="rId26"/>
    <p:sldId id="308" r:id="rId27"/>
    <p:sldId id="280" r:id="rId28"/>
    <p:sldId id="279" r:id="rId29"/>
    <p:sldId id="348" r:id="rId30"/>
    <p:sldId id="295" r:id="rId31"/>
    <p:sldId id="281" r:id="rId32"/>
    <p:sldId id="345" r:id="rId33"/>
    <p:sldId id="285" r:id="rId34"/>
    <p:sldId id="292" r:id="rId35"/>
    <p:sldId id="331" r:id="rId36"/>
    <p:sldId id="296" r:id="rId37"/>
    <p:sldId id="286" r:id="rId38"/>
    <p:sldId id="312" r:id="rId39"/>
    <p:sldId id="288" r:id="rId40"/>
    <p:sldId id="376" r:id="rId41"/>
    <p:sldId id="289" r:id="rId42"/>
    <p:sldId id="290" r:id="rId43"/>
    <p:sldId id="307" r:id="rId44"/>
    <p:sldId id="291" r:id="rId45"/>
    <p:sldId id="294" r:id="rId46"/>
    <p:sldId id="373" r:id="rId47"/>
    <p:sldId id="282" r:id="rId48"/>
    <p:sldId id="293" r:id="rId49"/>
    <p:sldId id="346" r:id="rId50"/>
    <p:sldId id="287" r:id="rId51"/>
    <p:sldId id="297" r:id="rId52"/>
    <p:sldId id="309" r:id="rId53"/>
    <p:sldId id="283" r:id="rId54"/>
    <p:sldId id="267" r:id="rId55"/>
    <p:sldId id="260" r:id="rId56"/>
    <p:sldId id="265" r:id="rId57"/>
    <p:sldId id="374" r:id="rId58"/>
    <p:sldId id="375" r:id="rId59"/>
    <p:sldId id="257" r:id="rId60"/>
    <p:sldId id="258" r:id="rId61"/>
    <p:sldId id="259" r:id="rId6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3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14" y="96"/>
      </p:cViewPr>
      <p:guideLst>
        <p:guide orient="horz" pos="24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4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55.xlsx"/><Relationship Id="rId1" Type="http://schemas.openxmlformats.org/officeDocument/2006/relationships/themeOverride" Target="../theme/themeOverride1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6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7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8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9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10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11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12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13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14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9C-477C-A5A9-3501CB773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799158432"/>
        <c:axId val="-1799157344"/>
      </c:barChart>
      <c:catAx>
        <c:axId val="-17991584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799157344"/>
        <c:crosses val="autoZero"/>
        <c:auto val="1"/>
        <c:lblAlgn val="ctr"/>
        <c:lblOffset val="100"/>
        <c:noMultiLvlLbl val="0"/>
      </c:catAx>
      <c:valAx>
        <c:axId val="-1799157344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7991584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41-4929-BCDC-50F49E1B6D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697147472"/>
        <c:axId val="-1697146928"/>
      </c:barChart>
      <c:catAx>
        <c:axId val="-1697147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46928"/>
        <c:crosses val="autoZero"/>
        <c:auto val="1"/>
        <c:lblAlgn val="ctr"/>
        <c:lblOffset val="100"/>
        <c:noMultiLvlLbl val="0"/>
      </c:catAx>
      <c:valAx>
        <c:axId val="-169714692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474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19-40BF-803A-AD83AAFB5A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697146384"/>
        <c:axId val="-1697149648"/>
      </c:barChart>
      <c:catAx>
        <c:axId val="-16971463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49648"/>
        <c:crosses val="autoZero"/>
        <c:auto val="1"/>
        <c:lblAlgn val="ctr"/>
        <c:lblOffset val="100"/>
        <c:noMultiLvlLbl val="0"/>
      </c:catAx>
      <c:valAx>
        <c:axId val="-169714964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46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3B-4A0A-A902-41B81CF6D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1697145840"/>
        <c:axId val="-1697150736"/>
      </c:barChart>
      <c:catAx>
        <c:axId val="-16971458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50736"/>
        <c:crosses val="autoZero"/>
        <c:auto val="1"/>
        <c:lblAlgn val="ctr"/>
        <c:lblOffset val="100"/>
        <c:noMultiLvlLbl val="0"/>
      </c:catAx>
      <c:valAx>
        <c:axId val="-16971507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pPr>
            <a:endParaRPr lang="en-US"/>
          </a:p>
        </c:txPr>
        <c:crossAx val="-16971458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4048-45E4-9979-9A2E345F03D5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4048-45E4-9979-9A2E345F03D5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48-45E4-9979-9A2E345F03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5079-4498-9873-A6E9DA020637}"/>
              </c:ext>
            </c:extLst>
          </c:dPt>
          <c:dPt>
            <c:idx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3-5079-4498-9873-A6E9DA02063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79-4498-9873-A6E9DA0206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46DD-4AE9-9517-6C575B1F0F03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46DD-4AE9-9517-6C575B1F0F03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6DD-4AE9-9517-6C575B1F0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E2CF-4408-A690-C7E75D968363}"/>
              </c:ext>
            </c:extLst>
          </c:dPt>
          <c:dPt>
            <c:idx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3-E2CF-4408-A690-C7E75D968363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CF-4408-A690-C7E75D9683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E396-46C0-8F9B-7875141B3C12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E396-46C0-8F9B-7875141B3C12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96-46C0-8F9B-7875141B3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7893-4B56-9CF3-BF354172EEAB}"/>
              </c:ext>
            </c:extLst>
          </c:dPt>
          <c:dPt>
            <c:idx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3-7893-4B56-9CF3-BF354172EEAB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93-4B56-9CF3-BF354172EE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B15F-455F-B277-392ED2EAFB31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B15F-455F-B277-392ED2EAFB31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5F-455F-B277-392ED2EAF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6E14-422D-B12D-A9226A9E503F}"/>
              </c:ext>
            </c:extLst>
          </c:dPt>
          <c:dPt>
            <c:idx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3-6E14-422D-B12D-A9226A9E503F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14-422D-B12D-A9226A9E50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>
              <a:solidFill>
                <a:schemeClr val="accent2"/>
              </a:solidFill>
            </a:ln>
          </c:spPr>
          <c:marker>
            <c:symbol val="circle"/>
            <c:size val="5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4300</c:v>
                </c:pt>
                <c:pt idx="1">
                  <c:v>3700</c:v>
                </c:pt>
                <c:pt idx="2">
                  <c:v>5050</c:v>
                </c:pt>
                <c:pt idx="3">
                  <c:v>3500</c:v>
                </c:pt>
                <c:pt idx="4">
                  <c:v>4500</c:v>
                </c:pt>
                <c:pt idx="5">
                  <c:v>6700</c:v>
                </c:pt>
                <c:pt idx="6">
                  <c:v>3600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C0-4B95-ABD9-F423AFFEC1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>
              <a:solidFill>
                <a:schemeClr val="accent1"/>
              </a:solidFill>
            </a:ln>
          </c:spPr>
          <c:marker>
            <c:symbol val="circle"/>
            <c:size val="5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2400</c:v>
                </c:pt>
                <c:pt idx="1">
                  <c:v>4400</c:v>
                </c:pt>
                <c:pt idx="2">
                  <c:v>1800</c:v>
                </c:pt>
                <c:pt idx="3">
                  <c:v>2800</c:v>
                </c:pt>
                <c:pt idx="4">
                  <c:v>6700</c:v>
                </c:pt>
                <c:pt idx="5">
                  <c:v>5900</c:v>
                </c:pt>
                <c:pt idx="6">
                  <c:v>7700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C0-4B95-ABD9-F423AFFEC1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796778368"/>
        <c:axId val="-1796780544"/>
      </c:lineChart>
      <c:catAx>
        <c:axId val="-17967783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en-US"/>
          </a:p>
        </c:txPr>
        <c:crossAx val="-1796780544"/>
        <c:crosses val="autoZero"/>
        <c:auto val="1"/>
        <c:lblAlgn val="ctr"/>
        <c:lblOffset val="100"/>
        <c:noMultiLvlLbl val="0"/>
      </c:catAx>
      <c:valAx>
        <c:axId val="-1796780544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alpha val="44000"/>
                </a:schemeClr>
              </a:solidFill>
              <a:prstDash val="dash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pPr>
            <a:endParaRPr lang="en-US"/>
          </a:p>
        </c:txPr>
        <c:crossAx val="-1796778368"/>
        <c:crosses val="autoZero"/>
        <c:crossBetween val="between"/>
      </c:valAx>
      <c:spPr>
        <a:noFill/>
        <a:ln w="53975">
          <a:noFill/>
        </a:ln>
        <a:effectLst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13" y="3335252"/>
            <a:ext cx="1802732" cy="292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-1"/>
            <a:ext cx="577378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5773782" y="0"/>
            <a:ext cx="641821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DCCFA14-78AF-484A-B03D-5DB9A526DD68}"/>
              </a:ext>
            </a:extLst>
          </p:cNvPr>
          <p:cNvGrpSpPr/>
          <p:nvPr userDrawn="1"/>
        </p:nvGrpSpPr>
        <p:grpSpPr>
          <a:xfrm rot="10800000">
            <a:off x="4421055" y="393901"/>
            <a:ext cx="720080" cy="720080"/>
            <a:chOff x="546346" y="5762189"/>
            <a:chExt cx="720080" cy="72008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6B0EC3-E080-4BA9-82DD-875CE375664B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E3A08B-D0A8-4636-B024-860C87DFA350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53B918C-F2E3-458F-9073-6D6E6D7F58A6}"/>
              </a:ext>
            </a:extLst>
          </p:cNvPr>
          <p:cNvGrpSpPr/>
          <p:nvPr userDrawn="1"/>
        </p:nvGrpSpPr>
        <p:grpSpPr>
          <a:xfrm>
            <a:off x="546346" y="5762189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ABB30E9-0DAA-4772-8CC5-A6FEC253E5AF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1DDE2A-7C54-4715-8C70-DAACF06648DA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263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781047" y="260648"/>
            <a:ext cx="5952661" cy="63367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34769" y="1196752"/>
            <a:ext cx="10849205" cy="34563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2A4CB6F-7C9C-4340-8102-6603FA2A78DA}"/>
              </a:ext>
            </a:extLst>
          </p:cNvPr>
          <p:cNvGrpSpPr/>
          <p:nvPr userDrawn="1"/>
        </p:nvGrpSpPr>
        <p:grpSpPr>
          <a:xfrm rot="16200000">
            <a:off x="10717958" y="5625244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8678E57-298A-4132-B4F7-BE72C9826DD2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C84B1A6-ADB3-465D-B651-2B4F073AD8AB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88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948984" y="1526647"/>
            <a:ext cx="4186909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22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7056108" y="1526647"/>
            <a:ext cx="4175763" cy="3014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360000"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Images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0AAFB73F-6F54-464A-BD52-927273969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9852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816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5" name="Rectangle 4"/>
          <p:cNvSpPr/>
          <p:nvPr userDrawn="1"/>
        </p:nvSpPr>
        <p:spPr>
          <a:xfrm>
            <a:off x="7056000" y="766354"/>
            <a:ext cx="5136000" cy="609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96921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681556" y="4363"/>
            <a:ext cx="350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0" y="0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0" y="3501008"/>
            <a:ext cx="3504000" cy="3356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5C9FD68-7835-4F80-BE0C-09C5D602A481}"/>
              </a:ext>
            </a:extLst>
          </p:cNvPr>
          <p:cNvGrpSpPr/>
          <p:nvPr userDrawn="1"/>
        </p:nvGrpSpPr>
        <p:grpSpPr>
          <a:xfrm rot="10800000">
            <a:off x="11114869" y="393901"/>
            <a:ext cx="720080" cy="720080"/>
            <a:chOff x="546346" y="5762189"/>
            <a:chExt cx="720080" cy="720080"/>
          </a:xfrm>
          <a:solidFill>
            <a:schemeClr val="accent1"/>
          </a:solidFill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16EA3C4-78F0-44A2-B310-C44774DC3C19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E6D61C-1E71-469D-A9B7-45E08AADB14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0693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18000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451800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18000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6012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26423" y="2528900"/>
            <a:ext cx="11739154" cy="18002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622080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ection Break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063200" y="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126400" y="2286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063200" y="4572000"/>
            <a:ext cx="4065600" cy="228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063200" y="2276872"/>
            <a:ext cx="4063200" cy="23042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5374170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19402" y="539930"/>
            <a:ext cx="1072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lt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827363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189682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2000" y="2683988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827363" y="2683988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549682" y="686435"/>
            <a:ext cx="508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912000" y="686435"/>
            <a:ext cx="2448000" cy="18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52D9725-5E74-4328-843E-D6EDA8CEAF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16" name="Rectangle 8">
            <a:extLst>
              <a:ext uri="{FF2B5EF4-FFF2-40B4-BE49-F238E27FC236}">
                <a16:creationId xmlns:a16="http://schemas.microsoft.com/office/drawing/2014/main" id="{58CC9FFD-2DE0-441F-93AA-99A732D2BFA8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434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16828" y="3486206"/>
            <a:ext cx="6408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420597" y="3486206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20597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6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2894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5072828" y="513805"/>
            <a:ext cx="2052000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7244655" y="1"/>
            <a:ext cx="2052000" cy="6857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919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6093413" y="-1"/>
            <a:ext cx="6096001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4533269" y="1150261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2" name="그림 개체 틀 2"/>
          <p:cNvSpPr>
            <a:spLocks noGrp="1"/>
          </p:cNvSpPr>
          <p:nvPr>
            <p:ph type="pic" sz="quarter" idx="61" hasCustomPrompt="1"/>
          </p:nvPr>
        </p:nvSpPr>
        <p:spPr>
          <a:xfrm>
            <a:off x="4533269" y="4561207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/>
          <p:cNvSpPr>
            <a:spLocks noGrp="1"/>
          </p:cNvSpPr>
          <p:nvPr>
            <p:ph type="pic" sz="quarter" idx="63" hasCustomPrompt="1"/>
          </p:nvPr>
        </p:nvSpPr>
        <p:spPr>
          <a:xfrm>
            <a:off x="2883891" y="551019"/>
            <a:ext cx="1548000" cy="23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그림 개체 틀 2"/>
          <p:cNvSpPr>
            <a:spLocks noGrp="1"/>
          </p:cNvSpPr>
          <p:nvPr>
            <p:ph type="pic" sz="quarter" idx="64" hasCustomPrompt="1"/>
          </p:nvPr>
        </p:nvSpPr>
        <p:spPr>
          <a:xfrm>
            <a:off x="2883891" y="3012492"/>
            <a:ext cx="1548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65" hasCustomPrompt="1"/>
          </p:nvPr>
        </p:nvSpPr>
        <p:spPr>
          <a:xfrm>
            <a:off x="0" y="2321756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그림 개체 틀 2"/>
          <p:cNvSpPr>
            <a:spLocks noGrp="1"/>
          </p:cNvSpPr>
          <p:nvPr>
            <p:ph type="pic" sz="quarter" idx="66" hasCustomPrompt="1"/>
          </p:nvPr>
        </p:nvSpPr>
        <p:spPr>
          <a:xfrm>
            <a:off x="2890419" y="4393964"/>
            <a:ext cx="1548000" cy="19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그림 개체 틀 2"/>
          <p:cNvSpPr>
            <a:spLocks noGrp="1"/>
          </p:cNvSpPr>
          <p:nvPr>
            <p:ph type="pic" sz="quarter" idx="67" hasCustomPrompt="1"/>
          </p:nvPr>
        </p:nvSpPr>
        <p:spPr>
          <a:xfrm>
            <a:off x="4533269" y="2855734"/>
            <a:ext cx="2412000" cy="15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그림 개체 틀 2"/>
          <p:cNvSpPr>
            <a:spLocks noGrp="1"/>
          </p:cNvSpPr>
          <p:nvPr>
            <p:ph type="pic" sz="quarter" idx="68" hasCustomPrompt="1"/>
          </p:nvPr>
        </p:nvSpPr>
        <p:spPr>
          <a:xfrm>
            <a:off x="0" y="3703228"/>
            <a:ext cx="2772000" cy="126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2DF790-5B61-453C-8A68-DE24F826568C}"/>
              </a:ext>
            </a:extLst>
          </p:cNvPr>
          <p:cNvGrpSpPr/>
          <p:nvPr userDrawn="1"/>
        </p:nvGrpSpPr>
        <p:grpSpPr>
          <a:xfrm rot="16200000">
            <a:off x="11112593" y="5798497"/>
            <a:ext cx="720080" cy="720080"/>
            <a:chOff x="546346" y="5762189"/>
            <a:chExt cx="720080" cy="72008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03BBEB-185D-4042-834B-B0F785AAD3C1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5FCF08F-D939-4B33-B561-5EED914B3C5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27717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 flipH="1">
            <a:off x="4268277" y="2096236"/>
            <a:ext cx="7923714" cy="3380234"/>
            <a:chOff x="0" y="1992982"/>
            <a:chExt cx="3028115" cy="3380234"/>
          </a:xfrm>
        </p:grpSpPr>
        <p:sp>
          <p:nvSpPr>
            <p:cNvPr id="7" name="Rectangle 6"/>
            <p:cNvSpPr/>
            <p:nvPr/>
          </p:nvSpPr>
          <p:spPr>
            <a:xfrm>
              <a:off x="0" y="1992982"/>
              <a:ext cx="2958637" cy="3380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986842" y="1992982"/>
              <a:ext cx="41273" cy="33802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pic>
        <p:nvPicPr>
          <p:cNvPr id="15" name="그림 4">
            <a:extLst>
              <a:ext uri="{FF2B5EF4-FFF2-40B4-BE49-F238E27FC236}">
                <a16:creationId xmlns:a16="http://schemas.microsoft.com/office/drawing/2014/main" id="{AA6944F3-318D-44F5-B013-016E59DFBF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47" y="1731899"/>
            <a:ext cx="3675829" cy="4665984"/>
          </a:xfrm>
          <a:prstGeom prst="rect">
            <a:avLst/>
          </a:prstGeom>
        </p:spPr>
      </p:pic>
      <p:sp>
        <p:nvSpPr>
          <p:cNvPr id="16" name="그림 개체 틀 2">
            <a:extLst>
              <a:ext uri="{FF2B5EF4-FFF2-40B4-BE49-F238E27FC236}">
                <a16:creationId xmlns:a16="http://schemas.microsoft.com/office/drawing/2014/main" id="{6C9C1DC6-6FC7-4AA7-B952-4EF87CE516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10193" y="2096236"/>
            <a:ext cx="2743201" cy="3380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E12B4E4-E123-46BF-8F88-A9A3A930C1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56F21C7B-C9C8-41AA-B248-9ACFA6BDF89B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EE74922-DCFE-4D14-BC2C-3D758C912A1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397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A2A84B4A-CEB2-40FB-A02E-8EB2AF478368}"/>
              </a:ext>
            </a:extLst>
          </p:cNvPr>
          <p:cNvGrpSpPr/>
          <p:nvPr userDrawn="1"/>
        </p:nvGrpSpPr>
        <p:grpSpPr>
          <a:xfrm>
            <a:off x="6473211" y="529630"/>
            <a:ext cx="5760640" cy="2937987"/>
            <a:chOff x="-612576" y="1705002"/>
            <a:chExt cx="5688632" cy="2537858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F8CA4E56-5CF0-4C8C-A69B-FEC333052C4C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9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DBFF776C-2C37-432F-8D95-5002FD9DE65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07A15BD4-6D7E-4517-BDED-81FD478CEDA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8035116" y="898584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1" name="Group 14">
            <a:extLst>
              <a:ext uri="{FF2B5EF4-FFF2-40B4-BE49-F238E27FC236}">
                <a16:creationId xmlns:a16="http://schemas.microsoft.com/office/drawing/2014/main" id="{FB0AFAFC-8EB9-4974-915A-249E7E1C57A2}"/>
              </a:ext>
            </a:extLst>
          </p:cNvPr>
          <p:cNvGrpSpPr/>
          <p:nvPr userDrawn="1"/>
        </p:nvGrpSpPr>
        <p:grpSpPr>
          <a:xfrm>
            <a:off x="6473211" y="3363597"/>
            <a:ext cx="5760640" cy="2937987"/>
            <a:chOff x="-612576" y="1705002"/>
            <a:chExt cx="5688632" cy="2537858"/>
          </a:xfrm>
        </p:grpSpPr>
        <p:sp>
          <p:nvSpPr>
            <p:cNvPr id="22" name="Oval 15">
              <a:extLst>
                <a:ext uri="{FF2B5EF4-FFF2-40B4-BE49-F238E27FC236}">
                  <a16:creationId xmlns:a16="http://schemas.microsoft.com/office/drawing/2014/main" id="{59FEB9C5-5FA6-4880-B618-058738C37AD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2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3B06E91A-2C0E-4BB0-889E-F881F2C268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CDA76C3D-8C5A-4664-AF41-B36993816A4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35116" y="3732551"/>
            <a:ext cx="2736304" cy="2037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EB011BE6-AEC5-4748-9F4F-9C4C17AEF0FA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E3FD5E11-19FF-42C9-8A8B-E2092EA988AD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06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1" r:id="rId2"/>
    <p:sldLayoutId id="2147483690" r:id="rId3"/>
    <p:sldLayoutId id="2147483688" r:id="rId4"/>
    <p:sldLayoutId id="2147483686" r:id="rId5"/>
    <p:sldLayoutId id="2147483692" r:id="rId6"/>
    <p:sldLayoutId id="2147483697" r:id="rId7"/>
    <p:sldLayoutId id="2147483699" r:id="rId8"/>
    <p:sldLayoutId id="2147483693" r:id="rId9"/>
    <p:sldLayoutId id="2147483707" r:id="rId10"/>
    <p:sldLayoutId id="2147483708" r:id="rId11"/>
    <p:sldLayoutId id="2147483694" r:id="rId12"/>
    <p:sldLayoutId id="2147483695" r:id="rId13"/>
    <p:sldLayoutId id="2147483696" r:id="rId14"/>
    <p:sldLayoutId id="2147483698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656" r:id="rId23"/>
    <p:sldLayoutId id="2147483687" r:id="rId2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1.xml"/><Relationship Id="rId3" Type="http://schemas.openxmlformats.org/officeDocument/2006/relationships/chart" Target="../charts/chart6.xml"/><Relationship Id="rId7" Type="http://schemas.openxmlformats.org/officeDocument/2006/relationships/chart" Target="../charts/chart10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10" Type="http://schemas.openxmlformats.org/officeDocument/2006/relationships/chart" Target="../charts/chart13.xml"/><Relationship Id="rId4" Type="http://schemas.openxmlformats.org/officeDocument/2006/relationships/chart" Target="../charts/chart7.xml"/><Relationship Id="rId9" Type="http://schemas.openxmlformats.org/officeDocument/2006/relationships/chart" Target="../charts/char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Insert the title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of your presentation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</a:t>
            </a:r>
            <a:br>
              <a:rPr lang="en-US" dirty="0"/>
            </a:br>
            <a:r>
              <a:rPr lang="en-US" dirty="0"/>
              <a:t>PPT Templates</a:t>
            </a:r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0" y="5871413"/>
            <a:ext cx="11662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chemeClr val="bg1"/>
                </a:solidFill>
                <a:cs typeface="Arial" pitchFamily="34" charset="0"/>
                <a:hlinkClick r:id="rId2"/>
              </a:rPr>
              <a:t>http://www.free-powerpoint-templates-design.com</a:t>
            </a:r>
            <a:endParaRPr lang="ko-KR" altLang="en-US" sz="10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0400226" y="471849"/>
            <a:ext cx="1262227" cy="310203"/>
            <a:chOff x="3275856" y="1242391"/>
            <a:chExt cx="1656184" cy="407020"/>
          </a:xfrm>
        </p:grpSpPr>
        <p:sp>
          <p:nvSpPr>
            <p:cNvPr id="8" name="Rounded Rectangle 7"/>
            <p:cNvSpPr/>
            <p:nvPr/>
          </p:nvSpPr>
          <p:spPr>
            <a:xfrm>
              <a:off x="3275856" y="1242391"/>
              <a:ext cx="1656184" cy="4070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0"/>
              </a:schemeClr>
            </a:solidFill>
            <a:ln w="158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Picture 2" descr="E:\002-KIMS BUSINESS\007-01-ALLPPT.com\011-ALLPPT-LOGO\allppt-logo-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10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6120" y="1319622"/>
              <a:ext cx="1187245" cy="2473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89050"/>
            <a:ext cx="3188367" cy="1569660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Style</a:t>
            </a:r>
            <a:endParaRPr lang="ko-KR" altLang="en-US" sz="48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968164" y="539163"/>
            <a:ext cx="6186490" cy="800219"/>
            <a:chOff x="4745820" y="1482096"/>
            <a:chExt cx="6186490" cy="800219"/>
          </a:xfrm>
        </p:grpSpPr>
        <p:grpSp>
          <p:nvGrpSpPr>
            <p:cNvPr id="4" name="Group 3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Contents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64152" y="1786436"/>
            <a:ext cx="6186490" cy="800219"/>
            <a:chOff x="4745820" y="1482096"/>
            <a:chExt cx="6186490" cy="800219"/>
          </a:xfrm>
        </p:grpSpPr>
        <p:grpSp>
          <p:nvGrpSpPr>
            <p:cNvPr id="15" name="Group 14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Contents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960140" y="3033709"/>
            <a:ext cx="6186490" cy="800219"/>
            <a:chOff x="4745820" y="1482096"/>
            <a:chExt cx="6186490" cy="800219"/>
          </a:xfrm>
        </p:grpSpPr>
        <p:grpSp>
          <p:nvGrpSpPr>
            <p:cNvPr id="22" name="Group 21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Contents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3956128" y="4280982"/>
            <a:ext cx="6186490" cy="800219"/>
            <a:chOff x="4745820" y="1482096"/>
            <a:chExt cx="6186490" cy="800219"/>
          </a:xfrm>
        </p:grpSpPr>
        <p:grpSp>
          <p:nvGrpSpPr>
            <p:cNvPr id="29" name="Group 28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Contents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952116" y="5528255"/>
            <a:ext cx="6186490" cy="800219"/>
            <a:chOff x="4745820" y="1482096"/>
            <a:chExt cx="6186490" cy="800219"/>
          </a:xfrm>
        </p:grpSpPr>
        <p:grpSp>
          <p:nvGrpSpPr>
            <p:cNvPr id="36" name="Group 35"/>
            <p:cNvGrpSpPr/>
            <p:nvPr/>
          </p:nvGrpSpPr>
          <p:grpSpPr>
            <a:xfrm>
              <a:off x="5840274" y="1482096"/>
              <a:ext cx="5092036" cy="800219"/>
              <a:chOff x="6365620" y="1411926"/>
              <a:chExt cx="5092036" cy="800219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6365620" y="1750480"/>
                <a:ext cx="5092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cs typeface="Arial" pitchFamily="34" charset="0"/>
                  </a:rPr>
                  <a:t>Get a modern PowerPoint  Presentation that is beautifully designed. </a:t>
                </a:r>
                <a:r>
                  <a:rPr lang="en-US" altLang="ko-KR" sz="1200" dirty="0">
                    <a:ea typeface="FZShuTi" pitchFamily="2" charset="-122"/>
                    <a:cs typeface="Arial" pitchFamily="34" charset="0"/>
                  </a:rPr>
                  <a:t>I hope and I believe that this Template will your Time.</a:t>
                </a:r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Contents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Insert your subtitle here</a:t>
            </a:r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023642" y="1943985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5" name="Chevron 6">
            <a:extLst>
              <a:ext uri="{FF2B5EF4-FFF2-40B4-BE49-F238E27FC236}">
                <a16:creationId xmlns:a16="http://schemas.microsoft.com/office/drawing/2014/main" id="{DA892E10-B57A-4162-B5B0-D3543B1670B6}"/>
              </a:ext>
            </a:extLst>
          </p:cNvPr>
          <p:cNvSpPr/>
          <p:nvPr/>
        </p:nvSpPr>
        <p:spPr>
          <a:xfrm>
            <a:off x="8918291" y="3457884"/>
            <a:ext cx="2160000" cy="685940"/>
          </a:xfrm>
          <a:prstGeom prst="chevron">
            <a:avLst/>
          </a:prstGeom>
          <a:solidFill>
            <a:schemeClr val="accent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id="{670A8FA7-A398-4680-AD33-298189AA0BF3}"/>
              </a:ext>
            </a:extLst>
          </p:cNvPr>
          <p:cNvSpPr/>
          <p:nvPr/>
        </p:nvSpPr>
        <p:spPr>
          <a:xfrm>
            <a:off x="9593238" y="2084429"/>
            <a:ext cx="810106" cy="810106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AD6C9-E0FC-4EE4-91E4-795B92C82DD2}"/>
              </a:ext>
            </a:extLst>
          </p:cNvPr>
          <p:cNvSpPr txBox="1"/>
          <p:nvPr/>
        </p:nvSpPr>
        <p:spPr>
          <a:xfrm>
            <a:off x="9630166" y="3616188"/>
            <a:ext cx="7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2019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8" name="Group 39">
            <a:extLst>
              <a:ext uri="{FF2B5EF4-FFF2-40B4-BE49-F238E27FC236}">
                <a16:creationId xmlns:a16="http://schemas.microsoft.com/office/drawing/2014/main" id="{BF932243-4685-458E-AC77-B93FF38CC187}"/>
              </a:ext>
            </a:extLst>
          </p:cNvPr>
          <p:cNvGrpSpPr/>
          <p:nvPr/>
        </p:nvGrpSpPr>
        <p:grpSpPr>
          <a:xfrm>
            <a:off x="9292377" y="4350624"/>
            <a:ext cx="1411829" cy="1292663"/>
            <a:chOff x="6210997" y="1433695"/>
            <a:chExt cx="1457348" cy="91963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E17D84A-16BA-469A-A4B6-11C5CFA74B21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5F8719-B67A-4DC5-BCCF-F08F439726CB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11" name="Straight Connector 51">
            <a:extLst>
              <a:ext uri="{FF2B5EF4-FFF2-40B4-BE49-F238E27FC236}">
                <a16:creationId xmlns:a16="http://schemas.microsoft.com/office/drawing/2014/main" id="{8F3A0466-4316-4D66-A057-320F408B64A3}"/>
              </a:ext>
            </a:extLst>
          </p:cNvPr>
          <p:cNvCxnSpPr/>
          <p:nvPr/>
        </p:nvCxnSpPr>
        <p:spPr>
          <a:xfrm>
            <a:off x="9998291" y="2892403"/>
            <a:ext cx="0" cy="57600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evron 3">
            <a:extLst>
              <a:ext uri="{FF2B5EF4-FFF2-40B4-BE49-F238E27FC236}">
                <a16:creationId xmlns:a16="http://schemas.microsoft.com/office/drawing/2014/main" id="{5E26B8A8-E902-4D75-BA1E-BCE154405E96}"/>
              </a:ext>
            </a:extLst>
          </p:cNvPr>
          <p:cNvSpPr/>
          <p:nvPr/>
        </p:nvSpPr>
        <p:spPr>
          <a:xfrm>
            <a:off x="2883529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C01934FC-42D4-4356-980D-94FC7D16D797}"/>
              </a:ext>
            </a:extLst>
          </p:cNvPr>
          <p:cNvSpPr/>
          <p:nvPr/>
        </p:nvSpPr>
        <p:spPr>
          <a:xfrm>
            <a:off x="3558476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0FB421-5FAA-4CA7-892C-811A9EA14D72}"/>
              </a:ext>
            </a:extLst>
          </p:cNvPr>
          <p:cNvSpPr txBox="1"/>
          <p:nvPr/>
        </p:nvSpPr>
        <p:spPr>
          <a:xfrm>
            <a:off x="3595404" y="3616188"/>
            <a:ext cx="7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2016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5" name="Group 30">
            <a:extLst>
              <a:ext uri="{FF2B5EF4-FFF2-40B4-BE49-F238E27FC236}">
                <a16:creationId xmlns:a16="http://schemas.microsoft.com/office/drawing/2014/main" id="{490FC6F5-78C0-4E79-8432-9F68C1A7F930}"/>
              </a:ext>
            </a:extLst>
          </p:cNvPr>
          <p:cNvGrpSpPr/>
          <p:nvPr/>
        </p:nvGrpSpPr>
        <p:grpSpPr>
          <a:xfrm>
            <a:off x="3257615" y="4350624"/>
            <a:ext cx="1411829" cy="1292663"/>
            <a:chOff x="6210997" y="1433695"/>
            <a:chExt cx="1457348" cy="9196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7F9D05-FFA4-4A80-980E-6268CF9E2588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413104-369E-4734-9FBC-E3747FB801B9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18" name="Straight Connector 47">
            <a:extLst>
              <a:ext uri="{FF2B5EF4-FFF2-40B4-BE49-F238E27FC236}">
                <a16:creationId xmlns:a16="http://schemas.microsoft.com/office/drawing/2014/main" id="{0A6658AB-A34B-45D6-BE30-4108A01942FF}"/>
              </a:ext>
            </a:extLst>
          </p:cNvPr>
          <p:cNvCxnSpPr/>
          <p:nvPr/>
        </p:nvCxnSpPr>
        <p:spPr>
          <a:xfrm>
            <a:off x="3963529" y="2892403"/>
            <a:ext cx="0" cy="57600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hevron 5">
            <a:extLst>
              <a:ext uri="{FF2B5EF4-FFF2-40B4-BE49-F238E27FC236}">
                <a16:creationId xmlns:a16="http://schemas.microsoft.com/office/drawing/2014/main" id="{BA9801E3-8378-4478-863A-AD8878F9DCE0}"/>
              </a:ext>
            </a:extLst>
          </p:cNvPr>
          <p:cNvSpPr/>
          <p:nvPr/>
        </p:nvSpPr>
        <p:spPr>
          <a:xfrm>
            <a:off x="6906703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Oval 17">
            <a:extLst>
              <a:ext uri="{FF2B5EF4-FFF2-40B4-BE49-F238E27FC236}">
                <a16:creationId xmlns:a16="http://schemas.microsoft.com/office/drawing/2014/main" id="{D9F18372-7598-42B3-94DD-5224CCE106A4}"/>
              </a:ext>
            </a:extLst>
          </p:cNvPr>
          <p:cNvSpPr/>
          <p:nvPr/>
        </p:nvSpPr>
        <p:spPr>
          <a:xfrm>
            <a:off x="7581650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4F0DF-9AD3-491C-8198-6958CA11869C}"/>
              </a:ext>
            </a:extLst>
          </p:cNvPr>
          <p:cNvSpPr txBox="1"/>
          <p:nvPr/>
        </p:nvSpPr>
        <p:spPr>
          <a:xfrm>
            <a:off x="7618578" y="3616188"/>
            <a:ext cx="7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2018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3" name="Group 36">
            <a:extLst>
              <a:ext uri="{FF2B5EF4-FFF2-40B4-BE49-F238E27FC236}">
                <a16:creationId xmlns:a16="http://schemas.microsoft.com/office/drawing/2014/main" id="{040D7C48-C2FB-4B5D-ABDC-C57C31305231}"/>
              </a:ext>
            </a:extLst>
          </p:cNvPr>
          <p:cNvGrpSpPr/>
          <p:nvPr/>
        </p:nvGrpSpPr>
        <p:grpSpPr>
          <a:xfrm>
            <a:off x="7280789" y="4350624"/>
            <a:ext cx="1411829" cy="1292663"/>
            <a:chOff x="6210997" y="1433695"/>
            <a:chExt cx="1457348" cy="9196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5F434CC-6B40-428C-B38B-53F0B7DF04AD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977C019-041F-4ECF-84CD-A52F1AA318BF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26" name="Straight Connector 50">
            <a:extLst>
              <a:ext uri="{FF2B5EF4-FFF2-40B4-BE49-F238E27FC236}">
                <a16:creationId xmlns:a16="http://schemas.microsoft.com/office/drawing/2014/main" id="{4B0586B5-5CD8-4474-9980-EEE03395C002}"/>
              </a:ext>
            </a:extLst>
          </p:cNvPr>
          <p:cNvCxnSpPr/>
          <p:nvPr/>
        </p:nvCxnSpPr>
        <p:spPr>
          <a:xfrm>
            <a:off x="7986703" y="2892403"/>
            <a:ext cx="0" cy="57600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hevron 4">
            <a:extLst>
              <a:ext uri="{FF2B5EF4-FFF2-40B4-BE49-F238E27FC236}">
                <a16:creationId xmlns:a16="http://schemas.microsoft.com/office/drawing/2014/main" id="{7FBD6F41-9B12-41F5-BE5C-5408F4FBE020}"/>
              </a:ext>
            </a:extLst>
          </p:cNvPr>
          <p:cNvSpPr/>
          <p:nvPr/>
        </p:nvSpPr>
        <p:spPr>
          <a:xfrm>
            <a:off x="4895116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Oval 14">
            <a:extLst>
              <a:ext uri="{FF2B5EF4-FFF2-40B4-BE49-F238E27FC236}">
                <a16:creationId xmlns:a16="http://schemas.microsoft.com/office/drawing/2014/main" id="{7F08FB03-B4ED-4197-8A1A-4A93917BEE18}"/>
              </a:ext>
            </a:extLst>
          </p:cNvPr>
          <p:cNvSpPr/>
          <p:nvPr/>
        </p:nvSpPr>
        <p:spPr>
          <a:xfrm>
            <a:off x="5570063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159B19-0090-46FC-9F5D-A0FE27A7161F}"/>
              </a:ext>
            </a:extLst>
          </p:cNvPr>
          <p:cNvSpPr txBox="1"/>
          <p:nvPr/>
        </p:nvSpPr>
        <p:spPr>
          <a:xfrm>
            <a:off x="5606991" y="3616188"/>
            <a:ext cx="7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2017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0" name="Group 33">
            <a:extLst>
              <a:ext uri="{FF2B5EF4-FFF2-40B4-BE49-F238E27FC236}">
                <a16:creationId xmlns:a16="http://schemas.microsoft.com/office/drawing/2014/main" id="{CB46B2EA-5C7D-47D7-9105-7015A1E84ACB}"/>
              </a:ext>
            </a:extLst>
          </p:cNvPr>
          <p:cNvGrpSpPr/>
          <p:nvPr/>
        </p:nvGrpSpPr>
        <p:grpSpPr>
          <a:xfrm>
            <a:off x="5269202" y="4350624"/>
            <a:ext cx="1411829" cy="1292663"/>
            <a:chOff x="6210997" y="1433695"/>
            <a:chExt cx="1457348" cy="91963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2DFC823-C053-4473-B8C6-47C9280A123C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92AE9F6-99A2-443E-BFEF-E07187F69300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33" name="Straight Connector 49">
            <a:extLst>
              <a:ext uri="{FF2B5EF4-FFF2-40B4-BE49-F238E27FC236}">
                <a16:creationId xmlns:a16="http://schemas.microsoft.com/office/drawing/2014/main" id="{50D2A809-06D0-4F68-BEF6-C311512EC450}"/>
              </a:ext>
            </a:extLst>
          </p:cNvPr>
          <p:cNvCxnSpPr/>
          <p:nvPr/>
        </p:nvCxnSpPr>
        <p:spPr>
          <a:xfrm>
            <a:off x="5975116" y="2892403"/>
            <a:ext cx="0" cy="57600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hevron 2">
            <a:extLst>
              <a:ext uri="{FF2B5EF4-FFF2-40B4-BE49-F238E27FC236}">
                <a16:creationId xmlns:a16="http://schemas.microsoft.com/office/drawing/2014/main" id="{B88FA207-A7AB-45B8-B517-908F1EAEA58C}"/>
              </a:ext>
            </a:extLst>
          </p:cNvPr>
          <p:cNvSpPr/>
          <p:nvPr/>
        </p:nvSpPr>
        <p:spPr>
          <a:xfrm>
            <a:off x="871942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Oval 8">
            <a:extLst>
              <a:ext uri="{FF2B5EF4-FFF2-40B4-BE49-F238E27FC236}">
                <a16:creationId xmlns:a16="http://schemas.microsoft.com/office/drawing/2014/main" id="{6B864997-5C32-4DF5-AAE3-C82869F8B1EC}"/>
              </a:ext>
            </a:extLst>
          </p:cNvPr>
          <p:cNvSpPr/>
          <p:nvPr/>
        </p:nvSpPr>
        <p:spPr>
          <a:xfrm>
            <a:off x="1546889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6" name="Group 22">
            <a:extLst>
              <a:ext uri="{FF2B5EF4-FFF2-40B4-BE49-F238E27FC236}">
                <a16:creationId xmlns:a16="http://schemas.microsoft.com/office/drawing/2014/main" id="{D883FC1C-6A23-4B58-A085-027CF67E5FAB}"/>
              </a:ext>
            </a:extLst>
          </p:cNvPr>
          <p:cNvGrpSpPr/>
          <p:nvPr/>
        </p:nvGrpSpPr>
        <p:grpSpPr>
          <a:xfrm>
            <a:off x="1246028" y="4350624"/>
            <a:ext cx="1411829" cy="1292663"/>
            <a:chOff x="6210997" y="1433695"/>
            <a:chExt cx="1457348" cy="9196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3549DBB-6E06-4CEC-BAA3-CDF68C0FC6D3}"/>
                </a:ext>
              </a:extLst>
            </p:cNvPr>
            <p:cNvSpPr txBox="1"/>
            <p:nvPr/>
          </p:nvSpPr>
          <p:spPr>
            <a:xfrm>
              <a:off x="6210999" y="1433695"/>
              <a:ext cx="1457346" cy="197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29856D2-ED4F-4719-9B49-986DF78F1229}"/>
                </a:ext>
              </a:extLst>
            </p:cNvPr>
            <p:cNvSpPr txBox="1"/>
            <p:nvPr/>
          </p:nvSpPr>
          <p:spPr>
            <a:xfrm>
              <a:off x="6210997" y="1630759"/>
              <a:ext cx="1457346" cy="72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 hope and I believe that this Template will your Time, Money and Reputation.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9" name="직사각형 113">
            <a:extLst>
              <a:ext uri="{FF2B5EF4-FFF2-40B4-BE49-F238E27FC236}">
                <a16:creationId xmlns:a16="http://schemas.microsoft.com/office/drawing/2014/main" id="{DDD85FED-DF75-4871-AF67-564DB6662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244" y="3616188"/>
            <a:ext cx="7253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2015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0" name="Straight Connector 47">
            <a:extLst>
              <a:ext uri="{FF2B5EF4-FFF2-40B4-BE49-F238E27FC236}">
                <a16:creationId xmlns:a16="http://schemas.microsoft.com/office/drawing/2014/main" id="{621525DB-2E76-444F-A334-790EB1970DF6}"/>
              </a:ext>
            </a:extLst>
          </p:cNvPr>
          <p:cNvCxnSpPr/>
          <p:nvPr/>
        </p:nvCxnSpPr>
        <p:spPr>
          <a:xfrm>
            <a:off x="1951942" y="2881884"/>
            <a:ext cx="0" cy="57600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51">
            <a:extLst>
              <a:ext uri="{FF2B5EF4-FFF2-40B4-BE49-F238E27FC236}">
                <a16:creationId xmlns:a16="http://schemas.microsoft.com/office/drawing/2014/main" id="{BFC8310B-8DA2-4CB3-96F2-D2690444B82D}"/>
              </a:ext>
            </a:extLst>
          </p:cNvPr>
          <p:cNvSpPr/>
          <p:nvPr/>
        </p:nvSpPr>
        <p:spPr>
          <a:xfrm>
            <a:off x="3792643" y="2370178"/>
            <a:ext cx="333042" cy="244221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53CDF40D-370F-4FAC-B390-F2D469DBCEFC}"/>
              </a:ext>
            </a:extLst>
          </p:cNvPr>
          <p:cNvSpPr/>
          <p:nvPr/>
        </p:nvSpPr>
        <p:spPr>
          <a:xfrm rot="2700000">
            <a:off x="1818902" y="2251013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3" name="Rounded Rectangle 5">
            <a:extLst>
              <a:ext uri="{FF2B5EF4-FFF2-40B4-BE49-F238E27FC236}">
                <a16:creationId xmlns:a16="http://schemas.microsoft.com/office/drawing/2014/main" id="{55908791-8C33-4765-AB75-AEE29D40E4A7}"/>
              </a:ext>
            </a:extLst>
          </p:cNvPr>
          <p:cNvSpPr/>
          <p:nvPr/>
        </p:nvSpPr>
        <p:spPr>
          <a:xfrm flipH="1">
            <a:off x="5779274" y="2323587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4" name="Freeform 18">
            <a:extLst>
              <a:ext uri="{FF2B5EF4-FFF2-40B4-BE49-F238E27FC236}">
                <a16:creationId xmlns:a16="http://schemas.microsoft.com/office/drawing/2014/main" id="{38227F7E-28C1-44BF-8D7F-428C88E00735}"/>
              </a:ext>
            </a:extLst>
          </p:cNvPr>
          <p:cNvSpPr/>
          <p:nvPr/>
        </p:nvSpPr>
        <p:spPr>
          <a:xfrm>
            <a:off x="9784572" y="2298110"/>
            <a:ext cx="427438" cy="344974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Oval 21">
            <a:extLst>
              <a:ext uri="{FF2B5EF4-FFF2-40B4-BE49-F238E27FC236}">
                <a16:creationId xmlns:a16="http://schemas.microsoft.com/office/drawing/2014/main" id="{BE1A3611-E6C0-4F4E-865D-814901696FFF}"/>
              </a:ext>
            </a:extLst>
          </p:cNvPr>
          <p:cNvSpPr>
            <a:spLocks noChangeAspect="1"/>
          </p:cNvSpPr>
          <p:nvPr/>
        </p:nvSpPr>
        <p:spPr>
          <a:xfrm>
            <a:off x="7788457" y="2285801"/>
            <a:ext cx="396491" cy="39980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5688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4E987F-DE4A-4FFE-B45E-E0B065B1DD78}"/>
              </a:ext>
            </a:extLst>
          </p:cNvPr>
          <p:cNvSpPr txBox="1"/>
          <p:nvPr/>
        </p:nvSpPr>
        <p:spPr>
          <a:xfrm>
            <a:off x="1096580" y="5080329"/>
            <a:ext cx="12241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/FACEBOOK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663850-EE66-480A-BDFD-FDBDC6407120}"/>
              </a:ext>
            </a:extLst>
          </p:cNvPr>
          <p:cNvSpPr txBox="1"/>
          <p:nvPr/>
        </p:nvSpPr>
        <p:spPr>
          <a:xfrm>
            <a:off x="3927611" y="5083045"/>
            <a:ext cx="12241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@TWITTER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6FC79F-0C8A-4CC1-95CB-7C0B1A90B2DA}"/>
              </a:ext>
            </a:extLst>
          </p:cNvPr>
          <p:cNvSpPr txBox="1"/>
          <p:nvPr/>
        </p:nvSpPr>
        <p:spPr>
          <a:xfrm>
            <a:off x="9971559" y="4614582"/>
            <a:ext cx="192516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www.hompageurl.com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Rounded Rectangle 2">
            <a:extLst>
              <a:ext uri="{FF2B5EF4-FFF2-40B4-BE49-F238E27FC236}">
                <a16:creationId xmlns:a16="http://schemas.microsoft.com/office/drawing/2014/main" id="{D5BEE028-ABB8-41A0-8E5C-FC41A9939350}"/>
              </a:ext>
            </a:extLst>
          </p:cNvPr>
          <p:cNvSpPr/>
          <p:nvPr/>
        </p:nvSpPr>
        <p:spPr>
          <a:xfrm>
            <a:off x="3582142" y="5063089"/>
            <a:ext cx="311477" cy="311477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3160999" y="1374274"/>
                </a:moveTo>
                <a:cubicBezTo>
                  <a:pt x="3161390" y="1371268"/>
                  <a:pt x="3160138" y="1380887"/>
                  <a:pt x="3155132" y="1419362"/>
                </a:cubicBezTo>
                <a:cubicBezTo>
                  <a:pt x="3155132" y="1419362"/>
                  <a:pt x="3155131" y="1419362"/>
                  <a:pt x="3155131" y="1419362"/>
                </a:cubicBezTo>
                <a:cubicBezTo>
                  <a:pt x="3155133" y="1419346"/>
                  <a:pt x="3160347" y="1379282"/>
                  <a:pt x="3160999" y="1374274"/>
                </a:cubicBezTo>
                <a:close/>
                <a:moveTo>
                  <a:pt x="2538382" y="802616"/>
                </a:moveTo>
                <a:cubicBezTo>
                  <a:pt x="2197761" y="802616"/>
                  <a:pt x="1921633" y="1078744"/>
                  <a:pt x="1921633" y="1419365"/>
                </a:cubicBezTo>
                <a:cubicBezTo>
                  <a:pt x="1921633" y="1471638"/>
                  <a:pt x="1928136" y="1522392"/>
                  <a:pt x="1942445" y="1570340"/>
                </a:cubicBezTo>
                <a:cubicBezTo>
                  <a:pt x="1547199" y="1510736"/>
                  <a:pt x="1173928" y="1425572"/>
                  <a:pt x="752016" y="931012"/>
                </a:cubicBezTo>
                <a:cubicBezTo>
                  <a:pt x="555558" y="1323929"/>
                  <a:pt x="701457" y="1569504"/>
                  <a:pt x="934030" y="1745738"/>
                </a:cubicBezTo>
                <a:cubicBezTo>
                  <a:pt x="832912" y="1726959"/>
                  <a:pt x="757794" y="1716846"/>
                  <a:pt x="665343" y="1650397"/>
                </a:cubicBezTo>
                <a:cubicBezTo>
                  <a:pt x="692788" y="2037537"/>
                  <a:pt x="906583" y="2177657"/>
                  <a:pt x="1111709" y="2257108"/>
                </a:cubicBezTo>
                <a:cubicBezTo>
                  <a:pt x="1029370" y="2275887"/>
                  <a:pt x="986032" y="2268664"/>
                  <a:pt x="856023" y="2244108"/>
                </a:cubicBezTo>
                <a:cubicBezTo>
                  <a:pt x="968698" y="2582132"/>
                  <a:pt x="1241718" y="2664472"/>
                  <a:pt x="1402064" y="2660137"/>
                </a:cubicBezTo>
                <a:cubicBezTo>
                  <a:pt x="1212828" y="2802425"/>
                  <a:pt x="1063318" y="2869598"/>
                  <a:pt x="552668" y="2902822"/>
                </a:cubicBezTo>
                <a:cubicBezTo>
                  <a:pt x="978087" y="3213400"/>
                  <a:pt x="1650526" y="3189564"/>
                  <a:pt x="1978439" y="3093502"/>
                </a:cubicBezTo>
                <a:cubicBezTo>
                  <a:pt x="2679046" y="2850818"/>
                  <a:pt x="2894283" y="2547463"/>
                  <a:pt x="3053184" y="2031759"/>
                </a:cubicBezTo>
                <a:cubicBezTo>
                  <a:pt x="3132291" y="1592391"/>
                  <a:pt x="3116471" y="1716445"/>
                  <a:pt x="3155131" y="1419365"/>
                </a:cubicBezTo>
                <a:cubicBezTo>
                  <a:pt x="3155131" y="1419364"/>
                  <a:pt x="3155132" y="1419363"/>
                  <a:pt x="3155132" y="1419362"/>
                </a:cubicBezTo>
                <a:cubicBezTo>
                  <a:pt x="3257477" y="1315095"/>
                  <a:pt x="3372036" y="1223751"/>
                  <a:pt x="3407333" y="1117847"/>
                </a:cubicBezTo>
                <a:cubicBezTo>
                  <a:pt x="3307709" y="1140260"/>
                  <a:pt x="3221086" y="1197342"/>
                  <a:pt x="3108461" y="1185086"/>
                </a:cubicBezTo>
                <a:cubicBezTo>
                  <a:pt x="3188365" y="1141325"/>
                  <a:pt x="3284860" y="1028153"/>
                  <a:pt x="3334650" y="883134"/>
                </a:cubicBezTo>
                <a:cubicBezTo>
                  <a:pt x="3225580" y="952795"/>
                  <a:pt x="3152155" y="998691"/>
                  <a:pt x="2995677" y="1008938"/>
                </a:cubicBezTo>
                <a:cubicBezTo>
                  <a:pt x="2884471" y="881691"/>
                  <a:pt x="2720661" y="802616"/>
                  <a:pt x="2538382" y="80261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178F7E52-6242-4C39-B411-B72B9793A8A8}"/>
              </a:ext>
            </a:extLst>
          </p:cNvPr>
          <p:cNvSpPr/>
          <p:nvPr/>
        </p:nvSpPr>
        <p:spPr>
          <a:xfrm>
            <a:off x="785104" y="5063089"/>
            <a:ext cx="311477" cy="311477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48643" y="674567"/>
                  <a:pt x="3369037" y="759137"/>
                </a:cubicBezTo>
                <a:cubicBezTo>
                  <a:pt x="3391941" y="611142"/>
                  <a:pt x="3398988" y="447290"/>
                  <a:pt x="3443034" y="304580"/>
                </a:cubicBezTo>
                <a:cubicBezTo>
                  <a:pt x="3382140" y="251394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591476-5E1B-465A-ADB9-2A57A5334DE3}"/>
              </a:ext>
            </a:extLst>
          </p:cNvPr>
          <p:cNvSpPr txBox="1"/>
          <p:nvPr/>
        </p:nvSpPr>
        <p:spPr>
          <a:xfrm>
            <a:off x="699257" y="5513905"/>
            <a:ext cx="2569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892AA5-E5D9-4650-9583-39352B0089EF}"/>
              </a:ext>
            </a:extLst>
          </p:cNvPr>
          <p:cNvSpPr txBox="1"/>
          <p:nvPr/>
        </p:nvSpPr>
        <p:spPr>
          <a:xfrm>
            <a:off x="3525821" y="5513905"/>
            <a:ext cx="2569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C0249D-2D3E-4D17-880A-D8FAB4B08F53}"/>
              </a:ext>
            </a:extLst>
          </p:cNvPr>
          <p:cNvSpPr txBox="1"/>
          <p:nvPr/>
        </p:nvSpPr>
        <p:spPr>
          <a:xfrm>
            <a:off x="7976838" y="6041342"/>
            <a:ext cx="275648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Example Text Example Text Example Text Example Text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1A7E129-A6D9-4048-9FFF-0752A8C9D0D8}"/>
              </a:ext>
            </a:extLst>
          </p:cNvPr>
          <p:cNvSpPr/>
          <p:nvPr/>
        </p:nvSpPr>
        <p:spPr>
          <a:xfrm>
            <a:off x="6732760" y="1714736"/>
            <a:ext cx="304498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MEMBER</a:t>
            </a:r>
          </a:p>
          <a:p>
            <a:r>
              <a:rPr lang="en-US" altLang="ko-KR" sz="4400" dirty="0">
                <a:solidFill>
                  <a:schemeClr val="bg1"/>
                </a:solidFill>
              </a:rPr>
              <a:t>NAME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3A0C814-F4B4-4076-8D5D-DC5CCDDC5432}"/>
              </a:ext>
            </a:extLst>
          </p:cNvPr>
          <p:cNvSpPr/>
          <p:nvPr/>
        </p:nvSpPr>
        <p:spPr>
          <a:xfrm>
            <a:off x="6732760" y="3227998"/>
            <a:ext cx="48194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 I hope and I believe that this Template will your Time, Money and Reputation.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050212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2E21EB3-394D-4DCA-B117-8A6087DE676D}"/>
              </a:ext>
            </a:extLst>
          </p:cNvPr>
          <p:cNvGrpSpPr>
            <a:grpSpLocks noChangeAspect="1"/>
          </p:cNvGrpSpPr>
          <p:nvPr/>
        </p:nvGrpSpPr>
        <p:grpSpPr>
          <a:xfrm>
            <a:off x="1482330" y="4493452"/>
            <a:ext cx="836344" cy="720000"/>
            <a:chOff x="7521194" y="5284915"/>
            <a:chExt cx="1137987" cy="979683"/>
          </a:xfrm>
        </p:grpSpPr>
        <p:grpSp>
          <p:nvGrpSpPr>
            <p:cNvPr id="30" name="Group 7">
              <a:extLst>
                <a:ext uri="{FF2B5EF4-FFF2-40B4-BE49-F238E27FC236}">
                  <a16:creationId xmlns:a16="http://schemas.microsoft.com/office/drawing/2014/main" id="{DEDDBEE7-CEDB-4BF7-8182-CB651E0A2516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32" name="Trapezoid 1">
                <a:extLst>
                  <a:ext uri="{FF2B5EF4-FFF2-40B4-BE49-F238E27FC236}">
                    <a16:creationId xmlns:a16="http://schemas.microsoft.com/office/drawing/2014/main" id="{F837B1BB-DCCA-497F-B49A-6110355FFBEE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Trapezoid 6">
                <a:extLst>
                  <a:ext uri="{FF2B5EF4-FFF2-40B4-BE49-F238E27FC236}">
                    <a16:creationId xmlns:a16="http://schemas.microsoft.com/office/drawing/2014/main" id="{708BE2A2-1D4C-4D15-8C8A-9019702242EE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Oval 5">
                <a:extLst>
                  <a:ext uri="{FF2B5EF4-FFF2-40B4-BE49-F238E27FC236}">
                    <a16:creationId xmlns:a16="http://schemas.microsoft.com/office/drawing/2014/main" id="{4EF0799A-B672-4DF7-8E24-0CBDAE170B30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" name="Chord 23">
              <a:extLst>
                <a:ext uri="{FF2B5EF4-FFF2-40B4-BE49-F238E27FC236}">
                  <a16:creationId xmlns:a16="http://schemas.microsoft.com/office/drawing/2014/main" id="{E3D14836-F05A-474F-81C8-F7DAF8FB8B47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A86AC6D-BD01-4E40-93B0-2D79A3BF7EB6}"/>
              </a:ext>
            </a:extLst>
          </p:cNvPr>
          <p:cNvGrpSpPr>
            <a:grpSpLocks noChangeAspect="1"/>
          </p:cNvGrpSpPr>
          <p:nvPr/>
        </p:nvGrpSpPr>
        <p:grpSpPr>
          <a:xfrm>
            <a:off x="3813534" y="4385452"/>
            <a:ext cx="961795" cy="828000"/>
            <a:chOff x="7521194" y="5284915"/>
            <a:chExt cx="1137987" cy="979683"/>
          </a:xfrm>
        </p:grpSpPr>
        <p:grpSp>
          <p:nvGrpSpPr>
            <p:cNvPr id="43" name="Group 7">
              <a:extLst>
                <a:ext uri="{FF2B5EF4-FFF2-40B4-BE49-F238E27FC236}">
                  <a16:creationId xmlns:a16="http://schemas.microsoft.com/office/drawing/2014/main" id="{C4645827-5A6E-4A50-8C65-CB7E5DA3088F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45" name="Trapezoid 1">
                <a:extLst>
                  <a:ext uri="{FF2B5EF4-FFF2-40B4-BE49-F238E27FC236}">
                    <a16:creationId xmlns:a16="http://schemas.microsoft.com/office/drawing/2014/main" id="{E0B884D8-E5E4-4E76-AE67-A9333358BEB3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rapezoid 6">
                <a:extLst>
                  <a:ext uri="{FF2B5EF4-FFF2-40B4-BE49-F238E27FC236}">
                    <a16:creationId xmlns:a16="http://schemas.microsoft.com/office/drawing/2014/main" id="{35CB30D3-6910-4EEC-ACE9-ED3C83853AB2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Oval 5">
                <a:extLst>
                  <a:ext uri="{FF2B5EF4-FFF2-40B4-BE49-F238E27FC236}">
                    <a16:creationId xmlns:a16="http://schemas.microsoft.com/office/drawing/2014/main" id="{8F1C58DD-FEF9-4858-BD29-07BC114BB583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4" name="Chord 23">
              <a:extLst>
                <a:ext uri="{FF2B5EF4-FFF2-40B4-BE49-F238E27FC236}">
                  <a16:creationId xmlns:a16="http://schemas.microsoft.com/office/drawing/2014/main" id="{6AA2914E-AF0A-4F26-9E0B-AD78AD875545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6860680-6264-48F5-9E7D-3E8A12182A59}"/>
              </a:ext>
            </a:extLst>
          </p:cNvPr>
          <p:cNvGrpSpPr>
            <a:grpSpLocks noChangeAspect="1"/>
          </p:cNvGrpSpPr>
          <p:nvPr/>
        </p:nvGrpSpPr>
        <p:grpSpPr>
          <a:xfrm>
            <a:off x="6270189" y="4277452"/>
            <a:ext cx="1087246" cy="936000"/>
            <a:chOff x="7521194" y="5284915"/>
            <a:chExt cx="1137987" cy="979683"/>
          </a:xfrm>
        </p:grpSpPr>
        <p:grpSp>
          <p:nvGrpSpPr>
            <p:cNvPr id="54" name="Group 7">
              <a:extLst>
                <a:ext uri="{FF2B5EF4-FFF2-40B4-BE49-F238E27FC236}">
                  <a16:creationId xmlns:a16="http://schemas.microsoft.com/office/drawing/2014/main" id="{0914FE6C-9A46-42CA-B7AC-8F458EBF126F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6" name="Trapezoid 1">
                <a:extLst>
                  <a:ext uri="{FF2B5EF4-FFF2-40B4-BE49-F238E27FC236}">
                    <a16:creationId xmlns:a16="http://schemas.microsoft.com/office/drawing/2014/main" id="{CACBDDE3-CBEA-4DB3-832C-CEE1BB6EC526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Trapezoid 6">
                <a:extLst>
                  <a:ext uri="{FF2B5EF4-FFF2-40B4-BE49-F238E27FC236}">
                    <a16:creationId xmlns:a16="http://schemas.microsoft.com/office/drawing/2014/main" id="{81B38A1F-4C36-4C65-B83B-AC4B7A0AD1E3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Oval 5">
                <a:extLst>
                  <a:ext uri="{FF2B5EF4-FFF2-40B4-BE49-F238E27FC236}">
                    <a16:creationId xmlns:a16="http://schemas.microsoft.com/office/drawing/2014/main" id="{742BBF11-C1CB-40AC-8FB3-64A6094E1682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5" name="Chord 23">
              <a:extLst>
                <a:ext uri="{FF2B5EF4-FFF2-40B4-BE49-F238E27FC236}">
                  <a16:creationId xmlns:a16="http://schemas.microsoft.com/office/drawing/2014/main" id="{E4ED8CF9-A102-407E-A4E0-6352B88EE569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C24983F-F886-4BFF-8321-F966E67E78A1}"/>
              </a:ext>
            </a:extLst>
          </p:cNvPr>
          <p:cNvGrpSpPr>
            <a:grpSpLocks noChangeAspect="1"/>
          </p:cNvGrpSpPr>
          <p:nvPr/>
        </p:nvGrpSpPr>
        <p:grpSpPr>
          <a:xfrm>
            <a:off x="8852296" y="4169452"/>
            <a:ext cx="1212698" cy="1044000"/>
            <a:chOff x="7521194" y="5284915"/>
            <a:chExt cx="1137987" cy="979683"/>
          </a:xfrm>
        </p:grpSpPr>
        <p:grpSp>
          <p:nvGrpSpPr>
            <p:cNvPr id="60" name="Group 7">
              <a:extLst>
                <a:ext uri="{FF2B5EF4-FFF2-40B4-BE49-F238E27FC236}">
                  <a16:creationId xmlns:a16="http://schemas.microsoft.com/office/drawing/2014/main" id="{8E8E7A6F-6EAA-4B7D-A795-B654EAB7C3E4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81" name="Trapezoid 1">
                <a:extLst>
                  <a:ext uri="{FF2B5EF4-FFF2-40B4-BE49-F238E27FC236}">
                    <a16:creationId xmlns:a16="http://schemas.microsoft.com/office/drawing/2014/main" id="{49CBAF19-F63A-4432-9CEB-9B8F9376DF24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Trapezoid 6">
                <a:extLst>
                  <a:ext uri="{FF2B5EF4-FFF2-40B4-BE49-F238E27FC236}">
                    <a16:creationId xmlns:a16="http://schemas.microsoft.com/office/drawing/2014/main" id="{CB6796F1-302B-49E1-8A09-B580662614A4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Oval 5">
                <a:extLst>
                  <a:ext uri="{FF2B5EF4-FFF2-40B4-BE49-F238E27FC236}">
                    <a16:creationId xmlns:a16="http://schemas.microsoft.com/office/drawing/2014/main" id="{82A841B1-E40D-42D2-B5C3-C17F3FCC25A8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1" name="Chord 23">
              <a:extLst>
                <a:ext uri="{FF2B5EF4-FFF2-40B4-BE49-F238E27FC236}">
                  <a16:creationId xmlns:a16="http://schemas.microsoft.com/office/drawing/2014/main" id="{013F8FF2-D9EE-4EF9-AE8E-5B7FB861CD9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E983DD4-5A17-4EA4-A534-F2A1B0E81D0E}"/>
              </a:ext>
            </a:extLst>
          </p:cNvPr>
          <p:cNvGrpSpPr/>
          <p:nvPr/>
        </p:nvGrpSpPr>
        <p:grpSpPr>
          <a:xfrm>
            <a:off x="8680049" y="1633020"/>
            <a:ext cx="2103432" cy="2605205"/>
            <a:chOff x="8680049" y="1633020"/>
            <a:chExt cx="2103432" cy="2605205"/>
          </a:xfrm>
        </p:grpSpPr>
        <p:sp>
          <p:nvSpPr>
            <p:cNvPr id="80" name="Rectangle 21">
              <a:extLst>
                <a:ext uri="{FF2B5EF4-FFF2-40B4-BE49-F238E27FC236}">
                  <a16:creationId xmlns:a16="http://schemas.microsoft.com/office/drawing/2014/main" id="{6C1C2D87-DEA3-4FA1-A379-2F38176D7BC9}"/>
                </a:ext>
              </a:extLst>
            </p:cNvPr>
            <p:cNvSpPr/>
            <p:nvPr/>
          </p:nvSpPr>
          <p:spPr>
            <a:xfrm rot="3027132">
              <a:off x="9023723" y="1756534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D06CD08E-6A8D-4E49-BFE2-E39727CB5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4199" y="2143683"/>
              <a:ext cx="1295643" cy="2094542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sp>
          <p:nvSpPr>
            <p:cNvPr id="86" name="Rectangle 21">
              <a:extLst>
                <a:ext uri="{FF2B5EF4-FFF2-40B4-BE49-F238E27FC236}">
                  <a16:creationId xmlns:a16="http://schemas.microsoft.com/office/drawing/2014/main" id="{FF77BA67-E96B-4847-97F5-EF3DBAB752DB}"/>
                </a:ext>
              </a:extLst>
            </p:cNvPr>
            <p:cNvSpPr/>
            <p:nvPr/>
          </p:nvSpPr>
          <p:spPr>
            <a:xfrm rot="1162019">
              <a:off x="8691200" y="214561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Rectangle 21">
              <a:extLst>
                <a:ext uri="{FF2B5EF4-FFF2-40B4-BE49-F238E27FC236}">
                  <a16:creationId xmlns:a16="http://schemas.microsoft.com/office/drawing/2014/main" id="{A94331D2-CBCA-4F3B-B788-D91B2B4D0623}"/>
                </a:ext>
              </a:extLst>
            </p:cNvPr>
            <p:cNvSpPr/>
            <p:nvPr/>
          </p:nvSpPr>
          <p:spPr>
            <a:xfrm rot="18900000">
              <a:off x="9593699" y="2001115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Rectangle 21">
              <a:extLst>
                <a:ext uri="{FF2B5EF4-FFF2-40B4-BE49-F238E27FC236}">
                  <a16:creationId xmlns:a16="http://schemas.microsoft.com/office/drawing/2014/main" id="{A071DA7F-1418-4962-9A82-4A4FCE56CE4A}"/>
                </a:ext>
              </a:extLst>
            </p:cNvPr>
            <p:cNvSpPr/>
            <p:nvPr/>
          </p:nvSpPr>
          <p:spPr>
            <a:xfrm rot="900000">
              <a:off x="10221811" y="2638321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Rectangle 21">
              <a:extLst>
                <a:ext uri="{FF2B5EF4-FFF2-40B4-BE49-F238E27FC236}">
                  <a16:creationId xmlns:a16="http://schemas.microsoft.com/office/drawing/2014/main" id="{70164944-01F0-4704-A0A7-0387069E5809}"/>
                </a:ext>
              </a:extLst>
            </p:cNvPr>
            <p:cNvSpPr/>
            <p:nvPr/>
          </p:nvSpPr>
          <p:spPr>
            <a:xfrm rot="1490152">
              <a:off x="8680049" y="28111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Rectangle 21">
              <a:extLst>
                <a:ext uri="{FF2B5EF4-FFF2-40B4-BE49-F238E27FC236}">
                  <a16:creationId xmlns:a16="http://schemas.microsoft.com/office/drawing/2014/main" id="{60FEDB7C-3FF1-42D8-839A-1745B4FEC747}"/>
                </a:ext>
              </a:extLst>
            </p:cNvPr>
            <p:cNvSpPr/>
            <p:nvPr/>
          </p:nvSpPr>
          <p:spPr>
            <a:xfrm rot="900000">
              <a:off x="9373665" y="2618648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Rectangle 21">
              <a:extLst>
                <a:ext uri="{FF2B5EF4-FFF2-40B4-BE49-F238E27FC236}">
                  <a16:creationId xmlns:a16="http://schemas.microsoft.com/office/drawing/2014/main" id="{3DD2B7D4-C483-495E-9C6C-57D6A1EC288E}"/>
                </a:ext>
              </a:extLst>
            </p:cNvPr>
            <p:cNvSpPr/>
            <p:nvPr/>
          </p:nvSpPr>
          <p:spPr>
            <a:xfrm rot="900000">
              <a:off x="10096074" y="21303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D20BE6B-916B-4C9F-BC92-FE9BB9295D60}"/>
              </a:ext>
            </a:extLst>
          </p:cNvPr>
          <p:cNvGrpSpPr/>
          <p:nvPr/>
        </p:nvGrpSpPr>
        <p:grpSpPr>
          <a:xfrm>
            <a:off x="6282410" y="2774470"/>
            <a:ext cx="1403850" cy="1577193"/>
            <a:chOff x="6282410" y="2774470"/>
            <a:chExt cx="1403850" cy="1577193"/>
          </a:xfrm>
        </p:grpSpPr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54349860-4E0B-4260-8C45-E03D10578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9075" y="3211736"/>
              <a:ext cx="806320" cy="1139927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34622249-8498-4AA7-99F6-75F35285C6F1}"/>
                </a:ext>
              </a:extLst>
            </p:cNvPr>
            <p:cNvGrpSpPr/>
            <p:nvPr/>
          </p:nvGrpSpPr>
          <p:grpSpPr>
            <a:xfrm>
              <a:off x="6451387" y="2774470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3D7672DC-73CC-4C16-8A73-6D12BF5CEFA2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0DCA3A06-871B-4C86-B71E-A48FDAEF2004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Block Arc 11">
                <a:extLst>
                  <a:ext uri="{FF2B5EF4-FFF2-40B4-BE49-F238E27FC236}">
                    <a16:creationId xmlns:a16="http://schemas.microsoft.com/office/drawing/2014/main" id="{A4E83415-813A-4DAA-AD61-EC3E81BC406B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774B1DA9-0060-41FA-A413-3E42DF597CC3}"/>
                </a:ext>
              </a:extLst>
            </p:cNvPr>
            <p:cNvGrpSpPr/>
            <p:nvPr/>
          </p:nvGrpSpPr>
          <p:grpSpPr>
            <a:xfrm>
              <a:off x="7127214" y="2935807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FBEB99F8-7660-410A-8B29-A125C870AD81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F53217C-174B-4167-8883-5742118308BE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Block Arc 11">
                <a:extLst>
                  <a:ext uri="{FF2B5EF4-FFF2-40B4-BE49-F238E27FC236}">
                    <a16:creationId xmlns:a16="http://schemas.microsoft.com/office/drawing/2014/main" id="{13E06C5B-5F9A-403C-B335-0A8333F16AFC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9DCBD09C-AE89-43D1-B62D-090EAD0E831A}"/>
                </a:ext>
              </a:extLst>
            </p:cNvPr>
            <p:cNvGrpSpPr/>
            <p:nvPr/>
          </p:nvGrpSpPr>
          <p:grpSpPr>
            <a:xfrm>
              <a:off x="6744184" y="3036519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5242D23-6308-4276-AD26-734CDDB76B7B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6B31E8A5-BC07-45C6-8EED-2B53BD41CC82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Block Arc 11">
                <a:extLst>
                  <a:ext uri="{FF2B5EF4-FFF2-40B4-BE49-F238E27FC236}">
                    <a16:creationId xmlns:a16="http://schemas.microsoft.com/office/drawing/2014/main" id="{9DB1EC05-E44E-438B-9D4D-8346B7F8110B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A0131A62-7FD4-46F8-8A28-CB3A3700D884}"/>
                </a:ext>
              </a:extLst>
            </p:cNvPr>
            <p:cNvGrpSpPr/>
            <p:nvPr/>
          </p:nvGrpSpPr>
          <p:grpSpPr>
            <a:xfrm>
              <a:off x="7247814" y="3372938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5C5A9F9A-3D62-4962-8417-0419D469758F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074376DB-0B7E-4494-B481-1637A28AEE88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Block Arc 11">
                <a:extLst>
                  <a:ext uri="{FF2B5EF4-FFF2-40B4-BE49-F238E27FC236}">
                    <a16:creationId xmlns:a16="http://schemas.microsoft.com/office/drawing/2014/main" id="{3E7EF62C-4D5C-4BB3-8867-7B055BA656C1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85264205-9BC0-49D2-A9E7-62E545191CBB}"/>
                </a:ext>
              </a:extLst>
            </p:cNvPr>
            <p:cNvGrpSpPr/>
            <p:nvPr/>
          </p:nvGrpSpPr>
          <p:grpSpPr>
            <a:xfrm>
              <a:off x="6282410" y="3345315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507C268E-59A5-432B-B436-CEF3155F7243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65FF37E9-8850-4096-B945-E82965340BA1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Block Arc 11">
                <a:extLst>
                  <a:ext uri="{FF2B5EF4-FFF2-40B4-BE49-F238E27FC236}">
                    <a16:creationId xmlns:a16="http://schemas.microsoft.com/office/drawing/2014/main" id="{D5E92C4B-218C-49DC-B85B-10673AAD172E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DFFCB47-B695-48AA-9E47-29D8E3203D47}"/>
              </a:ext>
            </a:extLst>
          </p:cNvPr>
          <p:cNvGrpSpPr/>
          <p:nvPr/>
        </p:nvGrpSpPr>
        <p:grpSpPr>
          <a:xfrm>
            <a:off x="4041120" y="3338087"/>
            <a:ext cx="752941" cy="1103119"/>
            <a:chOff x="4041120" y="3338087"/>
            <a:chExt cx="752941" cy="1103119"/>
          </a:xfrm>
        </p:grpSpPr>
        <p:sp>
          <p:nvSpPr>
            <p:cNvPr id="126" name="자유형: 도형 125">
              <a:extLst>
                <a:ext uri="{FF2B5EF4-FFF2-40B4-BE49-F238E27FC236}">
                  <a16:creationId xmlns:a16="http://schemas.microsoft.com/office/drawing/2014/main" id="{4B2F4E50-C513-431F-AEB0-F2BDA8F7F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829" y="3677929"/>
              <a:ext cx="237406" cy="763277"/>
            </a:xfrm>
            <a:custGeom>
              <a:avLst/>
              <a:gdLst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9873 w 237406"/>
                <a:gd name="connsiteY73" fmla="*/ 631490 h 1139927"/>
                <a:gd name="connsiteX74" fmla="*/ 226104 w 237406"/>
                <a:gd name="connsiteY74" fmla="*/ 640880 h 1139927"/>
                <a:gd name="connsiteX75" fmla="*/ 220026 w 237406"/>
                <a:gd name="connsiteY75" fmla="*/ 702834 h 1139927"/>
                <a:gd name="connsiteX76" fmla="*/ 216554 w 237406"/>
                <a:gd name="connsiteY76" fmla="*/ 729229 h 1139927"/>
                <a:gd name="connsiteX77" fmla="*/ 209841 w 237406"/>
                <a:gd name="connsiteY77" fmla="*/ 750137 h 1139927"/>
                <a:gd name="connsiteX78" fmla="*/ 205976 w 237406"/>
                <a:gd name="connsiteY78" fmla="*/ 771472 h 1139927"/>
                <a:gd name="connsiteX79" fmla="*/ 204348 w 237406"/>
                <a:gd name="connsiteY79" fmla="*/ 793981 h 1139927"/>
                <a:gd name="connsiteX80" fmla="*/ 203433 w 237406"/>
                <a:gd name="connsiteY80" fmla="*/ 816596 h 1139927"/>
                <a:gd name="connsiteX81" fmla="*/ 204348 w 237406"/>
                <a:gd name="connsiteY81" fmla="*/ 839211 h 1139927"/>
                <a:gd name="connsiteX82" fmla="*/ 205976 w 237406"/>
                <a:gd name="connsiteY82" fmla="*/ 862360 h 1139927"/>
                <a:gd name="connsiteX83" fmla="*/ 208112 w 237406"/>
                <a:gd name="connsiteY83" fmla="*/ 885294 h 1139927"/>
                <a:gd name="connsiteX84" fmla="*/ 210655 w 237406"/>
                <a:gd name="connsiteY84" fmla="*/ 907803 h 1139927"/>
                <a:gd name="connsiteX85" fmla="*/ 211061 w 237406"/>
                <a:gd name="connsiteY85" fmla="*/ 940872 h 1139927"/>
                <a:gd name="connsiteX86" fmla="*/ 208925 w 237406"/>
                <a:gd name="connsiteY86" fmla="*/ 973941 h 1139927"/>
                <a:gd name="connsiteX87" fmla="*/ 205162 w 237406"/>
                <a:gd name="connsiteY87" fmla="*/ 1005731 h 1139927"/>
                <a:gd name="connsiteX88" fmla="*/ 200483 w 237406"/>
                <a:gd name="connsiteY88" fmla="*/ 1036879 h 1139927"/>
                <a:gd name="connsiteX89" fmla="*/ 194787 w 237406"/>
                <a:gd name="connsiteY89" fmla="*/ 1139927 h 1139927"/>
                <a:gd name="connsiteX90" fmla="*/ 24209 w 237406"/>
                <a:gd name="connsiteY90" fmla="*/ 1139927 h 1139927"/>
                <a:gd name="connsiteX91" fmla="*/ 43738 w 237406"/>
                <a:gd name="connsiteY91" fmla="*/ 1098004 h 1139927"/>
                <a:gd name="connsiteX92" fmla="*/ 67845 w 237406"/>
                <a:gd name="connsiteY92" fmla="*/ 1050534 h 1139927"/>
                <a:gd name="connsiteX93" fmla="*/ 76287 w 237406"/>
                <a:gd name="connsiteY93" fmla="*/ 1033359 h 1139927"/>
                <a:gd name="connsiteX94" fmla="*/ 83509 w 237406"/>
                <a:gd name="connsiteY94" fmla="*/ 1014264 h 1139927"/>
                <a:gd name="connsiteX95" fmla="*/ 90324 w 237406"/>
                <a:gd name="connsiteY95" fmla="*/ 993036 h 1139927"/>
                <a:gd name="connsiteX96" fmla="*/ 96631 w 237406"/>
                <a:gd name="connsiteY96" fmla="*/ 970421 h 1139927"/>
                <a:gd name="connsiteX97" fmla="*/ 101717 w 237406"/>
                <a:gd name="connsiteY97" fmla="*/ 945993 h 1139927"/>
                <a:gd name="connsiteX98" fmla="*/ 105582 w 237406"/>
                <a:gd name="connsiteY98" fmla="*/ 921137 h 1139927"/>
                <a:gd name="connsiteX99" fmla="*/ 109345 w 237406"/>
                <a:gd name="connsiteY99" fmla="*/ 895109 h 1139927"/>
                <a:gd name="connsiteX100" fmla="*/ 111888 w 237406"/>
                <a:gd name="connsiteY100" fmla="*/ 868760 h 1139927"/>
                <a:gd name="connsiteX101" fmla="*/ 114024 w 237406"/>
                <a:gd name="connsiteY101" fmla="*/ 841344 h 1139927"/>
                <a:gd name="connsiteX102" fmla="*/ 114024 w 237406"/>
                <a:gd name="connsiteY102" fmla="*/ 814356 h 1139927"/>
                <a:gd name="connsiteX103" fmla="*/ 114024 w 237406"/>
                <a:gd name="connsiteY103" fmla="*/ 787687 h 1139927"/>
                <a:gd name="connsiteX104" fmla="*/ 111888 w 237406"/>
                <a:gd name="connsiteY104" fmla="*/ 760912 h 1139927"/>
                <a:gd name="connsiteX105" fmla="*/ 108938 w 237406"/>
                <a:gd name="connsiteY105" fmla="*/ 735203 h 1139927"/>
                <a:gd name="connsiteX106" fmla="*/ 105175 w 237406"/>
                <a:gd name="connsiteY106" fmla="*/ 710135 h 1139927"/>
                <a:gd name="connsiteX107" fmla="*/ 99580 w 237406"/>
                <a:gd name="connsiteY107" fmla="*/ 685919 h 1139927"/>
                <a:gd name="connsiteX108" fmla="*/ 91952 w 237406"/>
                <a:gd name="connsiteY108" fmla="*/ 663411 h 1139927"/>
                <a:gd name="connsiteX109" fmla="*/ 83509 w 237406"/>
                <a:gd name="connsiteY109" fmla="*/ 642076 h 1139927"/>
                <a:gd name="connsiteX110" fmla="*/ 73338 w 237406"/>
                <a:gd name="connsiteY110" fmla="*/ 622981 h 1139927"/>
                <a:gd name="connsiteX111" fmla="*/ 61946 w 237406"/>
                <a:gd name="connsiteY111" fmla="*/ 606127 h 1139927"/>
                <a:gd name="connsiteX112" fmla="*/ 25430 w 237406"/>
                <a:gd name="connsiteY112" fmla="*/ 491771 h 1139927"/>
                <a:gd name="connsiteX113" fmla="*/ 19530 w 237406"/>
                <a:gd name="connsiteY113" fmla="*/ 462222 h 1139927"/>
                <a:gd name="connsiteX114" fmla="*/ 11901 w 237406"/>
                <a:gd name="connsiteY114" fmla="*/ 432887 h 1139927"/>
                <a:gd name="connsiteX115" fmla="*/ 5493 w 237406"/>
                <a:gd name="connsiteY115" fmla="*/ 401098 h 1139927"/>
                <a:gd name="connsiteX116" fmla="*/ 2543 w 237406"/>
                <a:gd name="connsiteY116" fmla="*/ 368669 h 1139927"/>
                <a:gd name="connsiteX117" fmla="*/ 0 w 237406"/>
                <a:gd name="connsiteY117" fmla="*/ 334746 h 1139927"/>
                <a:gd name="connsiteX118" fmla="*/ 0 w 237406"/>
                <a:gd name="connsiteY118" fmla="*/ 300076 h 1139927"/>
                <a:gd name="connsiteX119" fmla="*/ 1729 w 237406"/>
                <a:gd name="connsiteY119" fmla="*/ 265087 h 1139927"/>
                <a:gd name="connsiteX120" fmla="*/ 5493 w 237406"/>
                <a:gd name="connsiteY120" fmla="*/ 230418 h 1139927"/>
                <a:gd name="connsiteX121" fmla="*/ 11087 w 237406"/>
                <a:gd name="connsiteY121" fmla="*/ 195855 h 1139927"/>
                <a:gd name="connsiteX122" fmla="*/ 16987 w 237406"/>
                <a:gd name="connsiteY122" fmla="*/ 162466 h 1139927"/>
                <a:gd name="connsiteX123" fmla="*/ 25430 w 237406"/>
                <a:gd name="connsiteY123" fmla="*/ 130037 h 1139927"/>
                <a:gd name="connsiteX124" fmla="*/ 35601 w 237406"/>
                <a:gd name="connsiteY124" fmla="*/ 99528 h 1139927"/>
                <a:gd name="connsiteX125" fmla="*/ 46180 w 237406"/>
                <a:gd name="connsiteY125" fmla="*/ 70619 h 1139927"/>
                <a:gd name="connsiteX126" fmla="*/ 58487 w 237406"/>
                <a:gd name="connsiteY126" fmla="*/ 44484 h 1139927"/>
                <a:gd name="connsiteX127" fmla="*/ 71608 w 237406"/>
                <a:gd name="connsiteY127" fmla="*/ 20695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9873 w 237406"/>
                <a:gd name="connsiteY73" fmla="*/ 631490 h 1139927"/>
                <a:gd name="connsiteX74" fmla="*/ 220026 w 237406"/>
                <a:gd name="connsiteY74" fmla="*/ 702834 h 1139927"/>
                <a:gd name="connsiteX75" fmla="*/ 216554 w 237406"/>
                <a:gd name="connsiteY75" fmla="*/ 729229 h 1139927"/>
                <a:gd name="connsiteX76" fmla="*/ 209841 w 237406"/>
                <a:gd name="connsiteY76" fmla="*/ 750137 h 1139927"/>
                <a:gd name="connsiteX77" fmla="*/ 205976 w 237406"/>
                <a:gd name="connsiteY77" fmla="*/ 771472 h 1139927"/>
                <a:gd name="connsiteX78" fmla="*/ 204348 w 237406"/>
                <a:gd name="connsiteY78" fmla="*/ 793981 h 1139927"/>
                <a:gd name="connsiteX79" fmla="*/ 203433 w 237406"/>
                <a:gd name="connsiteY79" fmla="*/ 816596 h 1139927"/>
                <a:gd name="connsiteX80" fmla="*/ 204348 w 237406"/>
                <a:gd name="connsiteY80" fmla="*/ 839211 h 1139927"/>
                <a:gd name="connsiteX81" fmla="*/ 205976 w 237406"/>
                <a:gd name="connsiteY81" fmla="*/ 862360 h 1139927"/>
                <a:gd name="connsiteX82" fmla="*/ 208112 w 237406"/>
                <a:gd name="connsiteY82" fmla="*/ 885294 h 1139927"/>
                <a:gd name="connsiteX83" fmla="*/ 210655 w 237406"/>
                <a:gd name="connsiteY83" fmla="*/ 907803 h 1139927"/>
                <a:gd name="connsiteX84" fmla="*/ 211061 w 237406"/>
                <a:gd name="connsiteY84" fmla="*/ 940872 h 1139927"/>
                <a:gd name="connsiteX85" fmla="*/ 208925 w 237406"/>
                <a:gd name="connsiteY85" fmla="*/ 973941 h 1139927"/>
                <a:gd name="connsiteX86" fmla="*/ 205162 w 237406"/>
                <a:gd name="connsiteY86" fmla="*/ 1005731 h 1139927"/>
                <a:gd name="connsiteX87" fmla="*/ 200483 w 237406"/>
                <a:gd name="connsiteY87" fmla="*/ 1036879 h 1139927"/>
                <a:gd name="connsiteX88" fmla="*/ 194787 w 237406"/>
                <a:gd name="connsiteY88" fmla="*/ 1139927 h 1139927"/>
                <a:gd name="connsiteX89" fmla="*/ 24209 w 237406"/>
                <a:gd name="connsiteY89" fmla="*/ 1139927 h 1139927"/>
                <a:gd name="connsiteX90" fmla="*/ 43738 w 237406"/>
                <a:gd name="connsiteY90" fmla="*/ 1098004 h 1139927"/>
                <a:gd name="connsiteX91" fmla="*/ 67845 w 237406"/>
                <a:gd name="connsiteY91" fmla="*/ 1050534 h 1139927"/>
                <a:gd name="connsiteX92" fmla="*/ 76287 w 237406"/>
                <a:gd name="connsiteY92" fmla="*/ 1033359 h 1139927"/>
                <a:gd name="connsiteX93" fmla="*/ 83509 w 237406"/>
                <a:gd name="connsiteY93" fmla="*/ 1014264 h 1139927"/>
                <a:gd name="connsiteX94" fmla="*/ 90324 w 237406"/>
                <a:gd name="connsiteY94" fmla="*/ 993036 h 1139927"/>
                <a:gd name="connsiteX95" fmla="*/ 96631 w 237406"/>
                <a:gd name="connsiteY95" fmla="*/ 970421 h 1139927"/>
                <a:gd name="connsiteX96" fmla="*/ 101717 w 237406"/>
                <a:gd name="connsiteY96" fmla="*/ 945993 h 1139927"/>
                <a:gd name="connsiteX97" fmla="*/ 105582 w 237406"/>
                <a:gd name="connsiteY97" fmla="*/ 921137 h 1139927"/>
                <a:gd name="connsiteX98" fmla="*/ 109345 w 237406"/>
                <a:gd name="connsiteY98" fmla="*/ 895109 h 1139927"/>
                <a:gd name="connsiteX99" fmla="*/ 111888 w 237406"/>
                <a:gd name="connsiteY99" fmla="*/ 868760 h 1139927"/>
                <a:gd name="connsiteX100" fmla="*/ 114024 w 237406"/>
                <a:gd name="connsiteY100" fmla="*/ 841344 h 1139927"/>
                <a:gd name="connsiteX101" fmla="*/ 114024 w 237406"/>
                <a:gd name="connsiteY101" fmla="*/ 814356 h 1139927"/>
                <a:gd name="connsiteX102" fmla="*/ 114024 w 237406"/>
                <a:gd name="connsiteY102" fmla="*/ 787687 h 1139927"/>
                <a:gd name="connsiteX103" fmla="*/ 111888 w 237406"/>
                <a:gd name="connsiteY103" fmla="*/ 760912 h 1139927"/>
                <a:gd name="connsiteX104" fmla="*/ 108938 w 237406"/>
                <a:gd name="connsiteY104" fmla="*/ 735203 h 1139927"/>
                <a:gd name="connsiteX105" fmla="*/ 105175 w 237406"/>
                <a:gd name="connsiteY105" fmla="*/ 710135 h 1139927"/>
                <a:gd name="connsiteX106" fmla="*/ 99580 w 237406"/>
                <a:gd name="connsiteY106" fmla="*/ 685919 h 1139927"/>
                <a:gd name="connsiteX107" fmla="*/ 91952 w 237406"/>
                <a:gd name="connsiteY107" fmla="*/ 663411 h 1139927"/>
                <a:gd name="connsiteX108" fmla="*/ 83509 w 237406"/>
                <a:gd name="connsiteY108" fmla="*/ 642076 h 1139927"/>
                <a:gd name="connsiteX109" fmla="*/ 73338 w 237406"/>
                <a:gd name="connsiteY109" fmla="*/ 622981 h 1139927"/>
                <a:gd name="connsiteX110" fmla="*/ 61946 w 237406"/>
                <a:gd name="connsiteY110" fmla="*/ 606127 h 1139927"/>
                <a:gd name="connsiteX111" fmla="*/ 25430 w 237406"/>
                <a:gd name="connsiteY111" fmla="*/ 491771 h 1139927"/>
                <a:gd name="connsiteX112" fmla="*/ 19530 w 237406"/>
                <a:gd name="connsiteY112" fmla="*/ 462222 h 1139927"/>
                <a:gd name="connsiteX113" fmla="*/ 11901 w 237406"/>
                <a:gd name="connsiteY113" fmla="*/ 432887 h 1139927"/>
                <a:gd name="connsiteX114" fmla="*/ 5493 w 237406"/>
                <a:gd name="connsiteY114" fmla="*/ 401098 h 1139927"/>
                <a:gd name="connsiteX115" fmla="*/ 2543 w 237406"/>
                <a:gd name="connsiteY115" fmla="*/ 368669 h 1139927"/>
                <a:gd name="connsiteX116" fmla="*/ 0 w 237406"/>
                <a:gd name="connsiteY116" fmla="*/ 334746 h 1139927"/>
                <a:gd name="connsiteX117" fmla="*/ 0 w 237406"/>
                <a:gd name="connsiteY117" fmla="*/ 300076 h 1139927"/>
                <a:gd name="connsiteX118" fmla="*/ 1729 w 237406"/>
                <a:gd name="connsiteY118" fmla="*/ 265087 h 1139927"/>
                <a:gd name="connsiteX119" fmla="*/ 5493 w 237406"/>
                <a:gd name="connsiteY119" fmla="*/ 230418 h 1139927"/>
                <a:gd name="connsiteX120" fmla="*/ 11087 w 237406"/>
                <a:gd name="connsiteY120" fmla="*/ 195855 h 1139927"/>
                <a:gd name="connsiteX121" fmla="*/ 16987 w 237406"/>
                <a:gd name="connsiteY121" fmla="*/ 162466 h 1139927"/>
                <a:gd name="connsiteX122" fmla="*/ 25430 w 237406"/>
                <a:gd name="connsiteY122" fmla="*/ 130037 h 1139927"/>
                <a:gd name="connsiteX123" fmla="*/ 35601 w 237406"/>
                <a:gd name="connsiteY123" fmla="*/ 99528 h 1139927"/>
                <a:gd name="connsiteX124" fmla="*/ 46180 w 237406"/>
                <a:gd name="connsiteY124" fmla="*/ 70619 h 1139927"/>
                <a:gd name="connsiteX125" fmla="*/ 58487 w 237406"/>
                <a:gd name="connsiteY125" fmla="*/ 44484 h 1139927"/>
                <a:gd name="connsiteX126" fmla="*/ 71608 w 237406"/>
                <a:gd name="connsiteY126" fmla="*/ 20695 h 1139927"/>
                <a:gd name="connsiteX127" fmla="*/ 87374 w 237406"/>
                <a:gd name="connsiteY127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0026 w 237406"/>
                <a:gd name="connsiteY73" fmla="*/ 702834 h 1139927"/>
                <a:gd name="connsiteX74" fmla="*/ 216554 w 237406"/>
                <a:gd name="connsiteY74" fmla="*/ 729229 h 1139927"/>
                <a:gd name="connsiteX75" fmla="*/ 209841 w 237406"/>
                <a:gd name="connsiteY75" fmla="*/ 750137 h 1139927"/>
                <a:gd name="connsiteX76" fmla="*/ 205976 w 237406"/>
                <a:gd name="connsiteY76" fmla="*/ 771472 h 1139927"/>
                <a:gd name="connsiteX77" fmla="*/ 204348 w 237406"/>
                <a:gd name="connsiteY77" fmla="*/ 793981 h 1139927"/>
                <a:gd name="connsiteX78" fmla="*/ 203433 w 237406"/>
                <a:gd name="connsiteY78" fmla="*/ 816596 h 1139927"/>
                <a:gd name="connsiteX79" fmla="*/ 204348 w 237406"/>
                <a:gd name="connsiteY79" fmla="*/ 839211 h 1139927"/>
                <a:gd name="connsiteX80" fmla="*/ 205976 w 237406"/>
                <a:gd name="connsiteY80" fmla="*/ 862360 h 1139927"/>
                <a:gd name="connsiteX81" fmla="*/ 208112 w 237406"/>
                <a:gd name="connsiteY81" fmla="*/ 885294 h 1139927"/>
                <a:gd name="connsiteX82" fmla="*/ 210655 w 237406"/>
                <a:gd name="connsiteY82" fmla="*/ 907803 h 1139927"/>
                <a:gd name="connsiteX83" fmla="*/ 211061 w 237406"/>
                <a:gd name="connsiteY83" fmla="*/ 940872 h 1139927"/>
                <a:gd name="connsiteX84" fmla="*/ 208925 w 237406"/>
                <a:gd name="connsiteY84" fmla="*/ 973941 h 1139927"/>
                <a:gd name="connsiteX85" fmla="*/ 205162 w 237406"/>
                <a:gd name="connsiteY85" fmla="*/ 1005731 h 1139927"/>
                <a:gd name="connsiteX86" fmla="*/ 200483 w 237406"/>
                <a:gd name="connsiteY86" fmla="*/ 1036879 h 1139927"/>
                <a:gd name="connsiteX87" fmla="*/ 194787 w 237406"/>
                <a:gd name="connsiteY87" fmla="*/ 1139927 h 1139927"/>
                <a:gd name="connsiteX88" fmla="*/ 24209 w 237406"/>
                <a:gd name="connsiteY88" fmla="*/ 1139927 h 1139927"/>
                <a:gd name="connsiteX89" fmla="*/ 43738 w 237406"/>
                <a:gd name="connsiteY89" fmla="*/ 1098004 h 1139927"/>
                <a:gd name="connsiteX90" fmla="*/ 67845 w 237406"/>
                <a:gd name="connsiteY90" fmla="*/ 1050534 h 1139927"/>
                <a:gd name="connsiteX91" fmla="*/ 76287 w 237406"/>
                <a:gd name="connsiteY91" fmla="*/ 1033359 h 1139927"/>
                <a:gd name="connsiteX92" fmla="*/ 83509 w 237406"/>
                <a:gd name="connsiteY92" fmla="*/ 1014264 h 1139927"/>
                <a:gd name="connsiteX93" fmla="*/ 90324 w 237406"/>
                <a:gd name="connsiteY93" fmla="*/ 993036 h 1139927"/>
                <a:gd name="connsiteX94" fmla="*/ 96631 w 237406"/>
                <a:gd name="connsiteY94" fmla="*/ 970421 h 1139927"/>
                <a:gd name="connsiteX95" fmla="*/ 101717 w 237406"/>
                <a:gd name="connsiteY95" fmla="*/ 945993 h 1139927"/>
                <a:gd name="connsiteX96" fmla="*/ 105582 w 237406"/>
                <a:gd name="connsiteY96" fmla="*/ 921137 h 1139927"/>
                <a:gd name="connsiteX97" fmla="*/ 109345 w 237406"/>
                <a:gd name="connsiteY97" fmla="*/ 895109 h 1139927"/>
                <a:gd name="connsiteX98" fmla="*/ 111888 w 237406"/>
                <a:gd name="connsiteY98" fmla="*/ 868760 h 1139927"/>
                <a:gd name="connsiteX99" fmla="*/ 114024 w 237406"/>
                <a:gd name="connsiteY99" fmla="*/ 841344 h 1139927"/>
                <a:gd name="connsiteX100" fmla="*/ 114024 w 237406"/>
                <a:gd name="connsiteY100" fmla="*/ 814356 h 1139927"/>
                <a:gd name="connsiteX101" fmla="*/ 114024 w 237406"/>
                <a:gd name="connsiteY101" fmla="*/ 787687 h 1139927"/>
                <a:gd name="connsiteX102" fmla="*/ 111888 w 237406"/>
                <a:gd name="connsiteY102" fmla="*/ 760912 h 1139927"/>
                <a:gd name="connsiteX103" fmla="*/ 108938 w 237406"/>
                <a:gd name="connsiteY103" fmla="*/ 735203 h 1139927"/>
                <a:gd name="connsiteX104" fmla="*/ 105175 w 237406"/>
                <a:gd name="connsiteY104" fmla="*/ 710135 h 1139927"/>
                <a:gd name="connsiteX105" fmla="*/ 99580 w 237406"/>
                <a:gd name="connsiteY105" fmla="*/ 685919 h 1139927"/>
                <a:gd name="connsiteX106" fmla="*/ 91952 w 237406"/>
                <a:gd name="connsiteY106" fmla="*/ 663411 h 1139927"/>
                <a:gd name="connsiteX107" fmla="*/ 83509 w 237406"/>
                <a:gd name="connsiteY107" fmla="*/ 642076 h 1139927"/>
                <a:gd name="connsiteX108" fmla="*/ 73338 w 237406"/>
                <a:gd name="connsiteY108" fmla="*/ 622981 h 1139927"/>
                <a:gd name="connsiteX109" fmla="*/ 61946 w 237406"/>
                <a:gd name="connsiteY109" fmla="*/ 606127 h 1139927"/>
                <a:gd name="connsiteX110" fmla="*/ 25430 w 237406"/>
                <a:gd name="connsiteY110" fmla="*/ 491771 h 1139927"/>
                <a:gd name="connsiteX111" fmla="*/ 19530 w 237406"/>
                <a:gd name="connsiteY111" fmla="*/ 462222 h 1139927"/>
                <a:gd name="connsiteX112" fmla="*/ 11901 w 237406"/>
                <a:gd name="connsiteY112" fmla="*/ 432887 h 1139927"/>
                <a:gd name="connsiteX113" fmla="*/ 5493 w 237406"/>
                <a:gd name="connsiteY113" fmla="*/ 401098 h 1139927"/>
                <a:gd name="connsiteX114" fmla="*/ 2543 w 237406"/>
                <a:gd name="connsiteY114" fmla="*/ 368669 h 1139927"/>
                <a:gd name="connsiteX115" fmla="*/ 0 w 237406"/>
                <a:gd name="connsiteY115" fmla="*/ 334746 h 1139927"/>
                <a:gd name="connsiteX116" fmla="*/ 0 w 237406"/>
                <a:gd name="connsiteY116" fmla="*/ 300076 h 1139927"/>
                <a:gd name="connsiteX117" fmla="*/ 1729 w 237406"/>
                <a:gd name="connsiteY117" fmla="*/ 265087 h 1139927"/>
                <a:gd name="connsiteX118" fmla="*/ 5493 w 237406"/>
                <a:gd name="connsiteY118" fmla="*/ 230418 h 1139927"/>
                <a:gd name="connsiteX119" fmla="*/ 11087 w 237406"/>
                <a:gd name="connsiteY119" fmla="*/ 195855 h 1139927"/>
                <a:gd name="connsiteX120" fmla="*/ 16987 w 237406"/>
                <a:gd name="connsiteY120" fmla="*/ 162466 h 1139927"/>
                <a:gd name="connsiteX121" fmla="*/ 25430 w 237406"/>
                <a:gd name="connsiteY121" fmla="*/ 130037 h 1139927"/>
                <a:gd name="connsiteX122" fmla="*/ 35601 w 237406"/>
                <a:gd name="connsiteY122" fmla="*/ 99528 h 1139927"/>
                <a:gd name="connsiteX123" fmla="*/ 46180 w 237406"/>
                <a:gd name="connsiteY123" fmla="*/ 70619 h 1139927"/>
                <a:gd name="connsiteX124" fmla="*/ 58487 w 237406"/>
                <a:gd name="connsiteY124" fmla="*/ 44484 h 1139927"/>
                <a:gd name="connsiteX125" fmla="*/ 71608 w 237406"/>
                <a:gd name="connsiteY125" fmla="*/ 20695 h 1139927"/>
                <a:gd name="connsiteX126" fmla="*/ 87374 w 237406"/>
                <a:gd name="connsiteY126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16554 w 237406"/>
                <a:gd name="connsiteY73" fmla="*/ 729229 h 1139927"/>
                <a:gd name="connsiteX74" fmla="*/ 209841 w 237406"/>
                <a:gd name="connsiteY74" fmla="*/ 750137 h 1139927"/>
                <a:gd name="connsiteX75" fmla="*/ 205976 w 237406"/>
                <a:gd name="connsiteY75" fmla="*/ 771472 h 1139927"/>
                <a:gd name="connsiteX76" fmla="*/ 204348 w 237406"/>
                <a:gd name="connsiteY76" fmla="*/ 793981 h 1139927"/>
                <a:gd name="connsiteX77" fmla="*/ 203433 w 237406"/>
                <a:gd name="connsiteY77" fmla="*/ 816596 h 1139927"/>
                <a:gd name="connsiteX78" fmla="*/ 204348 w 237406"/>
                <a:gd name="connsiteY78" fmla="*/ 839211 h 1139927"/>
                <a:gd name="connsiteX79" fmla="*/ 205976 w 237406"/>
                <a:gd name="connsiteY79" fmla="*/ 862360 h 1139927"/>
                <a:gd name="connsiteX80" fmla="*/ 208112 w 237406"/>
                <a:gd name="connsiteY80" fmla="*/ 885294 h 1139927"/>
                <a:gd name="connsiteX81" fmla="*/ 210655 w 237406"/>
                <a:gd name="connsiteY81" fmla="*/ 907803 h 1139927"/>
                <a:gd name="connsiteX82" fmla="*/ 211061 w 237406"/>
                <a:gd name="connsiteY82" fmla="*/ 940872 h 1139927"/>
                <a:gd name="connsiteX83" fmla="*/ 208925 w 237406"/>
                <a:gd name="connsiteY83" fmla="*/ 973941 h 1139927"/>
                <a:gd name="connsiteX84" fmla="*/ 205162 w 237406"/>
                <a:gd name="connsiteY84" fmla="*/ 1005731 h 1139927"/>
                <a:gd name="connsiteX85" fmla="*/ 200483 w 237406"/>
                <a:gd name="connsiteY85" fmla="*/ 1036879 h 1139927"/>
                <a:gd name="connsiteX86" fmla="*/ 194787 w 237406"/>
                <a:gd name="connsiteY86" fmla="*/ 1139927 h 1139927"/>
                <a:gd name="connsiteX87" fmla="*/ 24209 w 237406"/>
                <a:gd name="connsiteY87" fmla="*/ 1139927 h 1139927"/>
                <a:gd name="connsiteX88" fmla="*/ 43738 w 237406"/>
                <a:gd name="connsiteY88" fmla="*/ 1098004 h 1139927"/>
                <a:gd name="connsiteX89" fmla="*/ 67845 w 237406"/>
                <a:gd name="connsiteY89" fmla="*/ 1050534 h 1139927"/>
                <a:gd name="connsiteX90" fmla="*/ 76287 w 237406"/>
                <a:gd name="connsiteY90" fmla="*/ 1033359 h 1139927"/>
                <a:gd name="connsiteX91" fmla="*/ 83509 w 237406"/>
                <a:gd name="connsiteY91" fmla="*/ 1014264 h 1139927"/>
                <a:gd name="connsiteX92" fmla="*/ 90324 w 237406"/>
                <a:gd name="connsiteY92" fmla="*/ 993036 h 1139927"/>
                <a:gd name="connsiteX93" fmla="*/ 96631 w 237406"/>
                <a:gd name="connsiteY93" fmla="*/ 970421 h 1139927"/>
                <a:gd name="connsiteX94" fmla="*/ 101717 w 237406"/>
                <a:gd name="connsiteY94" fmla="*/ 945993 h 1139927"/>
                <a:gd name="connsiteX95" fmla="*/ 105582 w 237406"/>
                <a:gd name="connsiteY95" fmla="*/ 921137 h 1139927"/>
                <a:gd name="connsiteX96" fmla="*/ 109345 w 237406"/>
                <a:gd name="connsiteY96" fmla="*/ 895109 h 1139927"/>
                <a:gd name="connsiteX97" fmla="*/ 111888 w 237406"/>
                <a:gd name="connsiteY97" fmla="*/ 868760 h 1139927"/>
                <a:gd name="connsiteX98" fmla="*/ 114024 w 237406"/>
                <a:gd name="connsiteY98" fmla="*/ 841344 h 1139927"/>
                <a:gd name="connsiteX99" fmla="*/ 114024 w 237406"/>
                <a:gd name="connsiteY99" fmla="*/ 814356 h 1139927"/>
                <a:gd name="connsiteX100" fmla="*/ 114024 w 237406"/>
                <a:gd name="connsiteY100" fmla="*/ 787687 h 1139927"/>
                <a:gd name="connsiteX101" fmla="*/ 111888 w 237406"/>
                <a:gd name="connsiteY101" fmla="*/ 760912 h 1139927"/>
                <a:gd name="connsiteX102" fmla="*/ 108938 w 237406"/>
                <a:gd name="connsiteY102" fmla="*/ 735203 h 1139927"/>
                <a:gd name="connsiteX103" fmla="*/ 105175 w 237406"/>
                <a:gd name="connsiteY103" fmla="*/ 710135 h 1139927"/>
                <a:gd name="connsiteX104" fmla="*/ 99580 w 237406"/>
                <a:gd name="connsiteY104" fmla="*/ 685919 h 1139927"/>
                <a:gd name="connsiteX105" fmla="*/ 91952 w 237406"/>
                <a:gd name="connsiteY105" fmla="*/ 663411 h 1139927"/>
                <a:gd name="connsiteX106" fmla="*/ 83509 w 237406"/>
                <a:gd name="connsiteY106" fmla="*/ 642076 h 1139927"/>
                <a:gd name="connsiteX107" fmla="*/ 73338 w 237406"/>
                <a:gd name="connsiteY107" fmla="*/ 622981 h 1139927"/>
                <a:gd name="connsiteX108" fmla="*/ 61946 w 237406"/>
                <a:gd name="connsiteY108" fmla="*/ 606127 h 1139927"/>
                <a:gd name="connsiteX109" fmla="*/ 25430 w 237406"/>
                <a:gd name="connsiteY109" fmla="*/ 491771 h 1139927"/>
                <a:gd name="connsiteX110" fmla="*/ 19530 w 237406"/>
                <a:gd name="connsiteY110" fmla="*/ 462222 h 1139927"/>
                <a:gd name="connsiteX111" fmla="*/ 11901 w 237406"/>
                <a:gd name="connsiteY111" fmla="*/ 432887 h 1139927"/>
                <a:gd name="connsiteX112" fmla="*/ 5493 w 237406"/>
                <a:gd name="connsiteY112" fmla="*/ 401098 h 1139927"/>
                <a:gd name="connsiteX113" fmla="*/ 2543 w 237406"/>
                <a:gd name="connsiteY113" fmla="*/ 368669 h 1139927"/>
                <a:gd name="connsiteX114" fmla="*/ 0 w 237406"/>
                <a:gd name="connsiteY114" fmla="*/ 334746 h 1139927"/>
                <a:gd name="connsiteX115" fmla="*/ 0 w 237406"/>
                <a:gd name="connsiteY115" fmla="*/ 300076 h 1139927"/>
                <a:gd name="connsiteX116" fmla="*/ 1729 w 237406"/>
                <a:gd name="connsiteY116" fmla="*/ 265087 h 1139927"/>
                <a:gd name="connsiteX117" fmla="*/ 5493 w 237406"/>
                <a:gd name="connsiteY117" fmla="*/ 230418 h 1139927"/>
                <a:gd name="connsiteX118" fmla="*/ 11087 w 237406"/>
                <a:gd name="connsiteY118" fmla="*/ 195855 h 1139927"/>
                <a:gd name="connsiteX119" fmla="*/ 16987 w 237406"/>
                <a:gd name="connsiteY119" fmla="*/ 162466 h 1139927"/>
                <a:gd name="connsiteX120" fmla="*/ 25430 w 237406"/>
                <a:gd name="connsiteY120" fmla="*/ 130037 h 1139927"/>
                <a:gd name="connsiteX121" fmla="*/ 35601 w 237406"/>
                <a:gd name="connsiteY121" fmla="*/ 99528 h 1139927"/>
                <a:gd name="connsiteX122" fmla="*/ 46180 w 237406"/>
                <a:gd name="connsiteY122" fmla="*/ 70619 h 1139927"/>
                <a:gd name="connsiteX123" fmla="*/ 58487 w 237406"/>
                <a:gd name="connsiteY123" fmla="*/ 44484 h 1139927"/>
                <a:gd name="connsiteX124" fmla="*/ 71608 w 237406"/>
                <a:gd name="connsiteY124" fmla="*/ 20695 h 1139927"/>
                <a:gd name="connsiteX125" fmla="*/ 87374 w 237406"/>
                <a:gd name="connsiteY125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16554 w 237406"/>
                <a:gd name="connsiteY73" fmla="*/ 729229 h 1139927"/>
                <a:gd name="connsiteX74" fmla="*/ 205976 w 237406"/>
                <a:gd name="connsiteY74" fmla="*/ 771472 h 1139927"/>
                <a:gd name="connsiteX75" fmla="*/ 204348 w 237406"/>
                <a:gd name="connsiteY75" fmla="*/ 793981 h 1139927"/>
                <a:gd name="connsiteX76" fmla="*/ 203433 w 237406"/>
                <a:gd name="connsiteY76" fmla="*/ 816596 h 1139927"/>
                <a:gd name="connsiteX77" fmla="*/ 204348 w 237406"/>
                <a:gd name="connsiteY77" fmla="*/ 839211 h 1139927"/>
                <a:gd name="connsiteX78" fmla="*/ 205976 w 237406"/>
                <a:gd name="connsiteY78" fmla="*/ 862360 h 1139927"/>
                <a:gd name="connsiteX79" fmla="*/ 208112 w 237406"/>
                <a:gd name="connsiteY79" fmla="*/ 885294 h 1139927"/>
                <a:gd name="connsiteX80" fmla="*/ 210655 w 237406"/>
                <a:gd name="connsiteY80" fmla="*/ 907803 h 1139927"/>
                <a:gd name="connsiteX81" fmla="*/ 211061 w 237406"/>
                <a:gd name="connsiteY81" fmla="*/ 940872 h 1139927"/>
                <a:gd name="connsiteX82" fmla="*/ 208925 w 237406"/>
                <a:gd name="connsiteY82" fmla="*/ 973941 h 1139927"/>
                <a:gd name="connsiteX83" fmla="*/ 205162 w 237406"/>
                <a:gd name="connsiteY83" fmla="*/ 1005731 h 1139927"/>
                <a:gd name="connsiteX84" fmla="*/ 200483 w 237406"/>
                <a:gd name="connsiteY84" fmla="*/ 1036879 h 1139927"/>
                <a:gd name="connsiteX85" fmla="*/ 194787 w 237406"/>
                <a:gd name="connsiteY85" fmla="*/ 1139927 h 1139927"/>
                <a:gd name="connsiteX86" fmla="*/ 24209 w 237406"/>
                <a:gd name="connsiteY86" fmla="*/ 1139927 h 1139927"/>
                <a:gd name="connsiteX87" fmla="*/ 43738 w 237406"/>
                <a:gd name="connsiteY87" fmla="*/ 1098004 h 1139927"/>
                <a:gd name="connsiteX88" fmla="*/ 67845 w 237406"/>
                <a:gd name="connsiteY88" fmla="*/ 1050534 h 1139927"/>
                <a:gd name="connsiteX89" fmla="*/ 76287 w 237406"/>
                <a:gd name="connsiteY89" fmla="*/ 1033359 h 1139927"/>
                <a:gd name="connsiteX90" fmla="*/ 83509 w 237406"/>
                <a:gd name="connsiteY90" fmla="*/ 1014264 h 1139927"/>
                <a:gd name="connsiteX91" fmla="*/ 90324 w 237406"/>
                <a:gd name="connsiteY91" fmla="*/ 993036 h 1139927"/>
                <a:gd name="connsiteX92" fmla="*/ 96631 w 237406"/>
                <a:gd name="connsiteY92" fmla="*/ 970421 h 1139927"/>
                <a:gd name="connsiteX93" fmla="*/ 101717 w 237406"/>
                <a:gd name="connsiteY93" fmla="*/ 945993 h 1139927"/>
                <a:gd name="connsiteX94" fmla="*/ 105582 w 237406"/>
                <a:gd name="connsiteY94" fmla="*/ 921137 h 1139927"/>
                <a:gd name="connsiteX95" fmla="*/ 109345 w 237406"/>
                <a:gd name="connsiteY95" fmla="*/ 895109 h 1139927"/>
                <a:gd name="connsiteX96" fmla="*/ 111888 w 237406"/>
                <a:gd name="connsiteY96" fmla="*/ 868760 h 1139927"/>
                <a:gd name="connsiteX97" fmla="*/ 114024 w 237406"/>
                <a:gd name="connsiteY97" fmla="*/ 841344 h 1139927"/>
                <a:gd name="connsiteX98" fmla="*/ 114024 w 237406"/>
                <a:gd name="connsiteY98" fmla="*/ 814356 h 1139927"/>
                <a:gd name="connsiteX99" fmla="*/ 114024 w 237406"/>
                <a:gd name="connsiteY99" fmla="*/ 787687 h 1139927"/>
                <a:gd name="connsiteX100" fmla="*/ 111888 w 237406"/>
                <a:gd name="connsiteY100" fmla="*/ 760912 h 1139927"/>
                <a:gd name="connsiteX101" fmla="*/ 108938 w 237406"/>
                <a:gd name="connsiteY101" fmla="*/ 735203 h 1139927"/>
                <a:gd name="connsiteX102" fmla="*/ 105175 w 237406"/>
                <a:gd name="connsiteY102" fmla="*/ 710135 h 1139927"/>
                <a:gd name="connsiteX103" fmla="*/ 99580 w 237406"/>
                <a:gd name="connsiteY103" fmla="*/ 685919 h 1139927"/>
                <a:gd name="connsiteX104" fmla="*/ 91952 w 237406"/>
                <a:gd name="connsiteY104" fmla="*/ 663411 h 1139927"/>
                <a:gd name="connsiteX105" fmla="*/ 83509 w 237406"/>
                <a:gd name="connsiteY105" fmla="*/ 642076 h 1139927"/>
                <a:gd name="connsiteX106" fmla="*/ 73338 w 237406"/>
                <a:gd name="connsiteY106" fmla="*/ 622981 h 1139927"/>
                <a:gd name="connsiteX107" fmla="*/ 61946 w 237406"/>
                <a:gd name="connsiteY107" fmla="*/ 606127 h 1139927"/>
                <a:gd name="connsiteX108" fmla="*/ 25430 w 237406"/>
                <a:gd name="connsiteY108" fmla="*/ 491771 h 1139927"/>
                <a:gd name="connsiteX109" fmla="*/ 19530 w 237406"/>
                <a:gd name="connsiteY109" fmla="*/ 462222 h 1139927"/>
                <a:gd name="connsiteX110" fmla="*/ 11901 w 237406"/>
                <a:gd name="connsiteY110" fmla="*/ 432887 h 1139927"/>
                <a:gd name="connsiteX111" fmla="*/ 5493 w 237406"/>
                <a:gd name="connsiteY111" fmla="*/ 401098 h 1139927"/>
                <a:gd name="connsiteX112" fmla="*/ 2543 w 237406"/>
                <a:gd name="connsiteY112" fmla="*/ 368669 h 1139927"/>
                <a:gd name="connsiteX113" fmla="*/ 0 w 237406"/>
                <a:gd name="connsiteY113" fmla="*/ 334746 h 1139927"/>
                <a:gd name="connsiteX114" fmla="*/ 0 w 237406"/>
                <a:gd name="connsiteY114" fmla="*/ 300076 h 1139927"/>
                <a:gd name="connsiteX115" fmla="*/ 1729 w 237406"/>
                <a:gd name="connsiteY115" fmla="*/ 265087 h 1139927"/>
                <a:gd name="connsiteX116" fmla="*/ 5493 w 237406"/>
                <a:gd name="connsiteY116" fmla="*/ 230418 h 1139927"/>
                <a:gd name="connsiteX117" fmla="*/ 11087 w 237406"/>
                <a:gd name="connsiteY117" fmla="*/ 195855 h 1139927"/>
                <a:gd name="connsiteX118" fmla="*/ 16987 w 237406"/>
                <a:gd name="connsiteY118" fmla="*/ 162466 h 1139927"/>
                <a:gd name="connsiteX119" fmla="*/ 25430 w 237406"/>
                <a:gd name="connsiteY119" fmla="*/ 130037 h 1139927"/>
                <a:gd name="connsiteX120" fmla="*/ 35601 w 237406"/>
                <a:gd name="connsiteY120" fmla="*/ 99528 h 1139927"/>
                <a:gd name="connsiteX121" fmla="*/ 46180 w 237406"/>
                <a:gd name="connsiteY121" fmla="*/ 70619 h 1139927"/>
                <a:gd name="connsiteX122" fmla="*/ 58487 w 237406"/>
                <a:gd name="connsiteY122" fmla="*/ 44484 h 1139927"/>
                <a:gd name="connsiteX123" fmla="*/ 71608 w 237406"/>
                <a:gd name="connsiteY123" fmla="*/ 20695 h 1139927"/>
                <a:gd name="connsiteX124" fmla="*/ 87374 w 237406"/>
                <a:gd name="connsiteY124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237406" h="1139927">
                  <a:moveTo>
                    <a:pt x="87374" y="0"/>
                  </a:moveTo>
                  <a:cubicBezTo>
                    <a:pt x="86764" y="1707"/>
                    <a:pt x="86256" y="3414"/>
                    <a:pt x="85645" y="5121"/>
                  </a:cubicBezTo>
                  <a:cubicBezTo>
                    <a:pt x="85340" y="6294"/>
                    <a:pt x="85137" y="7361"/>
                    <a:pt x="84832" y="8534"/>
                  </a:cubicBezTo>
                  <a:lnTo>
                    <a:pt x="83916" y="10774"/>
                  </a:lnTo>
                  <a:lnTo>
                    <a:pt x="83916" y="12054"/>
                  </a:lnTo>
                  <a:lnTo>
                    <a:pt x="84832" y="12695"/>
                  </a:lnTo>
                  <a:lnTo>
                    <a:pt x="84832" y="13334"/>
                  </a:lnTo>
                  <a:lnTo>
                    <a:pt x="85645" y="13334"/>
                  </a:lnTo>
                  <a:lnTo>
                    <a:pt x="85645" y="14295"/>
                  </a:lnTo>
                  <a:cubicBezTo>
                    <a:pt x="85340" y="14935"/>
                    <a:pt x="85137" y="15575"/>
                    <a:pt x="84832" y="16215"/>
                  </a:cubicBezTo>
                  <a:lnTo>
                    <a:pt x="83916" y="19095"/>
                  </a:lnTo>
                  <a:lnTo>
                    <a:pt x="82695" y="23575"/>
                  </a:lnTo>
                  <a:cubicBezTo>
                    <a:pt x="81882" y="25709"/>
                    <a:pt x="80966" y="27736"/>
                    <a:pt x="80153" y="29869"/>
                  </a:cubicBezTo>
                  <a:cubicBezTo>
                    <a:pt x="78830" y="32856"/>
                    <a:pt x="77610" y="35843"/>
                    <a:pt x="76287" y="38830"/>
                  </a:cubicBezTo>
                  <a:cubicBezTo>
                    <a:pt x="75067" y="42457"/>
                    <a:pt x="73745" y="45977"/>
                    <a:pt x="72524" y="49604"/>
                  </a:cubicBezTo>
                  <a:cubicBezTo>
                    <a:pt x="70490" y="54298"/>
                    <a:pt x="68557" y="58885"/>
                    <a:pt x="66523" y="63579"/>
                  </a:cubicBezTo>
                  <a:cubicBezTo>
                    <a:pt x="64183" y="69232"/>
                    <a:pt x="61742" y="74779"/>
                    <a:pt x="59402" y="80433"/>
                  </a:cubicBezTo>
                  <a:cubicBezTo>
                    <a:pt x="56554" y="89181"/>
                    <a:pt x="53706" y="98034"/>
                    <a:pt x="50858" y="106782"/>
                  </a:cubicBezTo>
                  <a:cubicBezTo>
                    <a:pt x="48926" y="116169"/>
                    <a:pt x="46892" y="125663"/>
                    <a:pt x="44959" y="135051"/>
                  </a:cubicBezTo>
                  <a:cubicBezTo>
                    <a:pt x="43433" y="144758"/>
                    <a:pt x="41806" y="154359"/>
                    <a:pt x="40280" y="164066"/>
                  </a:cubicBezTo>
                  <a:cubicBezTo>
                    <a:pt x="38144" y="174307"/>
                    <a:pt x="36109" y="184655"/>
                    <a:pt x="33974" y="194895"/>
                  </a:cubicBezTo>
                  <a:cubicBezTo>
                    <a:pt x="33669" y="197135"/>
                    <a:pt x="33363" y="199269"/>
                    <a:pt x="33058" y="201509"/>
                  </a:cubicBezTo>
                  <a:lnTo>
                    <a:pt x="31838" y="211430"/>
                  </a:lnTo>
                  <a:cubicBezTo>
                    <a:pt x="31532" y="214950"/>
                    <a:pt x="31227" y="218363"/>
                    <a:pt x="30922" y="221884"/>
                  </a:cubicBezTo>
                  <a:cubicBezTo>
                    <a:pt x="30617" y="225724"/>
                    <a:pt x="30413" y="229458"/>
                    <a:pt x="30109" y="233298"/>
                  </a:cubicBezTo>
                  <a:lnTo>
                    <a:pt x="30109" y="245032"/>
                  </a:lnTo>
                  <a:cubicBezTo>
                    <a:pt x="30719" y="248553"/>
                    <a:pt x="31227" y="252073"/>
                    <a:pt x="31838" y="255593"/>
                  </a:cubicBezTo>
                  <a:cubicBezTo>
                    <a:pt x="32549" y="258687"/>
                    <a:pt x="33261" y="261674"/>
                    <a:pt x="33974" y="264767"/>
                  </a:cubicBezTo>
                  <a:cubicBezTo>
                    <a:pt x="35194" y="266901"/>
                    <a:pt x="36517" y="269034"/>
                    <a:pt x="37737" y="271168"/>
                  </a:cubicBezTo>
                  <a:lnTo>
                    <a:pt x="58081" y="269888"/>
                  </a:lnTo>
                  <a:lnTo>
                    <a:pt x="78017" y="264767"/>
                  </a:lnTo>
                  <a:lnTo>
                    <a:pt x="97038" y="256553"/>
                  </a:lnTo>
                  <a:lnTo>
                    <a:pt x="116567" y="245032"/>
                  </a:lnTo>
                  <a:lnTo>
                    <a:pt x="134367" y="231698"/>
                  </a:lnTo>
                  <a:lnTo>
                    <a:pt x="151761" y="215484"/>
                  </a:lnTo>
                  <a:lnTo>
                    <a:pt x="168239" y="198309"/>
                  </a:lnTo>
                  <a:lnTo>
                    <a:pt x="183496" y="180281"/>
                  </a:lnTo>
                  <a:lnTo>
                    <a:pt x="198347" y="161186"/>
                  </a:lnTo>
                  <a:lnTo>
                    <a:pt x="211061" y="141451"/>
                  </a:lnTo>
                  <a:lnTo>
                    <a:pt x="222962" y="122356"/>
                  </a:lnTo>
                  <a:cubicBezTo>
                    <a:pt x="226217" y="116169"/>
                    <a:pt x="229472" y="110089"/>
                    <a:pt x="232727" y="103902"/>
                  </a:cubicBezTo>
                  <a:lnTo>
                    <a:pt x="237406" y="103902"/>
                  </a:lnTo>
                  <a:lnTo>
                    <a:pt x="237406" y="105822"/>
                  </a:lnTo>
                  <a:cubicBezTo>
                    <a:pt x="234863" y="112009"/>
                    <a:pt x="232320" y="118089"/>
                    <a:pt x="229777" y="124277"/>
                  </a:cubicBezTo>
                  <a:cubicBezTo>
                    <a:pt x="226929" y="130677"/>
                    <a:pt x="224081" y="136971"/>
                    <a:pt x="221233" y="143371"/>
                  </a:cubicBezTo>
                  <a:cubicBezTo>
                    <a:pt x="218182" y="149559"/>
                    <a:pt x="215028" y="155639"/>
                    <a:pt x="211977" y="161826"/>
                  </a:cubicBezTo>
                  <a:lnTo>
                    <a:pt x="202619" y="179641"/>
                  </a:lnTo>
                  <a:cubicBezTo>
                    <a:pt x="199364" y="185401"/>
                    <a:pt x="196109" y="191268"/>
                    <a:pt x="192854" y="197029"/>
                  </a:cubicBezTo>
                  <a:lnTo>
                    <a:pt x="181869" y="213243"/>
                  </a:lnTo>
                  <a:lnTo>
                    <a:pt x="170375" y="228818"/>
                  </a:lnTo>
                  <a:lnTo>
                    <a:pt x="156440" y="243112"/>
                  </a:lnTo>
                  <a:lnTo>
                    <a:pt x="141996" y="257193"/>
                  </a:lnTo>
                  <a:lnTo>
                    <a:pt x="125010" y="268608"/>
                  </a:lnTo>
                  <a:lnTo>
                    <a:pt x="105582" y="279061"/>
                  </a:lnTo>
                  <a:lnTo>
                    <a:pt x="83916" y="288342"/>
                  </a:lnTo>
                  <a:lnTo>
                    <a:pt x="61030" y="295276"/>
                  </a:lnTo>
                  <a:lnTo>
                    <a:pt x="33974" y="300076"/>
                  </a:lnTo>
                  <a:cubicBezTo>
                    <a:pt x="34279" y="311171"/>
                    <a:pt x="34482" y="322372"/>
                    <a:pt x="34788" y="333466"/>
                  </a:cubicBezTo>
                  <a:cubicBezTo>
                    <a:pt x="36008" y="344026"/>
                    <a:pt x="37330" y="354694"/>
                    <a:pt x="38551" y="365255"/>
                  </a:cubicBezTo>
                  <a:cubicBezTo>
                    <a:pt x="40687" y="375282"/>
                    <a:pt x="42823" y="385416"/>
                    <a:pt x="44959" y="395444"/>
                  </a:cubicBezTo>
                  <a:cubicBezTo>
                    <a:pt x="47807" y="404938"/>
                    <a:pt x="50553" y="414539"/>
                    <a:pt x="53402" y="424033"/>
                  </a:cubicBezTo>
                  <a:cubicBezTo>
                    <a:pt x="56962" y="433100"/>
                    <a:pt x="60420" y="442274"/>
                    <a:pt x="63980" y="451341"/>
                  </a:cubicBezTo>
                  <a:cubicBezTo>
                    <a:pt x="67845" y="460089"/>
                    <a:pt x="71608" y="468730"/>
                    <a:pt x="75474" y="477477"/>
                  </a:cubicBezTo>
                  <a:lnTo>
                    <a:pt x="88595" y="502225"/>
                  </a:lnTo>
                  <a:lnTo>
                    <a:pt x="101717" y="526334"/>
                  </a:lnTo>
                  <a:cubicBezTo>
                    <a:pt x="103039" y="528254"/>
                    <a:pt x="104259" y="530174"/>
                    <a:pt x="105582" y="532094"/>
                  </a:cubicBezTo>
                  <a:lnTo>
                    <a:pt x="108938" y="539135"/>
                  </a:lnTo>
                  <a:cubicBezTo>
                    <a:pt x="110464" y="541695"/>
                    <a:pt x="112092" y="544149"/>
                    <a:pt x="113617" y="546709"/>
                  </a:cubicBezTo>
                  <a:lnTo>
                    <a:pt x="117889" y="554710"/>
                  </a:lnTo>
                  <a:cubicBezTo>
                    <a:pt x="119720" y="557270"/>
                    <a:pt x="121551" y="559723"/>
                    <a:pt x="123382" y="562283"/>
                  </a:cubicBezTo>
                  <a:cubicBezTo>
                    <a:pt x="125518" y="564417"/>
                    <a:pt x="127552" y="566550"/>
                    <a:pt x="129689" y="568684"/>
                  </a:cubicBezTo>
                  <a:lnTo>
                    <a:pt x="134505" y="572253"/>
                  </a:lnTo>
                  <a:lnTo>
                    <a:pt x="133384" y="574141"/>
                  </a:lnTo>
                  <a:cubicBezTo>
                    <a:pt x="177965" y="639918"/>
                    <a:pt x="202163" y="664925"/>
                    <a:pt x="205976" y="771472"/>
                  </a:cubicBezTo>
                  <a:cubicBezTo>
                    <a:pt x="205467" y="778940"/>
                    <a:pt x="204857" y="786514"/>
                    <a:pt x="204348" y="793981"/>
                  </a:cubicBezTo>
                  <a:cubicBezTo>
                    <a:pt x="204043" y="801555"/>
                    <a:pt x="203738" y="809022"/>
                    <a:pt x="203433" y="816596"/>
                  </a:cubicBezTo>
                  <a:cubicBezTo>
                    <a:pt x="203738" y="824170"/>
                    <a:pt x="204043" y="831637"/>
                    <a:pt x="204348" y="839211"/>
                  </a:cubicBezTo>
                  <a:cubicBezTo>
                    <a:pt x="204857" y="846891"/>
                    <a:pt x="205467" y="854679"/>
                    <a:pt x="205976" y="862360"/>
                  </a:cubicBezTo>
                  <a:cubicBezTo>
                    <a:pt x="206687" y="870040"/>
                    <a:pt x="207400" y="877614"/>
                    <a:pt x="208112" y="885294"/>
                  </a:cubicBezTo>
                  <a:cubicBezTo>
                    <a:pt x="208925" y="892762"/>
                    <a:pt x="209841" y="900336"/>
                    <a:pt x="210655" y="907803"/>
                  </a:cubicBezTo>
                  <a:cubicBezTo>
                    <a:pt x="210756" y="918790"/>
                    <a:pt x="210960" y="929884"/>
                    <a:pt x="211061" y="940872"/>
                  </a:cubicBezTo>
                  <a:cubicBezTo>
                    <a:pt x="210349" y="951860"/>
                    <a:pt x="209637" y="962954"/>
                    <a:pt x="208925" y="973941"/>
                  </a:cubicBezTo>
                  <a:cubicBezTo>
                    <a:pt x="207705" y="984502"/>
                    <a:pt x="206383" y="995170"/>
                    <a:pt x="205162" y="1005731"/>
                  </a:cubicBezTo>
                  <a:cubicBezTo>
                    <a:pt x="203636" y="1016078"/>
                    <a:pt x="202008" y="1026532"/>
                    <a:pt x="200483" y="1036879"/>
                  </a:cubicBezTo>
                  <a:cubicBezTo>
                    <a:pt x="197330" y="1072189"/>
                    <a:pt x="197940" y="1104618"/>
                    <a:pt x="194787" y="1139927"/>
                  </a:cubicBezTo>
                  <a:lnTo>
                    <a:pt x="24209" y="1139927"/>
                  </a:lnTo>
                  <a:lnTo>
                    <a:pt x="43738" y="1098004"/>
                  </a:lnTo>
                  <a:lnTo>
                    <a:pt x="67845" y="1050534"/>
                  </a:lnTo>
                  <a:cubicBezTo>
                    <a:pt x="70693" y="1044773"/>
                    <a:pt x="73439" y="1039120"/>
                    <a:pt x="76287" y="1033359"/>
                  </a:cubicBezTo>
                  <a:cubicBezTo>
                    <a:pt x="78729" y="1026959"/>
                    <a:pt x="81068" y="1020665"/>
                    <a:pt x="83509" y="1014264"/>
                  </a:cubicBezTo>
                  <a:cubicBezTo>
                    <a:pt x="85747" y="1007224"/>
                    <a:pt x="88087" y="1000076"/>
                    <a:pt x="90324" y="993036"/>
                  </a:cubicBezTo>
                  <a:cubicBezTo>
                    <a:pt x="92461" y="985462"/>
                    <a:pt x="94495" y="977995"/>
                    <a:pt x="96631" y="970421"/>
                  </a:cubicBezTo>
                  <a:cubicBezTo>
                    <a:pt x="98360" y="962314"/>
                    <a:pt x="99988" y="954100"/>
                    <a:pt x="101717" y="945993"/>
                  </a:cubicBezTo>
                  <a:cubicBezTo>
                    <a:pt x="103039" y="937672"/>
                    <a:pt x="104259" y="929458"/>
                    <a:pt x="105582" y="921137"/>
                  </a:cubicBezTo>
                  <a:cubicBezTo>
                    <a:pt x="106802" y="912497"/>
                    <a:pt x="108125" y="903749"/>
                    <a:pt x="109345" y="895109"/>
                  </a:cubicBezTo>
                  <a:cubicBezTo>
                    <a:pt x="110159" y="886361"/>
                    <a:pt x="111075" y="877507"/>
                    <a:pt x="111888" y="868760"/>
                  </a:cubicBezTo>
                  <a:cubicBezTo>
                    <a:pt x="112600" y="859586"/>
                    <a:pt x="113312" y="850519"/>
                    <a:pt x="114024" y="841344"/>
                  </a:cubicBezTo>
                  <a:lnTo>
                    <a:pt x="114024" y="814356"/>
                  </a:lnTo>
                  <a:lnTo>
                    <a:pt x="114024" y="787687"/>
                  </a:lnTo>
                  <a:cubicBezTo>
                    <a:pt x="113312" y="778726"/>
                    <a:pt x="112600" y="769872"/>
                    <a:pt x="111888" y="760912"/>
                  </a:cubicBezTo>
                  <a:cubicBezTo>
                    <a:pt x="110871" y="752377"/>
                    <a:pt x="109955" y="743737"/>
                    <a:pt x="108938" y="735203"/>
                  </a:cubicBezTo>
                  <a:cubicBezTo>
                    <a:pt x="107718" y="726882"/>
                    <a:pt x="106396" y="718455"/>
                    <a:pt x="105175" y="710135"/>
                  </a:cubicBezTo>
                  <a:cubicBezTo>
                    <a:pt x="103344" y="702027"/>
                    <a:pt x="101411" y="694027"/>
                    <a:pt x="99580" y="685919"/>
                  </a:cubicBezTo>
                  <a:cubicBezTo>
                    <a:pt x="97038" y="678452"/>
                    <a:pt x="94495" y="670878"/>
                    <a:pt x="91952" y="663411"/>
                  </a:cubicBezTo>
                  <a:cubicBezTo>
                    <a:pt x="89104" y="656264"/>
                    <a:pt x="86357" y="649223"/>
                    <a:pt x="83509" y="642076"/>
                  </a:cubicBezTo>
                  <a:cubicBezTo>
                    <a:pt x="80153" y="635676"/>
                    <a:pt x="76695" y="629382"/>
                    <a:pt x="73338" y="622981"/>
                  </a:cubicBezTo>
                  <a:cubicBezTo>
                    <a:pt x="69574" y="617327"/>
                    <a:pt x="65709" y="611780"/>
                    <a:pt x="61946" y="606127"/>
                  </a:cubicBezTo>
                  <a:cubicBezTo>
                    <a:pt x="47620" y="569040"/>
                    <a:pt x="29963" y="538582"/>
                    <a:pt x="25430" y="491771"/>
                  </a:cubicBezTo>
                  <a:cubicBezTo>
                    <a:pt x="23023" y="472285"/>
                    <a:pt x="21785" y="472036"/>
                    <a:pt x="19530" y="462222"/>
                  </a:cubicBezTo>
                  <a:cubicBezTo>
                    <a:pt x="16987" y="452408"/>
                    <a:pt x="14444" y="442701"/>
                    <a:pt x="11901" y="432887"/>
                  </a:cubicBezTo>
                  <a:cubicBezTo>
                    <a:pt x="9765" y="422326"/>
                    <a:pt x="7629" y="411658"/>
                    <a:pt x="5493" y="401098"/>
                  </a:cubicBezTo>
                  <a:cubicBezTo>
                    <a:pt x="4476" y="390323"/>
                    <a:pt x="3560" y="379443"/>
                    <a:pt x="2543" y="368669"/>
                  </a:cubicBezTo>
                  <a:cubicBezTo>
                    <a:pt x="1729" y="357361"/>
                    <a:pt x="814" y="346053"/>
                    <a:pt x="0" y="334746"/>
                  </a:cubicBezTo>
                  <a:lnTo>
                    <a:pt x="0" y="300076"/>
                  </a:lnTo>
                  <a:cubicBezTo>
                    <a:pt x="610" y="288449"/>
                    <a:pt x="1119" y="276715"/>
                    <a:pt x="1729" y="265087"/>
                  </a:cubicBezTo>
                  <a:cubicBezTo>
                    <a:pt x="2950" y="253566"/>
                    <a:pt x="4272" y="241939"/>
                    <a:pt x="5493" y="230418"/>
                  </a:cubicBezTo>
                  <a:cubicBezTo>
                    <a:pt x="7324" y="218897"/>
                    <a:pt x="9256" y="207376"/>
                    <a:pt x="11087" y="195855"/>
                  </a:cubicBezTo>
                  <a:cubicBezTo>
                    <a:pt x="13020" y="184761"/>
                    <a:pt x="15055" y="173560"/>
                    <a:pt x="16987" y="162466"/>
                  </a:cubicBezTo>
                  <a:cubicBezTo>
                    <a:pt x="19835" y="151692"/>
                    <a:pt x="22582" y="140811"/>
                    <a:pt x="25430" y="130037"/>
                  </a:cubicBezTo>
                  <a:cubicBezTo>
                    <a:pt x="28786" y="119903"/>
                    <a:pt x="32244" y="109662"/>
                    <a:pt x="35601" y="99528"/>
                  </a:cubicBezTo>
                  <a:cubicBezTo>
                    <a:pt x="39161" y="89927"/>
                    <a:pt x="42619" y="80220"/>
                    <a:pt x="46180" y="70619"/>
                  </a:cubicBezTo>
                  <a:cubicBezTo>
                    <a:pt x="50248" y="61872"/>
                    <a:pt x="54419" y="53231"/>
                    <a:pt x="58487" y="44484"/>
                  </a:cubicBezTo>
                  <a:lnTo>
                    <a:pt x="71608" y="20695"/>
                  </a:lnTo>
                  <a:lnTo>
                    <a:pt x="87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 dirty="0"/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6D3AB3A4-EAD3-4B7D-A9E8-D7C7735794D0}"/>
                </a:ext>
              </a:extLst>
            </p:cNvPr>
            <p:cNvGrpSpPr/>
            <p:nvPr/>
          </p:nvGrpSpPr>
          <p:grpSpPr>
            <a:xfrm>
              <a:off x="4041120" y="3338087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B1478028-3938-48E9-B7C4-633B940E3500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9BA1A7C2-DEE6-425F-A683-59CB8E40D364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Block Arc 11">
                <a:extLst>
                  <a:ext uri="{FF2B5EF4-FFF2-40B4-BE49-F238E27FC236}">
                    <a16:creationId xmlns:a16="http://schemas.microsoft.com/office/drawing/2014/main" id="{9E103ED0-3396-44CD-BC10-660B3B7AFCF1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48041539-0EB1-4449-BD57-E42073105995}"/>
                </a:ext>
              </a:extLst>
            </p:cNvPr>
            <p:cNvGrpSpPr/>
            <p:nvPr/>
          </p:nvGrpSpPr>
          <p:grpSpPr>
            <a:xfrm>
              <a:off x="4355615" y="3651586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7BC6D07C-698E-4EF1-B6AA-DA28CB8277C9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57FFD380-3733-4491-A5BF-A11772F819FB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Block Arc 11">
                <a:extLst>
                  <a:ext uri="{FF2B5EF4-FFF2-40B4-BE49-F238E27FC236}">
                    <a16:creationId xmlns:a16="http://schemas.microsoft.com/office/drawing/2014/main" id="{5173963F-720E-4C4B-A305-E593111A6DDF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35" name="Freeform 7">
            <a:extLst>
              <a:ext uri="{FF2B5EF4-FFF2-40B4-BE49-F238E27FC236}">
                <a16:creationId xmlns:a16="http://schemas.microsoft.com/office/drawing/2014/main" id="{AD2BD940-FB46-4753-8EA9-4079F31E2EC4}"/>
              </a:ext>
            </a:extLst>
          </p:cNvPr>
          <p:cNvSpPr/>
          <p:nvPr/>
        </p:nvSpPr>
        <p:spPr>
          <a:xfrm rot="20035303">
            <a:off x="124031" y="2030893"/>
            <a:ext cx="1820244" cy="2561938"/>
          </a:xfrm>
          <a:custGeom>
            <a:avLst/>
            <a:gdLst>
              <a:gd name="connsiteX0" fmla="*/ 3404 w 1180796"/>
              <a:gd name="connsiteY0" fmla="*/ 196574 h 1438562"/>
              <a:gd name="connsiteX1" fmla="*/ 3657 w 1180796"/>
              <a:gd name="connsiteY1" fmla="*/ 197380 h 1438562"/>
              <a:gd name="connsiteX2" fmla="*/ 3404 w 1180796"/>
              <a:gd name="connsiteY2" fmla="*/ 196574 h 1438562"/>
              <a:gd name="connsiteX3" fmla="*/ 567269 w 1180796"/>
              <a:gd name="connsiteY3" fmla="*/ 0 h 1438562"/>
              <a:gd name="connsiteX4" fmla="*/ 568172 w 1180796"/>
              <a:gd name="connsiteY4" fmla="*/ 304800 h 1438562"/>
              <a:gd name="connsiteX5" fmla="*/ 779871 w 1180796"/>
              <a:gd name="connsiteY5" fmla="*/ 459344 h 1438562"/>
              <a:gd name="connsiteX6" fmla="*/ 930391 w 1180796"/>
              <a:gd name="connsiteY6" fmla="*/ 667912 h 1438562"/>
              <a:gd name="connsiteX7" fmla="*/ 929264 w 1180796"/>
              <a:gd name="connsiteY7" fmla="*/ 654877 h 1438562"/>
              <a:gd name="connsiteX8" fmla="*/ 1089331 w 1180796"/>
              <a:gd name="connsiteY8" fmla="*/ 830882 h 1438562"/>
              <a:gd name="connsiteX9" fmla="*/ 1176007 w 1180796"/>
              <a:gd name="connsiteY9" fmla="*/ 1299015 h 1438562"/>
              <a:gd name="connsiteX10" fmla="*/ 1106293 w 1180796"/>
              <a:gd name="connsiteY10" fmla="*/ 1261345 h 1438562"/>
              <a:gd name="connsiteX11" fmla="*/ 1093530 w 1180796"/>
              <a:gd name="connsiteY11" fmla="*/ 1409318 h 1438562"/>
              <a:gd name="connsiteX12" fmla="*/ 1016094 w 1180796"/>
              <a:gd name="connsiteY12" fmla="*/ 1334364 h 1438562"/>
              <a:gd name="connsiteX13" fmla="*/ 984981 w 1180796"/>
              <a:gd name="connsiteY13" fmla="*/ 1437195 h 1438562"/>
              <a:gd name="connsiteX14" fmla="*/ 873874 w 1180796"/>
              <a:gd name="connsiteY14" fmla="*/ 986314 h 1438562"/>
              <a:gd name="connsiteX15" fmla="*/ 541005 w 1180796"/>
              <a:gd name="connsiteY15" fmla="*/ 803357 h 1438562"/>
              <a:gd name="connsiteX16" fmla="*/ 504720 w 1180796"/>
              <a:gd name="connsiteY16" fmla="*/ 953956 h 1438562"/>
              <a:gd name="connsiteX17" fmla="*/ 541004 w 1180796"/>
              <a:gd name="connsiteY17" fmla="*/ 1175672 h 1438562"/>
              <a:gd name="connsiteX18" fmla="*/ 532632 w 1180796"/>
              <a:gd name="connsiteY18" fmla="*/ 1402288 h 1438562"/>
              <a:gd name="connsiteX19" fmla="*/ 243154 w 1180796"/>
              <a:gd name="connsiteY19" fmla="*/ 889736 h 1438562"/>
              <a:gd name="connsiteX20" fmla="*/ 174649 w 1180796"/>
              <a:gd name="connsiteY20" fmla="*/ 445938 h 1438562"/>
              <a:gd name="connsiteX21" fmla="*/ 0 w 1180796"/>
              <a:gd name="connsiteY21" fmla="*/ 74192 h 1438562"/>
              <a:gd name="connsiteX22" fmla="*/ 567269 w 1180796"/>
              <a:gd name="connsiteY22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930391 w 1180796"/>
              <a:gd name="connsiteY3" fmla="*/ 667912 h 1438562"/>
              <a:gd name="connsiteX4" fmla="*/ 929264 w 1180796"/>
              <a:gd name="connsiteY4" fmla="*/ 654877 h 1438562"/>
              <a:gd name="connsiteX5" fmla="*/ 1089331 w 1180796"/>
              <a:gd name="connsiteY5" fmla="*/ 830882 h 1438562"/>
              <a:gd name="connsiteX6" fmla="*/ 1176007 w 1180796"/>
              <a:gd name="connsiteY6" fmla="*/ 1299015 h 1438562"/>
              <a:gd name="connsiteX7" fmla="*/ 1106293 w 1180796"/>
              <a:gd name="connsiteY7" fmla="*/ 1261345 h 1438562"/>
              <a:gd name="connsiteX8" fmla="*/ 1093530 w 1180796"/>
              <a:gd name="connsiteY8" fmla="*/ 1409318 h 1438562"/>
              <a:gd name="connsiteX9" fmla="*/ 1016094 w 1180796"/>
              <a:gd name="connsiteY9" fmla="*/ 1334364 h 1438562"/>
              <a:gd name="connsiteX10" fmla="*/ 984981 w 1180796"/>
              <a:gd name="connsiteY10" fmla="*/ 1437195 h 1438562"/>
              <a:gd name="connsiteX11" fmla="*/ 873874 w 1180796"/>
              <a:gd name="connsiteY11" fmla="*/ 986314 h 1438562"/>
              <a:gd name="connsiteX12" fmla="*/ 541005 w 1180796"/>
              <a:gd name="connsiteY12" fmla="*/ 803357 h 1438562"/>
              <a:gd name="connsiteX13" fmla="*/ 504720 w 1180796"/>
              <a:gd name="connsiteY13" fmla="*/ 953956 h 1438562"/>
              <a:gd name="connsiteX14" fmla="*/ 541004 w 1180796"/>
              <a:gd name="connsiteY14" fmla="*/ 1175672 h 1438562"/>
              <a:gd name="connsiteX15" fmla="*/ 532632 w 1180796"/>
              <a:gd name="connsiteY15" fmla="*/ 1402288 h 1438562"/>
              <a:gd name="connsiteX16" fmla="*/ 243154 w 1180796"/>
              <a:gd name="connsiteY16" fmla="*/ 889736 h 1438562"/>
              <a:gd name="connsiteX17" fmla="*/ 174649 w 1180796"/>
              <a:gd name="connsiteY17" fmla="*/ 445938 h 1438562"/>
              <a:gd name="connsiteX18" fmla="*/ 0 w 1180796"/>
              <a:gd name="connsiteY18" fmla="*/ 74192 h 1438562"/>
              <a:gd name="connsiteX19" fmla="*/ 567269 w 1180796"/>
              <a:gd name="connsiteY19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929264 w 1180796"/>
              <a:gd name="connsiteY3" fmla="*/ 654877 h 1438562"/>
              <a:gd name="connsiteX4" fmla="*/ 1089331 w 1180796"/>
              <a:gd name="connsiteY4" fmla="*/ 830882 h 1438562"/>
              <a:gd name="connsiteX5" fmla="*/ 1176007 w 1180796"/>
              <a:gd name="connsiteY5" fmla="*/ 1299015 h 1438562"/>
              <a:gd name="connsiteX6" fmla="*/ 1106293 w 1180796"/>
              <a:gd name="connsiteY6" fmla="*/ 1261345 h 1438562"/>
              <a:gd name="connsiteX7" fmla="*/ 1093530 w 1180796"/>
              <a:gd name="connsiteY7" fmla="*/ 1409318 h 1438562"/>
              <a:gd name="connsiteX8" fmla="*/ 1016094 w 1180796"/>
              <a:gd name="connsiteY8" fmla="*/ 1334364 h 1438562"/>
              <a:gd name="connsiteX9" fmla="*/ 984981 w 1180796"/>
              <a:gd name="connsiteY9" fmla="*/ 1437195 h 1438562"/>
              <a:gd name="connsiteX10" fmla="*/ 873874 w 1180796"/>
              <a:gd name="connsiteY10" fmla="*/ 986314 h 1438562"/>
              <a:gd name="connsiteX11" fmla="*/ 541005 w 1180796"/>
              <a:gd name="connsiteY11" fmla="*/ 803357 h 1438562"/>
              <a:gd name="connsiteX12" fmla="*/ 504720 w 1180796"/>
              <a:gd name="connsiteY12" fmla="*/ 953956 h 1438562"/>
              <a:gd name="connsiteX13" fmla="*/ 541004 w 1180796"/>
              <a:gd name="connsiteY13" fmla="*/ 1175672 h 1438562"/>
              <a:gd name="connsiteX14" fmla="*/ 532632 w 1180796"/>
              <a:gd name="connsiteY14" fmla="*/ 1402288 h 1438562"/>
              <a:gd name="connsiteX15" fmla="*/ 243154 w 1180796"/>
              <a:gd name="connsiteY15" fmla="*/ 889736 h 1438562"/>
              <a:gd name="connsiteX16" fmla="*/ 174649 w 1180796"/>
              <a:gd name="connsiteY16" fmla="*/ 445938 h 1438562"/>
              <a:gd name="connsiteX17" fmla="*/ 0 w 1180796"/>
              <a:gd name="connsiteY17" fmla="*/ 74192 h 1438562"/>
              <a:gd name="connsiteX18" fmla="*/ 567269 w 1180796"/>
              <a:gd name="connsiteY18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1089331 w 1180796"/>
              <a:gd name="connsiteY3" fmla="*/ 830882 h 1438562"/>
              <a:gd name="connsiteX4" fmla="*/ 1176007 w 1180796"/>
              <a:gd name="connsiteY4" fmla="*/ 1299015 h 1438562"/>
              <a:gd name="connsiteX5" fmla="*/ 1106293 w 1180796"/>
              <a:gd name="connsiteY5" fmla="*/ 1261345 h 1438562"/>
              <a:gd name="connsiteX6" fmla="*/ 1093530 w 1180796"/>
              <a:gd name="connsiteY6" fmla="*/ 1409318 h 1438562"/>
              <a:gd name="connsiteX7" fmla="*/ 1016094 w 1180796"/>
              <a:gd name="connsiteY7" fmla="*/ 1334364 h 1438562"/>
              <a:gd name="connsiteX8" fmla="*/ 984981 w 1180796"/>
              <a:gd name="connsiteY8" fmla="*/ 1437195 h 1438562"/>
              <a:gd name="connsiteX9" fmla="*/ 873874 w 1180796"/>
              <a:gd name="connsiteY9" fmla="*/ 986314 h 1438562"/>
              <a:gd name="connsiteX10" fmla="*/ 541005 w 1180796"/>
              <a:gd name="connsiteY10" fmla="*/ 803357 h 1438562"/>
              <a:gd name="connsiteX11" fmla="*/ 504720 w 1180796"/>
              <a:gd name="connsiteY11" fmla="*/ 953956 h 1438562"/>
              <a:gd name="connsiteX12" fmla="*/ 541004 w 1180796"/>
              <a:gd name="connsiteY12" fmla="*/ 1175672 h 1438562"/>
              <a:gd name="connsiteX13" fmla="*/ 532632 w 1180796"/>
              <a:gd name="connsiteY13" fmla="*/ 1402288 h 1438562"/>
              <a:gd name="connsiteX14" fmla="*/ 243154 w 1180796"/>
              <a:gd name="connsiteY14" fmla="*/ 889736 h 1438562"/>
              <a:gd name="connsiteX15" fmla="*/ 174649 w 1180796"/>
              <a:gd name="connsiteY15" fmla="*/ 445938 h 1438562"/>
              <a:gd name="connsiteX16" fmla="*/ 0 w 1180796"/>
              <a:gd name="connsiteY16" fmla="*/ 74192 h 1438562"/>
              <a:gd name="connsiteX17" fmla="*/ 567269 w 1180796"/>
              <a:gd name="connsiteY17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1089331 w 1180796"/>
              <a:gd name="connsiteY3" fmla="*/ 830882 h 1438562"/>
              <a:gd name="connsiteX4" fmla="*/ 1176007 w 1180796"/>
              <a:gd name="connsiteY4" fmla="*/ 1299015 h 1438562"/>
              <a:gd name="connsiteX5" fmla="*/ 1106293 w 1180796"/>
              <a:gd name="connsiteY5" fmla="*/ 1261345 h 1438562"/>
              <a:gd name="connsiteX6" fmla="*/ 1093530 w 1180796"/>
              <a:gd name="connsiteY6" fmla="*/ 1409318 h 1438562"/>
              <a:gd name="connsiteX7" fmla="*/ 1016094 w 1180796"/>
              <a:gd name="connsiteY7" fmla="*/ 1334364 h 1438562"/>
              <a:gd name="connsiteX8" fmla="*/ 984981 w 1180796"/>
              <a:gd name="connsiteY8" fmla="*/ 1437195 h 1438562"/>
              <a:gd name="connsiteX9" fmla="*/ 873874 w 1180796"/>
              <a:gd name="connsiteY9" fmla="*/ 986314 h 1438562"/>
              <a:gd name="connsiteX10" fmla="*/ 541005 w 1180796"/>
              <a:gd name="connsiteY10" fmla="*/ 803357 h 1438562"/>
              <a:gd name="connsiteX11" fmla="*/ 504720 w 1180796"/>
              <a:gd name="connsiteY11" fmla="*/ 953956 h 1438562"/>
              <a:gd name="connsiteX12" fmla="*/ 541004 w 1180796"/>
              <a:gd name="connsiteY12" fmla="*/ 1175672 h 1438562"/>
              <a:gd name="connsiteX13" fmla="*/ 472223 w 1180796"/>
              <a:gd name="connsiteY13" fmla="*/ 1387555 h 1438562"/>
              <a:gd name="connsiteX14" fmla="*/ 243154 w 1180796"/>
              <a:gd name="connsiteY14" fmla="*/ 889736 h 1438562"/>
              <a:gd name="connsiteX15" fmla="*/ 174649 w 1180796"/>
              <a:gd name="connsiteY15" fmla="*/ 445938 h 1438562"/>
              <a:gd name="connsiteX16" fmla="*/ 0 w 1180796"/>
              <a:gd name="connsiteY16" fmla="*/ 74192 h 1438562"/>
              <a:gd name="connsiteX17" fmla="*/ 567269 w 1180796"/>
              <a:gd name="connsiteY17" fmla="*/ 0 h 1438562"/>
              <a:gd name="connsiteX0" fmla="*/ 0 w 1198834"/>
              <a:gd name="connsiteY0" fmla="*/ 0 h 2165917"/>
              <a:gd name="connsiteX1" fmla="*/ 586210 w 1198834"/>
              <a:gd name="connsiteY1" fmla="*/ 1032155 h 2165917"/>
              <a:gd name="connsiteX2" fmla="*/ 797909 w 1198834"/>
              <a:gd name="connsiteY2" fmla="*/ 1186699 h 2165917"/>
              <a:gd name="connsiteX3" fmla="*/ 1107369 w 1198834"/>
              <a:gd name="connsiteY3" fmla="*/ 1558237 h 2165917"/>
              <a:gd name="connsiteX4" fmla="*/ 1194045 w 1198834"/>
              <a:gd name="connsiteY4" fmla="*/ 2026370 h 2165917"/>
              <a:gd name="connsiteX5" fmla="*/ 1124331 w 1198834"/>
              <a:gd name="connsiteY5" fmla="*/ 1988700 h 2165917"/>
              <a:gd name="connsiteX6" fmla="*/ 1111568 w 1198834"/>
              <a:gd name="connsiteY6" fmla="*/ 2136673 h 2165917"/>
              <a:gd name="connsiteX7" fmla="*/ 1034132 w 1198834"/>
              <a:gd name="connsiteY7" fmla="*/ 2061719 h 2165917"/>
              <a:gd name="connsiteX8" fmla="*/ 1003019 w 1198834"/>
              <a:gd name="connsiteY8" fmla="*/ 2164550 h 2165917"/>
              <a:gd name="connsiteX9" fmla="*/ 891912 w 1198834"/>
              <a:gd name="connsiteY9" fmla="*/ 1713669 h 2165917"/>
              <a:gd name="connsiteX10" fmla="*/ 559043 w 1198834"/>
              <a:gd name="connsiteY10" fmla="*/ 1530712 h 2165917"/>
              <a:gd name="connsiteX11" fmla="*/ 522758 w 1198834"/>
              <a:gd name="connsiteY11" fmla="*/ 1681311 h 2165917"/>
              <a:gd name="connsiteX12" fmla="*/ 559042 w 1198834"/>
              <a:gd name="connsiteY12" fmla="*/ 1903027 h 2165917"/>
              <a:gd name="connsiteX13" fmla="*/ 490261 w 1198834"/>
              <a:gd name="connsiteY13" fmla="*/ 2114910 h 2165917"/>
              <a:gd name="connsiteX14" fmla="*/ 261192 w 1198834"/>
              <a:gd name="connsiteY14" fmla="*/ 1617091 h 2165917"/>
              <a:gd name="connsiteX15" fmla="*/ 192687 w 1198834"/>
              <a:gd name="connsiteY15" fmla="*/ 1173293 h 2165917"/>
              <a:gd name="connsiteX16" fmla="*/ 18038 w 1198834"/>
              <a:gd name="connsiteY16" fmla="*/ 801547 h 2165917"/>
              <a:gd name="connsiteX17" fmla="*/ 0 w 1198834"/>
              <a:gd name="connsiteY17" fmla="*/ 0 h 2165917"/>
              <a:gd name="connsiteX0" fmla="*/ 250021 w 1448855"/>
              <a:gd name="connsiteY0" fmla="*/ 0 h 2165917"/>
              <a:gd name="connsiteX1" fmla="*/ 836231 w 1448855"/>
              <a:gd name="connsiteY1" fmla="*/ 1032155 h 2165917"/>
              <a:gd name="connsiteX2" fmla="*/ 1047930 w 1448855"/>
              <a:gd name="connsiteY2" fmla="*/ 1186699 h 2165917"/>
              <a:gd name="connsiteX3" fmla="*/ 1357390 w 1448855"/>
              <a:gd name="connsiteY3" fmla="*/ 1558237 h 2165917"/>
              <a:gd name="connsiteX4" fmla="*/ 1444066 w 1448855"/>
              <a:gd name="connsiteY4" fmla="*/ 2026370 h 2165917"/>
              <a:gd name="connsiteX5" fmla="*/ 1374352 w 1448855"/>
              <a:gd name="connsiteY5" fmla="*/ 1988700 h 2165917"/>
              <a:gd name="connsiteX6" fmla="*/ 1361589 w 1448855"/>
              <a:gd name="connsiteY6" fmla="*/ 2136673 h 2165917"/>
              <a:gd name="connsiteX7" fmla="*/ 1284153 w 1448855"/>
              <a:gd name="connsiteY7" fmla="*/ 2061719 h 2165917"/>
              <a:gd name="connsiteX8" fmla="*/ 1253040 w 1448855"/>
              <a:gd name="connsiteY8" fmla="*/ 2164550 h 2165917"/>
              <a:gd name="connsiteX9" fmla="*/ 1141933 w 1448855"/>
              <a:gd name="connsiteY9" fmla="*/ 1713669 h 2165917"/>
              <a:gd name="connsiteX10" fmla="*/ 809064 w 1448855"/>
              <a:gd name="connsiteY10" fmla="*/ 1530712 h 2165917"/>
              <a:gd name="connsiteX11" fmla="*/ 772779 w 1448855"/>
              <a:gd name="connsiteY11" fmla="*/ 1681311 h 2165917"/>
              <a:gd name="connsiteX12" fmla="*/ 809063 w 1448855"/>
              <a:gd name="connsiteY12" fmla="*/ 1903027 h 2165917"/>
              <a:gd name="connsiteX13" fmla="*/ 740282 w 1448855"/>
              <a:gd name="connsiteY13" fmla="*/ 2114910 h 2165917"/>
              <a:gd name="connsiteX14" fmla="*/ 511213 w 1448855"/>
              <a:gd name="connsiteY14" fmla="*/ 1617091 h 2165917"/>
              <a:gd name="connsiteX15" fmla="*/ 442708 w 1448855"/>
              <a:gd name="connsiteY15" fmla="*/ 1173293 h 2165917"/>
              <a:gd name="connsiteX16" fmla="*/ 0 w 1448855"/>
              <a:gd name="connsiteY16" fmla="*/ 757085 h 2165917"/>
              <a:gd name="connsiteX17" fmla="*/ 250021 w 1448855"/>
              <a:gd name="connsiteY17" fmla="*/ 0 h 2165917"/>
              <a:gd name="connsiteX0" fmla="*/ 250021 w 1448855"/>
              <a:gd name="connsiteY0" fmla="*/ 0 h 2165917"/>
              <a:gd name="connsiteX1" fmla="*/ 836231 w 1448855"/>
              <a:gd name="connsiteY1" fmla="*/ 1032155 h 2165917"/>
              <a:gd name="connsiteX2" fmla="*/ 1047930 w 1448855"/>
              <a:gd name="connsiteY2" fmla="*/ 1186699 h 2165917"/>
              <a:gd name="connsiteX3" fmla="*/ 1357390 w 1448855"/>
              <a:gd name="connsiteY3" fmla="*/ 1558237 h 2165917"/>
              <a:gd name="connsiteX4" fmla="*/ 1444066 w 1448855"/>
              <a:gd name="connsiteY4" fmla="*/ 2026370 h 2165917"/>
              <a:gd name="connsiteX5" fmla="*/ 1374352 w 1448855"/>
              <a:gd name="connsiteY5" fmla="*/ 1988700 h 2165917"/>
              <a:gd name="connsiteX6" fmla="*/ 1361589 w 1448855"/>
              <a:gd name="connsiteY6" fmla="*/ 2136673 h 2165917"/>
              <a:gd name="connsiteX7" fmla="*/ 1284153 w 1448855"/>
              <a:gd name="connsiteY7" fmla="*/ 2061719 h 2165917"/>
              <a:gd name="connsiteX8" fmla="*/ 1253040 w 1448855"/>
              <a:gd name="connsiteY8" fmla="*/ 2164550 h 2165917"/>
              <a:gd name="connsiteX9" fmla="*/ 1141933 w 1448855"/>
              <a:gd name="connsiteY9" fmla="*/ 1713669 h 2165917"/>
              <a:gd name="connsiteX10" fmla="*/ 809064 w 1448855"/>
              <a:gd name="connsiteY10" fmla="*/ 1530712 h 2165917"/>
              <a:gd name="connsiteX11" fmla="*/ 772779 w 1448855"/>
              <a:gd name="connsiteY11" fmla="*/ 1681311 h 2165917"/>
              <a:gd name="connsiteX12" fmla="*/ 809063 w 1448855"/>
              <a:gd name="connsiteY12" fmla="*/ 1903027 h 2165917"/>
              <a:gd name="connsiteX13" fmla="*/ 740282 w 1448855"/>
              <a:gd name="connsiteY13" fmla="*/ 2114910 h 2165917"/>
              <a:gd name="connsiteX14" fmla="*/ 511213 w 1448855"/>
              <a:gd name="connsiteY14" fmla="*/ 1617091 h 2165917"/>
              <a:gd name="connsiteX15" fmla="*/ 442708 w 1448855"/>
              <a:gd name="connsiteY15" fmla="*/ 1173293 h 2165917"/>
              <a:gd name="connsiteX16" fmla="*/ 0 w 1448855"/>
              <a:gd name="connsiteY16" fmla="*/ 757085 h 2165917"/>
              <a:gd name="connsiteX17" fmla="*/ 250021 w 1448855"/>
              <a:gd name="connsiteY17" fmla="*/ 0 h 2165917"/>
              <a:gd name="connsiteX0" fmla="*/ 109668 w 1448855"/>
              <a:gd name="connsiteY0" fmla="*/ 0 h 2382353"/>
              <a:gd name="connsiteX1" fmla="*/ 836231 w 1448855"/>
              <a:gd name="connsiteY1" fmla="*/ 1248591 h 2382353"/>
              <a:gd name="connsiteX2" fmla="*/ 1047930 w 1448855"/>
              <a:gd name="connsiteY2" fmla="*/ 1403135 h 2382353"/>
              <a:gd name="connsiteX3" fmla="*/ 1357390 w 1448855"/>
              <a:gd name="connsiteY3" fmla="*/ 1774673 h 2382353"/>
              <a:gd name="connsiteX4" fmla="*/ 1444066 w 1448855"/>
              <a:gd name="connsiteY4" fmla="*/ 2242806 h 2382353"/>
              <a:gd name="connsiteX5" fmla="*/ 1374352 w 1448855"/>
              <a:gd name="connsiteY5" fmla="*/ 2205136 h 2382353"/>
              <a:gd name="connsiteX6" fmla="*/ 1361589 w 1448855"/>
              <a:gd name="connsiteY6" fmla="*/ 2353109 h 2382353"/>
              <a:gd name="connsiteX7" fmla="*/ 1284153 w 1448855"/>
              <a:gd name="connsiteY7" fmla="*/ 2278155 h 2382353"/>
              <a:gd name="connsiteX8" fmla="*/ 1253040 w 1448855"/>
              <a:gd name="connsiteY8" fmla="*/ 2380986 h 2382353"/>
              <a:gd name="connsiteX9" fmla="*/ 1141933 w 1448855"/>
              <a:gd name="connsiteY9" fmla="*/ 1930105 h 2382353"/>
              <a:gd name="connsiteX10" fmla="*/ 809064 w 1448855"/>
              <a:gd name="connsiteY10" fmla="*/ 1747148 h 2382353"/>
              <a:gd name="connsiteX11" fmla="*/ 772779 w 1448855"/>
              <a:gd name="connsiteY11" fmla="*/ 1897747 h 2382353"/>
              <a:gd name="connsiteX12" fmla="*/ 809063 w 1448855"/>
              <a:gd name="connsiteY12" fmla="*/ 2119463 h 2382353"/>
              <a:gd name="connsiteX13" fmla="*/ 740282 w 1448855"/>
              <a:gd name="connsiteY13" fmla="*/ 2331346 h 2382353"/>
              <a:gd name="connsiteX14" fmla="*/ 511213 w 1448855"/>
              <a:gd name="connsiteY14" fmla="*/ 1833527 h 2382353"/>
              <a:gd name="connsiteX15" fmla="*/ 442708 w 1448855"/>
              <a:gd name="connsiteY15" fmla="*/ 1389729 h 2382353"/>
              <a:gd name="connsiteX16" fmla="*/ 0 w 1448855"/>
              <a:gd name="connsiteY16" fmla="*/ 973521 h 2382353"/>
              <a:gd name="connsiteX17" fmla="*/ 109668 w 1448855"/>
              <a:gd name="connsiteY17" fmla="*/ 0 h 2382353"/>
              <a:gd name="connsiteX0" fmla="*/ 243702 w 1582889"/>
              <a:gd name="connsiteY0" fmla="*/ 0 h 2382353"/>
              <a:gd name="connsiteX1" fmla="*/ 970265 w 1582889"/>
              <a:gd name="connsiteY1" fmla="*/ 1248591 h 2382353"/>
              <a:gd name="connsiteX2" fmla="*/ 1181964 w 1582889"/>
              <a:gd name="connsiteY2" fmla="*/ 1403135 h 2382353"/>
              <a:gd name="connsiteX3" fmla="*/ 1491424 w 1582889"/>
              <a:gd name="connsiteY3" fmla="*/ 1774673 h 2382353"/>
              <a:gd name="connsiteX4" fmla="*/ 1578100 w 1582889"/>
              <a:gd name="connsiteY4" fmla="*/ 2242806 h 2382353"/>
              <a:gd name="connsiteX5" fmla="*/ 1508386 w 1582889"/>
              <a:gd name="connsiteY5" fmla="*/ 2205136 h 2382353"/>
              <a:gd name="connsiteX6" fmla="*/ 1495623 w 1582889"/>
              <a:gd name="connsiteY6" fmla="*/ 2353109 h 2382353"/>
              <a:gd name="connsiteX7" fmla="*/ 1418187 w 1582889"/>
              <a:gd name="connsiteY7" fmla="*/ 2278155 h 2382353"/>
              <a:gd name="connsiteX8" fmla="*/ 1387074 w 1582889"/>
              <a:gd name="connsiteY8" fmla="*/ 2380986 h 2382353"/>
              <a:gd name="connsiteX9" fmla="*/ 1275967 w 1582889"/>
              <a:gd name="connsiteY9" fmla="*/ 1930105 h 2382353"/>
              <a:gd name="connsiteX10" fmla="*/ 943098 w 1582889"/>
              <a:gd name="connsiteY10" fmla="*/ 1747148 h 2382353"/>
              <a:gd name="connsiteX11" fmla="*/ 906813 w 1582889"/>
              <a:gd name="connsiteY11" fmla="*/ 1897747 h 2382353"/>
              <a:gd name="connsiteX12" fmla="*/ 943097 w 1582889"/>
              <a:gd name="connsiteY12" fmla="*/ 2119463 h 2382353"/>
              <a:gd name="connsiteX13" fmla="*/ 874316 w 1582889"/>
              <a:gd name="connsiteY13" fmla="*/ 2331346 h 2382353"/>
              <a:gd name="connsiteX14" fmla="*/ 645247 w 1582889"/>
              <a:gd name="connsiteY14" fmla="*/ 1833527 h 2382353"/>
              <a:gd name="connsiteX15" fmla="*/ 576742 w 1582889"/>
              <a:gd name="connsiteY15" fmla="*/ 1389729 h 2382353"/>
              <a:gd name="connsiteX16" fmla="*/ 0 w 1582889"/>
              <a:gd name="connsiteY16" fmla="*/ 828153 h 2382353"/>
              <a:gd name="connsiteX17" fmla="*/ 243702 w 1582889"/>
              <a:gd name="connsiteY17" fmla="*/ 0 h 238235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951064 w 1590856"/>
              <a:gd name="connsiteY12" fmla="*/ 1976193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12460 w 1590856"/>
              <a:gd name="connsiteY13" fmla="*/ 2176948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64541 w 1590856"/>
              <a:gd name="connsiteY12" fmla="*/ 1965208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590856" h="2239083">
                <a:moveTo>
                  <a:pt x="307275" y="0"/>
                </a:moveTo>
                <a:cubicBezTo>
                  <a:pt x="502678" y="344052"/>
                  <a:pt x="782829" y="761269"/>
                  <a:pt x="978232" y="1105321"/>
                </a:cubicBezTo>
                <a:cubicBezTo>
                  <a:pt x="1050784" y="1151871"/>
                  <a:pt x="1075679" y="1171616"/>
                  <a:pt x="1189931" y="1259865"/>
                </a:cubicBezTo>
                <a:cubicBezTo>
                  <a:pt x="1276791" y="1347545"/>
                  <a:pt x="1433368" y="1491458"/>
                  <a:pt x="1499391" y="1631403"/>
                </a:cubicBezTo>
                <a:cubicBezTo>
                  <a:pt x="1532680" y="1799583"/>
                  <a:pt x="1610904" y="2065528"/>
                  <a:pt x="1586067" y="2099536"/>
                </a:cubicBezTo>
                <a:cubicBezTo>
                  <a:pt x="1574411" y="2111598"/>
                  <a:pt x="1547789" y="2095305"/>
                  <a:pt x="1516353" y="2061866"/>
                </a:cubicBezTo>
                <a:cubicBezTo>
                  <a:pt x="1518793" y="2138446"/>
                  <a:pt x="1516808" y="2197273"/>
                  <a:pt x="1503590" y="2209839"/>
                </a:cubicBezTo>
                <a:cubicBezTo>
                  <a:pt x="1487193" y="2221609"/>
                  <a:pt x="1456822" y="2189107"/>
                  <a:pt x="1426154" y="2134885"/>
                </a:cubicBezTo>
                <a:cubicBezTo>
                  <a:pt x="1417371" y="2189998"/>
                  <a:pt x="1407308" y="2229461"/>
                  <a:pt x="1395041" y="2237716"/>
                </a:cubicBezTo>
                <a:cubicBezTo>
                  <a:pt x="1347085" y="2261168"/>
                  <a:pt x="1281256" y="1977835"/>
                  <a:pt x="1283934" y="1786835"/>
                </a:cubicBezTo>
                <a:cubicBezTo>
                  <a:pt x="1209938" y="1641978"/>
                  <a:pt x="1013493" y="1604585"/>
                  <a:pt x="951065" y="1603878"/>
                </a:cubicBezTo>
                <a:cubicBezTo>
                  <a:pt x="890036" y="1615363"/>
                  <a:pt x="907830" y="1681504"/>
                  <a:pt x="914780" y="1754477"/>
                </a:cubicBezTo>
                <a:cubicBezTo>
                  <a:pt x="931157" y="1837897"/>
                  <a:pt x="1007725" y="1881210"/>
                  <a:pt x="1064541" y="1965208"/>
                </a:cubicBezTo>
                <a:cubicBezTo>
                  <a:pt x="1131741" y="2103968"/>
                  <a:pt x="1144235" y="2163803"/>
                  <a:pt x="1055852" y="2173239"/>
                </a:cubicBezTo>
                <a:cubicBezTo>
                  <a:pt x="1022185" y="2172465"/>
                  <a:pt x="790636" y="1931959"/>
                  <a:pt x="653214" y="1690257"/>
                </a:cubicBezTo>
                <a:cubicBezTo>
                  <a:pt x="585608" y="1542283"/>
                  <a:pt x="610343" y="1388340"/>
                  <a:pt x="584709" y="1246459"/>
                </a:cubicBezTo>
                <a:cubicBezTo>
                  <a:pt x="550141" y="1110536"/>
                  <a:pt x="169384" y="782819"/>
                  <a:pt x="0" y="661642"/>
                </a:cubicBezTo>
                <a:cubicBezTo>
                  <a:pt x="112443" y="400867"/>
                  <a:pt x="198981" y="291821"/>
                  <a:pt x="30727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C875CB8E-62FC-4369-A6D7-3CCD3AD82F14}"/>
              </a:ext>
            </a:extLst>
          </p:cNvPr>
          <p:cNvGrpSpPr/>
          <p:nvPr/>
        </p:nvGrpSpPr>
        <p:grpSpPr>
          <a:xfrm>
            <a:off x="1810196" y="3969017"/>
            <a:ext cx="293525" cy="293525"/>
            <a:chOff x="2460435" y="1380960"/>
            <a:chExt cx="914400" cy="914400"/>
          </a:xfrm>
          <a:solidFill>
            <a:schemeClr val="accent3"/>
          </a:solidFill>
        </p:grpSpPr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E1DADD15-B608-4FAD-94A0-90F2B8DB4BD5}"/>
                </a:ext>
              </a:extLst>
            </p:cNvPr>
            <p:cNvSpPr/>
            <p:nvPr/>
          </p:nvSpPr>
          <p:spPr>
            <a:xfrm>
              <a:off x="2460435" y="138096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F8A185BA-8227-4CA4-8FA9-AA7DF8206E2A}"/>
                </a:ext>
              </a:extLst>
            </p:cNvPr>
            <p:cNvSpPr/>
            <p:nvPr/>
          </p:nvSpPr>
          <p:spPr>
            <a:xfrm>
              <a:off x="2528509" y="1449034"/>
              <a:ext cx="778251" cy="778251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Block Arc 11">
              <a:extLst>
                <a:ext uri="{FF2B5EF4-FFF2-40B4-BE49-F238E27FC236}">
                  <a16:creationId xmlns:a16="http://schemas.microsoft.com/office/drawing/2014/main" id="{C6EC20B7-5B5D-4B36-A195-4C51CBF71349}"/>
                </a:ext>
              </a:extLst>
            </p:cNvPr>
            <p:cNvSpPr/>
            <p:nvPr/>
          </p:nvSpPr>
          <p:spPr>
            <a:xfrm>
              <a:off x="2761961" y="1573266"/>
              <a:ext cx="311347" cy="506602"/>
            </a:xfrm>
            <a:custGeom>
              <a:avLst/>
              <a:gdLst/>
              <a:ahLst/>
              <a:cxnLst/>
              <a:rect l="l" t="t" r="r" b="b"/>
              <a:pathLst>
                <a:path w="3636337" h="7138182">
                  <a:moveTo>
                    <a:pt x="1563551" y="3029061"/>
                  </a:moveTo>
                  <a:lnTo>
                    <a:pt x="1563551" y="1171769"/>
                  </a:lnTo>
                  <a:cubicBezTo>
                    <a:pt x="1444523" y="1201084"/>
                    <a:pt x="1330799" y="1254073"/>
                    <a:pt x="1228219" y="1328453"/>
                  </a:cubicBezTo>
                  <a:cubicBezTo>
                    <a:pt x="927220" y="1546705"/>
                    <a:pt x="771440" y="1913395"/>
                    <a:pt x="823311" y="2281559"/>
                  </a:cubicBezTo>
                  <a:cubicBezTo>
                    <a:pt x="886035" y="2761950"/>
                    <a:pt x="1181988" y="2923981"/>
                    <a:pt x="1563551" y="3029061"/>
                  </a:cubicBezTo>
                  <a:close/>
                  <a:moveTo>
                    <a:pt x="2056123" y="5971053"/>
                  </a:moveTo>
                  <a:cubicBezTo>
                    <a:pt x="2180706" y="5941789"/>
                    <a:pt x="2300029" y="5887431"/>
                    <a:pt x="2407191" y="5809729"/>
                  </a:cubicBezTo>
                  <a:cubicBezTo>
                    <a:pt x="2708190" y="5591477"/>
                    <a:pt x="2863970" y="5224787"/>
                    <a:pt x="2812099" y="4856623"/>
                  </a:cubicBezTo>
                  <a:cubicBezTo>
                    <a:pt x="2712300" y="4365494"/>
                    <a:pt x="2419393" y="4148018"/>
                    <a:pt x="2056123" y="4007016"/>
                  </a:cubicBezTo>
                  <a:close/>
                  <a:moveTo>
                    <a:pt x="2056123" y="7138182"/>
                  </a:moveTo>
                  <a:lnTo>
                    <a:pt x="1563551" y="7138182"/>
                  </a:lnTo>
                  <a:lnTo>
                    <a:pt x="1563551" y="6796553"/>
                  </a:lnTo>
                  <a:cubicBezTo>
                    <a:pt x="1376287" y="6771102"/>
                    <a:pt x="1191751" y="6715291"/>
                    <a:pt x="1016794" y="6629471"/>
                  </a:cubicBezTo>
                  <a:cubicBezTo>
                    <a:pt x="412303" y="6332946"/>
                    <a:pt x="21102" y="5726704"/>
                    <a:pt x="0" y="5053734"/>
                  </a:cubicBezTo>
                  <a:lnTo>
                    <a:pt x="813973" y="5028205"/>
                  </a:lnTo>
                  <a:cubicBezTo>
                    <a:pt x="825624" y="5399818"/>
                    <a:pt x="1041643" y="5734588"/>
                    <a:pt x="1375441" y="5898325"/>
                  </a:cubicBezTo>
                  <a:cubicBezTo>
                    <a:pt x="1436179" y="5928119"/>
                    <a:pt x="1499008" y="5951362"/>
                    <a:pt x="1563551" y="5965918"/>
                  </a:cubicBezTo>
                  <a:lnTo>
                    <a:pt x="1563551" y="3847635"/>
                  </a:lnTo>
                  <a:cubicBezTo>
                    <a:pt x="920238" y="3662345"/>
                    <a:pt x="233045" y="3450393"/>
                    <a:pt x="16852" y="2382091"/>
                  </a:cubicBezTo>
                  <a:cubicBezTo>
                    <a:pt x="-73403" y="1719933"/>
                    <a:pt x="208577" y="1061859"/>
                    <a:pt x="750173" y="669157"/>
                  </a:cubicBezTo>
                  <a:cubicBezTo>
                    <a:pt x="994931" y="491686"/>
                    <a:pt x="1274723" y="381458"/>
                    <a:pt x="1563551" y="341319"/>
                  </a:cubicBezTo>
                  <a:lnTo>
                    <a:pt x="1563551" y="0"/>
                  </a:lnTo>
                  <a:lnTo>
                    <a:pt x="2056123" y="0"/>
                  </a:lnTo>
                  <a:lnTo>
                    <a:pt x="2056123" y="339268"/>
                  </a:lnTo>
                  <a:cubicBezTo>
                    <a:pt x="2248752" y="363969"/>
                    <a:pt x="2438747" y="420481"/>
                    <a:pt x="2618616" y="508711"/>
                  </a:cubicBezTo>
                  <a:cubicBezTo>
                    <a:pt x="3223107" y="805237"/>
                    <a:pt x="3614308" y="1411478"/>
                    <a:pt x="3635410" y="2084448"/>
                  </a:cubicBezTo>
                  <a:lnTo>
                    <a:pt x="2821437" y="2109978"/>
                  </a:lnTo>
                  <a:cubicBezTo>
                    <a:pt x="2809786" y="1738364"/>
                    <a:pt x="2593767" y="1403594"/>
                    <a:pt x="2259969" y="1239857"/>
                  </a:cubicBezTo>
                  <a:cubicBezTo>
                    <a:pt x="2194243" y="1207617"/>
                    <a:pt x="2126069" y="1183046"/>
                    <a:pt x="2056123" y="1168235"/>
                  </a:cubicBezTo>
                  <a:lnTo>
                    <a:pt x="2056123" y="3150890"/>
                  </a:lnTo>
                  <a:cubicBezTo>
                    <a:pt x="2675271" y="3303511"/>
                    <a:pt x="3347939" y="3564428"/>
                    <a:pt x="3618512" y="4743007"/>
                  </a:cubicBezTo>
                  <a:cubicBezTo>
                    <a:pt x="3712448" y="5409725"/>
                    <a:pt x="3430336" y="6073786"/>
                    <a:pt x="2885237" y="6469025"/>
                  </a:cubicBezTo>
                  <a:cubicBezTo>
                    <a:pt x="2636047" y="6649712"/>
                    <a:pt x="2350538" y="6760700"/>
                    <a:pt x="2056123" y="67987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0" name="Group 13">
            <a:extLst>
              <a:ext uri="{FF2B5EF4-FFF2-40B4-BE49-F238E27FC236}">
                <a16:creationId xmlns:a16="http://schemas.microsoft.com/office/drawing/2014/main" id="{9924216D-58AA-4B93-A3D9-FBCE5C487B60}"/>
              </a:ext>
            </a:extLst>
          </p:cNvPr>
          <p:cNvGrpSpPr/>
          <p:nvPr/>
        </p:nvGrpSpPr>
        <p:grpSpPr>
          <a:xfrm>
            <a:off x="3415933" y="5299105"/>
            <a:ext cx="1756993" cy="954108"/>
            <a:chOff x="1067114" y="2905199"/>
            <a:chExt cx="1756993" cy="954108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81CB6AD-7692-4AAE-908A-6CCD597823F3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2C881CB-86E6-4381-9955-909491814BFD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3" name="Group 16">
            <a:extLst>
              <a:ext uri="{FF2B5EF4-FFF2-40B4-BE49-F238E27FC236}">
                <a16:creationId xmlns:a16="http://schemas.microsoft.com/office/drawing/2014/main" id="{E0507F04-0ED5-4E73-81CF-C0812D4E14D8}"/>
              </a:ext>
            </a:extLst>
          </p:cNvPr>
          <p:cNvGrpSpPr/>
          <p:nvPr/>
        </p:nvGrpSpPr>
        <p:grpSpPr>
          <a:xfrm>
            <a:off x="1007869" y="5299105"/>
            <a:ext cx="1756993" cy="954108"/>
            <a:chOff x="1067114" y="2905199"/>
            <a:chExt cx="1756993" cy="954108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B9A6AA7-7B4B-49CA-B00C-68FE13BC4B84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D417896-9CB8-4195-85D2-B938F3940D3E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6" name="Group 19">
            <a:extLst>
              <a:ext uri="{FF2B5EF4-FFF2-40B4-BE49-F238E27FC236}">
                <a16:creationId xmlns:a16="http://schemas.microsoft.com/office/drawing/2014/main" id="{E3BD0D0B-A11C-4665-9208-C0EAF9EBA9FC}"/>
              </a:ext>
            </a:extLst>
          </p:cNvPr>
          <p:cNvGrpSpPr/>
          <p:nvPr/>
        </p:nvGrpSpPr>
        <p:grpSpPr>
          <a:xfrm>
            <a:off x="5887367" y="5299105"/>
            <a:ext cx="1756993" cy="954108"/>
            <a:chOff x="1067114" y="2905199"/>
            <a:chExt cx="1756993" cy="954108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B6C50F1-9E54-4D1E-AA4D-A520CD9C9815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16D35D4-ACB9-42C2-B72D-1717CD1DA12E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9" name="Group 22">
            <a:extLst>
              <a:ext uri="{FF2B5EF4-FFF2-40B4-BE49-F238E27FC236}">
                <a16:creationId xmlns:a16="http://schemas.microsoft.com/office/drawing/2014/main" id="{B1F3CB2E-CB53-4BEC-9BEF-66089D5F431C}"/>
              </a:ext>
            </a:extLst>
          </p:cNvPr>
          <p:cNvGrpSpPr/>
          <p:nvPr/>
        </p:nvGrpSpPr>
        <p:grpSpPr>
          <a:xfrm>
            <a:off x="8580147" y="5307991"/>
            <a:ext cx="1756993" cy="954108"/>
            <a:chOff x="1067114" y="2905199"/>
            <a:chExt cx="1756993" cy="954108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496BF14-9CF6-414D-8D0C-211C4BC5CB4C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F5EB27A-F0F0-4EC5-931A-02D636028AB6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152" name="Picture 5">
            <a:extLst>
              <a:ext uri="{FF2B5EF4-FFF2-40B4-BE49-F238E27FC236}">
                <a16:creationId xmlns:a16="http://schemas.microsoft.com/office/drawing/2014/main" id="{A88D7E02-9BF9-424A-97B3-3970B3C7D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32317" y="2101137"/>
            <a:ext cx="2213201" cy="143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52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6C224491-1F18-4B3F-9EC0-8DFAD78FE574}"/>
              </a:ext>
            </a:extLst>
          </p:cNvPr>
          <p:cNvSpPr/>
          <p:nvPr/>
        </p:nvSpPr>
        <p:spPr>
          <a:xfrm>
            <a:off x="1052845" y="1928781"/>
            <a:ext cx="139215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3"/>
                </a:solidFill>
              </a:rPr>
              <a:t>80%</a:t>
            </a:r>
            <a:endParaRPr lang="ko-KR" altLang="en-US" sz="4400" b="1" dirty="0">
              <a:solidFill>
                <a:schemeClr val="accent3"/>
              </a:solidFill>
            </a:endParaRPr>
          </a:p>
        </p:txBody>
      </p:sp>
      <p:sp>
        <p:nvSpPr>
          <p:cNvPr id="6" name="Rectangle 36">
            <a:extLst>
              <a:ext uri="{FF2B5EF4-FFF2-40B4-BE49-F238E27FC236}">
                <a16:creationId xmlns:a16="http://schemas.microsoft.com/office/drawing/2014/main" id="{DD697B46-F28B-4913-9CF3-5E8812EB4790}"/>
              </a:ext>
            </a:extLst>
          </p:cNvPr>
          <p:cNvSpPr/>
          <p:nvPr/>
        </p:nvSpPr>
        <p:spPr>
          <a:xfrm>
            <a:off x="2456685" y="1944169"/>
            <a:ext cx="3536238" cy="738664"/>
          </a:xfrm>
          <a:prstGeom prst="rect">
            <a:avLst/>
          </a:prstGeom>
        </p:spPr>
        <p:txBody>
          <a:bodyPr wrap="square" lIns="72000" rIns="7200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39">
            <a:extLst>
              <a:ext uri="{FF2B5EF4-FFF2-40B4-BE49-F238E27FC236}">
                <a16:creationId xmlns:a16="http://schemas.microsoft.com/office/drawing/2014/main" id="{0D04C785-2D7E-4EFC-9BA9-7FAEFB544D1B}"/>
              </a:ext>
            </a:extLst>
          </p:cNvPr>
          <p:cNvSpPr/>
          <p:nvPr/>
        </p:nvSpPr>
        <p:spPr>
          <a:xfrm>
            <a:off x="1052845" y="3216717"/>
            <a:ext cx="139215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4"/>
                </a:solidFill>
              </a:rPr>
              <a:t>70%</a:t>
            </a:r>
            <a:endParaRPr lang="ko-KR" altLang="en-US" sz="4400" b="1" dirty="0">
              <a:solidFill>
                <a:schemeClr val="accent4"/>
              </a:solidFill>
            </a:endParaRPr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3752D119-F9CB-44F2-A56F-5616773EA2A5}"/>
              </a:ext>
            </a:extLst>
          </p:cNvPr>
          <p:cNvSpPr/>
          <p:nvPr/>
        </p:nvSpPr>
        <p:spPr>
          <a:xfrm>
            <a:off x="2456685" y="3232105"/>
            <a:ext cx="3536238" cy="738664"/>
          </a:xfrm>
          <a:prstGeom prst="rect">
            <a:avLst/>
          </a:prstGeom>
        </p:spPr>
        <p:txBody>
          <a:bodyPr wrap="square" lIns="72000" rIns="7200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" name="Group 41">
            <a:extLst>
              <a:ext uri="{FF2B5EF4-FFF2-40B4-BE49-F238E27FC236}">
                <a16:creationId xmlns:a16="http://schemas.microsoft.com/office/drawing/2014/main" id="{50CCF07A-88CB-4F27-A4AD-04ACBB173592}"/>
              </a:ext>
            </a:extLst>
          </p:cNvPr>
          <p:cNvGrpSpPr/>
          <p:nvPr/>
        </p:nvGrpSpPr>
        <p:grpSpPr>
          <a:xfrm>
            <a:off x="906449" y="4399748"/>
            <a:ext cx="9599626" cy="1744100"/>
            <a:chOff x="-396776" y="3590427"/>
            <a:chExt cx="8136904" cy="1744100"/>
          </a:xfrm>
        </p:grpSpPr>
        <p:sp>
          <p:nvSpPr>
            <p:cNvPr id="10" name="Rectangle 42">
              <a:extLst>
                <a:ext uri="{FF2B5EF4-FFF2-40B4-BE49-F238E27FC236}">
                  <a16:creationId xmlns:a16="http://schemas.microsoft.com/office/drawing/2014/main" id="{42BFAEFE-1600-4527-815D-D92802BAE145}"/>
                </a:ext>
              </a:extLst>
            </p:cNvPr>
            <p:cNvSpPr/>
            <p:nvPr/>
          </p:nvSpPr>
          <p:spPr>
            <a:xfrm>
              <a:off x="-396776" y="3949532"/>
              <a:ext cx="8136904" cy="1384995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Easy to change colors, photos and Text. 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Time, Money and Reputation. 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Rectangle 43">
              <a:extLst>
                <a:ext uri="{FF2B5EF4-FFF2-40B4-BE49-F238E27FC236}">
                  <a16:creationId xmlns:a16="http://schemas.microsoft.com/office/drawing/2014/main" id="{D6233747-530C-444C-A3F7-AF9367A532F4}"/>
                </a:ext>
              </a:extLst>
            </p:cNvPr>
            <p:cNvSpPr/>
            <p:nvPr/>
          </p:nvSpPr>
          <p:spPr>
            <a:xfrm>
              <a:off x="-396776" y="3590427"/>
              <a:ext cx="81369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Here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2EB088B-C805-4AFC-B101-7AC25C67A666}"/>
              </a:ext>
            </a:extLst>
          </p:cNvPr>
          <p:cNvGrpSpPr/>
          <p:nvPr/>
        </p:nvGrpSpPr>
        <p:grpSpPr>
          <a:xfrm>
            <a:off x="6707963" y="1850631"/>
            <a:ext cx="4489961" cy="925740"/>
            <a:chOff x="6707963" y="1850631"/>
            <a:chExt cx="4489961" cy="925740"/>
          </a:xfrm>
        </p:grpSpPr>
        <p:sp>
          <p:nvSpPr>
            <p:cNvPr id="13" name="Round Same Side Corner Rectangle 8">
              <a:extLst>
                <a:ext uri="{FF2B5EF4-FFF2-40B4-BE49-F238E27FC236}">
                  <a16:creationId xmlns:a16="http://schemas.microsoft.com/office/drawing/2014/main" id="{3ED6A5D1-0758-48E6-AF67-A2A11A278413}"/>
                </a:ext>
              </a:extLst>
            </p:cNvPr>
            <p:cNvSpPr/>
            <p:nvPr/>
          </p:nvSpPr>
          <p:spPr>
            <a:xfrm>
              <a:off x="670796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4" name="Round Same Side Corner Rectangle 8">
              <a:extLst>
                <a:ext uri="{FF2B5EF4-FFF2-40B4-BE49-F238E27FC236}">
                  <a16:creationId xmlns:a16="http://schemas.microsoft.com/office/drawing/2014/main" id="{A820B336-32CA-4B74-A58E-CDFC0AB06EF5}"/>
                </a:ext>
              </a:extLst>
            </p:cNvPr>
            <p:cNvSpPr/>
            <p:nvPr/>
          </p:nvSpPr>
          <p:spPr>
            <a:xfrm>
              <a:off x="716779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5" name="Round Same Side Corner Rectangle 8">
              <a:extLst>
                <a:ext uri="{FF2B5EF4-FFF2-40B4-BE49-F238E27FC236}">
                  <a16:creationId xmlns:a16="http://schemas.microsoft.com/office/drawing/2014/main" id="{7C270FFD-9916-4367-95D5-2E6420C88AC2}"/>
                </a:ext>
              </a:extLst>
            </p:cNvPr>
            <p:cNvSpPr/>
            <p:nvPr/>
          </p:nvSpPr>
          <p:spPr>
            <a:xfrm>
              <a:off x="762762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6" name="Round Same Side Corner Rectangle 8">
              <a:extLst>
                <a:ext uri="{FF2B5EF4-FFF2-40B4-BE49-F238E27FC236}">
                  <a16:creationId xmlns:a16="http://schemas.microsoft.com/office/drawing/2014/main" id="{1DA3D241-CB21-48E5-B547-3735D5C645B1}"/>
                </a:ext>
              </a:extLst>
            </p:cNvPr>
            <p:cNvSpPr/>
            <p:nvPr/>
          </p:nvSpPr>
          <p:spPr>
            <a:xfrm>
              <a:off x="808745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7" name="Round Same Side Corner Rectangle 8">
              <a:extLst>
                <a:ext uri="{FF2B5EF4-FFF2-40B4-BE49-F238E27FC236}">
                  <a16:creationId xmlns:a16="http://schemas.microsoft.com/office/drawing/2014/main" id="{E43BC9D4-4A1C-4063-9348-EAD6022D601C}"/>
                </a:ext>
              </a:extLst>
            </p:cNvPr>
            <p:cNvSpPr/>
            <p:nvPr/>
          </p:nvSpPr>
          <p:spPr>
            <a:xfrm>
              <a:off x="854728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8" name="Round Same Side Corner Rectangle 8">
              <a:extLst>
                <a:ext uri="{FF2B5EF4-FFF2-40B4-BE49-F238E27FC236}">
                  <a16:creationId xmlns:a16="http://schemas.microsoft.com/office/drawing/2014/main" id="{55C7EBAC-8272-451B-952B-097BAB8932EE}"/>
                </a:ext>
              </a:extLst>
            </p:cNvPr>
            <p:cNvSpPr/>
            <p:nvPr/>
          </p:nvSpPr>
          <p:spPr>
            <a:xfrm>
              <a:off x="900711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9" name="Round Same Side Corner Rectangle 8">
              <a:extLst>
                <a:ext uri="{FF2B5EF4-FFF2-40B4-BE49-F238E27FC236}">
                  <a16:creationId xmlns:a16="http://schemas.microsoft.com/office/drawing/2014/main" id="{59047473-E672-42FF-8C95-8DF632DEA3DC}"/>
                </a:ext>
              </a:extLst>
            </p:cNvPr>
            <p:cNvSpPr/>
            <p:nvPr/>
          </p:nvSpPr>
          <p:spPr>
            <a:xfrm>
              <a:off x="946694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0" name="Round Same Side Corner Rectangle 8">
              <a:extLst>
                <a:ext uri="{FF2B5EF4-FFF2-40B4-BE49-F238E27FC236}">
                  <a16:creationId xmlns:a16="http://schemas.microsoft.com/office/drawing/2014/main" id="{263200EE-5357-4499-84F4-297E1A2E861C}"/>
                </a:ext>
              </a:extLst>
            </p:cNvPr>
            <p:cNvSpPr/>
            <p:nvPr/>
          </p:nvSpPr>
          <p:spPr>
            <a:xfrm>
              <a:off x="992677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1" name="Round Same Side Corner Rectangle 8">
              <a:extLst>
                <a:ext uri="{FF2B5EF4-FFF2-40B4-BE49-F238E27FC236}">
                  <a16:creationId xmlns:a16="http://schemas.microsoft.com/office/drawing/2014/main" id="{15CAEC47-7621-4CED-9F04-CCDC069FB0B6}"/>
                </a:ext>
              </a:extLst>
            </p:cNvPr>
            <p:cNvSpPr/>
            <p:nvPr/>
          </p:nvSpPr>
          <p:spPr>
            <a:xfrm>
              <a:off x="1038660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2" name="Round Same Side Corner Rectangle 8">
              <a:extLst>
                <a:ext uri="{FF2B5EF4-FFF2-40B4-BE49-F238E27FC236}">
                  <a16:creationId xmlns:a16="http://schemas.microsoft.com/office/drawing/2014/main" id="{587070D8-466C-4B21-A144-46AC0C8AFFC9}"/>
                </a:ext>
              </a:extLst>
            </p:cNvPr>
            <p:cNvSpPr/>
            <p:nvPr/>
          </p:nvSpPr>
          <p:spPr>
            <a:xfrm>
              <a:off x="1084643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E9E5B58-0B9D-46EB-8690-5CA05EFEB6AE}"/>
              </a:ext>
            </a:extLst>
          </p:cNvPr>
          <p:cNvGrpSpPr/>
          <p:nvPr/>
        </p:nvGrpSpPr>
        <p:grpSpPr>
          <a:xfrm>
            <a:off x="6666265" y="3091894"/>
            <a:ext cx="4547545" cy="925741"/>
            <a:chOff x="6666265" y="3091894"/>
            <a:chExt cx="4547545" cy="925741"/>
          </a:xfrm>
          <a:solidFill>
            <a:schemeClr val="accent4"/>
          </a:solidFill>
        </p:grpSpPr>
        <p:sp>
          <p:nvSpPr>
            <p:cNvPr id="24" name="Round Same Side Corner Rectangle 20">
              <a:extLst>
                <a:ext uri="{FF2B5EF4-FFF2-40B4-BE49-F238E27FC236}">
                  <a16:creationId xmlns:a16="http://schemas.microsoft.com/office/drawing/2014/main" id="{64BC5DBB-C633-499A-BADC-612786175A1F}"/>
                </a:ext>
              </a:extLst>
            </p:cNvPr>
            <p:cNvSpPr/>
            <p:nvPr/>
          </p:nvSpPr>
          <p:spPr>
            <a:xfrm rot="10800000">
              <a:off x="6666265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5" name="Round Same Side Corner Rectangle 20">
              <a:extLst>
                <a:ext uri="{FF2B5EF4-FFF2-40B4-BE49-F238E27FC236}">
                  <a16:creationId xmlns:a16="http://schemas.microsoft.com/office/drawing/2014/main" id="{B757F461-ED5D-42FD-9417-F0D4AE691B54}"/>
                </a:ext>
              </a:extLst>
            </p:cNvPr>
            <p:cNvSpPr/>
            <p:nvPr/>
          </p:nvSpPr>
          <p:spPr>
            <a:xfrm rot="10800000">
              <a:off x="7123329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6" name="Round Same Side Corner Rectangle 20">
              <a:extLst>
                <a:ext uri="{FF2B5EF4-FFF2-40B4-BE49-F238E27FC236}">
                  <a16:creationId xmlns:a16="http://schemas.microsoft.com/office/drawing/2014/main" id="{E6E70242-6E2D-4D12-AE1C-DDC4D9B6245C}"/>
                </a:ext>
              </a:extLst>
            </p:cNvPr>
            <p:cNvSpPr/>
            <p:nvPr/>
          </p:nvSpPr>
          <p:spPr>
            <a:xfrm rot="10800000">
              <a:off x="7580393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7" name="Round Same Side Corner Rectangle 20">
              <a:extLst>
                <a:ext uri="{FF2B5EF4-FFF2-40B4-BE49-F238E27FC236}">
                  <a16:creationId xmlns:a16="http://schemas.microsoft.com/office/drawing/2014/main" id="{F8794DD5-4B93-488C-BA34-5556D8FE6599}"/>
                </a:ext>
              </a:extLst>
            </p:cNvPr>
            <p:cNvSpPr/>
            <p:nvPr/>
          </p:nvSpPr>
          <p:spPr>
            <a:xfrm rot="10800000">
              <a:off x="8037457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8" name="Round Same Side Corner Rectangle 20">
              <a:extLst>
                <a:ext uri="{FF2B5EF4-FFF2-40B4-BE49-F238E27FC236}">
                  <a16:creationId xmlns:a16="http://schemas.microsoft.com/office/drawing/2014/main" id="{14AFB00F-70D3-4585-9518-031B263E963E}"/>
                </a:ext>
              </a:extLst>
            </p:cNvPr>
            <p:cNvSpPr/>
            <p:nvPr/>
          </p:nvSpPr>
          <p:spPr>
            <a:xfrm rot="10800000">
              <a:off x="8505824" y="3114674"/>
              <a:ext cx="422665" cy="902960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9" name="Round Same Side Corner Rectangle 20">
              <a:extLst>
                <a:ext uri="{FF2B5EF4-FFF2-40B4-BE49-F238E27FC236}">
                  <a16:creationId xmlns:a16="http://schemas.microsoft.com/office/drawing/2014/main" id="{53035DA2-F97E-4DFF-9CB6-7E6C3277D325}"/>
                </a:ext>
              </a:extLst>
            </p:cNvPr>
            <p:cNvSpPr/>
            <p:nvPr/>
          </p:nvSpPr>
          <p:spPr>
            <a:xfrm rot="10800000">
              <a:off x="8951585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0" name="Round Same Side Corner Rectangle 20">
              <a:extLst>
                <a:ext uri="{FF2B5EF4-FFF2-40B4-BE49-F238E27FC236}">
                  <a16:creationId xmlns:a16="http://schemas.microsoft.com/office/drawing/2014/main" id="{DE8137C1-67A9-46F6-994E-E77CBBF46166}"/>
                </a:ext>
              </a:extLst>
            </p:cNvPr>
            <p:cNvSpPr/>
            <p:nvPr/>
          </p:nvSpPr>
          <p:spPr>
            <a:xfrm rot="10800000">
              <a:off x="9408649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1" name="Round Same Side Corner Rectangle 20">
              <a:extLst>
                <a:ext uri="{FF2B5EF4-FFF2-40B4-BE49-F238E27FC236}">
                  <a16:creationId xmlns:a16="http://schemas.microsoft.com/office/drawing/2014/main" id="{676C1E5C-6DBD-498C-B1E9-C13CEEC017CC}"/>
                </a:ext>
              </a:extLst>
            </p:cNvPr>
            <p:cNvSpPr/>
            <p:nvPr/>
          </p:nvSpPr>
          <p:spPr>
            <a:xfrm rot="10800000">
              <a:off x="9865713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2" name="Round Same Side Corner Rectangle 20">
              <a:extLst>
                <a:ext uri="{FF2B5EF4-FFF2-40B4-BE49-F238E27FC236}">
                  <a16:creationId xmlns:a16="http://schemas.microsoft.com/office/drawing/2014/main" id="{7E3CCFD9-47FD-4A2E-AD24-9489474C88BD}"/>
                </a:ext>
              </a:extLst>
            </p:cNvPr>
            <p:cNvSpPr/>
            <p:nvPr/>
          </p:nvSpPr>
          <p:spPr>
            <a:xfrm rot="10800000">
              <a:off x="10322777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3" name="Round Same Side Corner Rectangle 20">
              <a:extLst>
                <a:ext uri="{FF2B5EF4-FFF2-40B4-BE49-F238E27FC236}">
                  <a16:creationId xmlns:a16="http://schemas.microsoft.com/office/drawing/2014/main" id="{EFCF142E-249E-442E-A91F-C499CF5ABB57}"/>
                </a:ext>
              </a:extLst>
            </p:cNvPr>
            <p:cNvSpPr/>
            <p:nvPr/>
          </p:nvSpPr>
          <p:spPr>
            <a:xfrm rot="10800000">
              <a:off x="10779841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2662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95373" y="868114"/>
            <a:ext cx="70755" cy="126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743795-DD45-496A-A9C1-82AF45DDD4E2}"/>
              </a:ext>
            </a:extLst>
          </p:cNvPr>
          <p:cNvSpPr txBox="1"/>
          <p:nvPr/>
        </p:nvSpPr>
        <p:spPr>
          <a:xfrm>
            <a:off x="1050676" y="792997"/>
            <a:ext cx="1985200" cy="470890"/>
          </a:xfrm>
          <a:prstGeom prst="rect">
            <a:avLst/>
          </a:prstGeom>
          <a:noFill/>
        </p:spPr>
        <p:txBody>
          <a:bodyPr lIns="0" anchor="ctr"/>
          <a:lstStyle>
            <a:lvl1pPr indent="0">
              <a:spcBef>
                <a:spcPct val="20000"/>
              </a:spcBef>
              <a:buFontTx/>
              <a:buNone/>
              <a:defRPr sz="2400" b="1" baseline="0">
                <a:solidFill>
                  <a:schemeClr val="bg1"/>
                </a:solidFill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 sz="3600" dirty="0">
                <a:latin typeface="+mj-lt"/>
              </a:rPr>
              <a:t>SIMPLE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D02ADE-73BA-4BC0-A0DE-1DD88066303A}"/>
              </a:ext>
            </a:extLst>
          </p:cNvPr>
          <p:cNvSpPr/>
          <p:nvPr/>
        </p:nvSpPr>
        <p:spPr>
          <a:xfrm>
            <a:off x="1050678" y="1254886"/>
            <a:ext cx="2899975" cy="47089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36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PORTFOLIO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DB371C-D47E-4868-8193-EB4A30D389AD}"/>
              </a:ext>
            </a:extLst>
          </p:cNvPr>
          <p:cNvSpPr/>
          <p:nvPr/>
        </p:nvSpPr>
        <p:spPr>
          <a:xfrm>
            <a:off x="1050678" y="1716774"/>
            <a:ext cx="3631794" cy="470890"/>
          </a:xfrm>
          <a:prstGeom prst="rect">
            <a:avLst/>
          </a:prstGeom>
          <a:noFill/>
        </p:spPr>
        <p:txBody>
          <a:bodyPr lIns="0" anchor="ctr"/>
          <a:lstStyle/>
          <a:p>
            <a:r>
              <a:rPr lang="en-US" altLang="ko-KR" sz="3600" b="1" dirty="0">
                <a:solidFill>
                  <a:schemeClr val="bg1"/>
                </a:solidFill>
                <a:latin typeface="+mj-lt"/>
              </a:rPr>
              <a:t>PRESENTATION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B2793266-D514-4CD6-A989-65A80987CCAE}"/>
              </a:ext>
            </a:extLst>
          </p:cNvPr>
          <p:cNvSpPr txBox="1">
            <a:spLocks/>
          </p:cNvSpPr>
          <p:nvPr/>
        </p:nvSpPr>
        <p:spPr>
          <a:xfrm>
            <a:off x="2208478" y="5712777"/>
            <a:ext cx="2820722" cy="664474"/>
          </a:xfrm>
          <a:prstGeom prst="rect">
            <a:avLst/>
          </a:prstGeom>
        </p:spPr>
        <p:txBody>
          <a:bodyPr lIns="0" anchor="t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12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chemeClr val="bg1"/>
                </a:solidFill>
              </a:rPr>
              <a:t>Get a modern PowerPoint  Presentation that is beautifully designed. I hope and I believe that this Template will your Time. 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46"/>
          </p:nvPr>
        </p:nvSpPr>
        <p:spPr/>
      </p:sp>
    </p:spTree>
    <p:extLst>
      <p:ext uri="{BB962C8B-B14F-4D97-AF65-F5344CB8AC3E}">
        <p14:creationId xmlns:p14="http://schemas.microsoft.com/office/powerpoint/2010/main" val="380559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66707826-A73C-4DDF-95A5-7831CDFE3223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0" y="4965681"/>
            <a:ext cx="3001168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1">
            <a:extLst>
              <a:ext uri="{FF2B5EF4-FFF2-40B4-BE49-F238E27FC236}">
                <a16:creationId xmlns:a16="http://schemas.microsoft.com/office/drawing/2014/main" id="{B411BB77-3B57-4AB3-B211-E230343A831D}"/>
              </a:ext>
            </a:extLst>
          </p:cNvPr>
          <p:cNvCxnSpPr>
            <a:cxnSpLocks/>
            <a:stCxn id="12" idx="6"/>
            <a:endCxn id="13" idx="3"/>
          </p:cNvCxnSpPr>
          <p:nvPr/>
        </p:nvCxnSpPr>
        <p:spPr>
          <a:xfrm flipV="1">
            <a:off x="3164910" y="4587718"/>
            <a:ext cx="1647549" cy="377963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75882E5A-0596-4A2B-818D-046A3659B969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7436644" y="3725000"/>
            <a:ext cx="2108881" cy="377412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5">
            <a:extLst>
              <a:ext uri="{FF2B5EF4-FFF2-40B4-BE49-F238E27FC236}">
                <a16:creationId xmlns:a16="http://schemas.microsoft.com/office/drawing/2014/main" id="{4CA29BCA-F24D-4781-80F3-8C696A2C7B17}"/>
              </a:ext>
            </a:extLst>
          </p:cNvPr>
          <p:cNvCxnSpPr>
            <a:cxnSpLocks/>
          </p:cNvCxnSpPr>
          <p:nvPr/>
        </p:nvCxnSpPr>
        <p:spPr>
          <a:xfrm flipV="1">
            <a:off x="9709267" y="2179789"/>
            <a:ext cx="1361375" cy="525099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6">
            <a:extLst>
              <a:ext uri="{FF2B5EF4-FFF2-40B4-BE49-F238E27FC236}">
                <a16:creationId xmlns:a16="http://schemas.microsoft.com/office/drawing/2014/main" id="{1BA8C43D-5DA9-49C9-A152-2D6939F36A26}"/>
              </a:ext>
            </a:extLst>
          </p:cNvPr>
          <p:cNvCxnSpPr>
            <a:cxnSpLocks/>
            <a:stCxn id="16" idx="7"/>
          </p:cNvCxnSpPr>
          <p:nvPr/>
        </p:nvCxnSpPr>
        <p:spPr>
          <a:xfrm flipV="1">
            <a:off x="9685288" y="2704888"/>
            <a:ext cx="23979" cy="96222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7">
            <a:extLst>
              <a:ext uri="{FF2B5EF4-FFF2-40B4-BE49-F238E27FC236}">
                <a16:creationId xmlns:a16="http://schemas.microsoft.com/office/drawing/2014/main" id="{92DC2BEA-A07F-436A-A2DF-BD2F879AF48F}"/>
              </a:ext>
            </a:extLst>
          </p:cNvPr>
          <p:cNvSpPr/>
          <p:nvPr/>
        </p:nvSpPr>
        <p:spPr>
          <a:xfrm>
            <a:off x="3001168" y="4883810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Oval 18">
            <a:extLst>
              <a:ext uri="{FF2B5EF4-FFF2-40B4-BE49-F238E27FC236}">
                <a16:creationId xmlns:a16="http://schemas.microsoft.com/office/drawing/2014/main" id="{B1A7000F-D6DA-409F-99B6-5FADDAD5344C}"/>
              </a:ext>
            </a:extLst>
          </p:cNvPr>
          <p:cNvSpPr/>
          <p:nvPr/>
        </p:nvSpPr>
        <p:spPr>
          <a:xfrm>
            <a:off x="4788480" y="4447955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Oval 21">
            <a:extLst>
              <a:ext uri="{FF2B5EF4-FFF2-40B4-BE49-F238E27FC236}">
                <a16:creationId xmlns:a16="http://schemas.microsoft.com/office/drawing/2014/main" id="{15FBB45C-F174-4895-B55A-E3AFE74AED58}"/>
              </a:ext>
            </a:extLst>
          </p:cNvPr>
          <p:cNvSpPr/>
          <p:nvPr/>
        </p:nvSpPr>
        <p:spPr>
          <a:xfrm>
            <a:off x="9545525" y="3643129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72FBF2-09B2-4F98-BB1C-DACA7F7E9DDA}"/>
              </a:ext>
            </a:extLst>
          </p:cNvPr>
          <p:cNvSpPr txBox="1"/>
          <p:nvPr/>
        </p:nvSpPr>
        <p:spPr>
          <a:xfrm>
            <a:off x="4040722" y="3806871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2"/>
                </a:solidFill>
                <a:cs typeface="Arial" pitchFamily="34" charset="0"/>
              </a:rPr>
              <a:t>02</a:t>
            </a:r>
            <a:endParaRPr lang="ko-KR" altLang="en-US" sz="3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31E5-9DD4-47DE-93E7-7057F71B8246}"/>
              </a:ext>
            </a:extLst>
          </p:cNvPr>
          <p:cNvSpPr txBox="1"/>
          <p:nvPr/>
        </p:nvSpPr>
        <p:spPr>
          <a:xfrm>
            <a:off x="7051379" y="4244003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3"/>
                </a:solidFill>
                <a:cs typeface="Arial" pitchFamily="34" charset="0"/>
              </a:rPr>
              <a:t>03</a:t>
            </a:r>
            <a:endParaRPr lang="ko-KR" altLang="en-US" sz="3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1ECBA4-3536-4DAE-BD3A-7C28D7848D05}"/>
              </a:ext>
            </a:extLst>
          </p:cNvPr>
          <p:cNvSpPr txBox="1"/>
          <p:nvPr/>
        </p:nvSpPr>
        <p:spPr>
          <a:xfrm>
            <a:off x="9255143" y="3945051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4"/>
                </a:solidFill>
                <a:cs typeface="Arial" pitchFamily="34" charset="0"/>
              </a:rPr>
              <a:t>04</a:t>
            </a:r>
            <a:endParaRPr lang="ko-KR" altLang="en-US" sz="3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21" name="Group 30">
            <a:extLst>
              <a:ext uri="{FF2B5EF4-FFF2-40B4-BE49-F238E27FC236}">
                <a16:creationId xmlns:a16="http://schemas.microsoft.com/office/drawing/2014/main" id="{F5388653-ED2C-4B0C-9BA3-084156641E3B}"/>
              </a:ext>
            </a:extLst>
          </p:cNvPr>
          <p:cNvGrpSpPr/>
          <p:nvPr/>
        </p:nvGrpSpPr>
        <p:grpSpPr>
          <a:xfrm>
            <a:off x="2249229" y="3507246"/>
            <a:ext cx="1731699" cy="929990"/>
            <a:chOff x="993672" y="3632214"/>
            <a:chExt cx="1989414" cy="9299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E50C937-5D3E-4853-B02B-BD0E828EA51D}"/>
                </a:ext>
              </a:extLst>
            </p:cNvPr>
            <p:cNvSpPr txBox="1"/>
            <p:nvPr/>
          </p:nvSpPr>
          <p:spPr>
            <a:xfrm>
              <a:off x="993672" y="3632214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C0DCA0-FBD6-47D3-BD3B-C7BF76A30214}"/>
                </a:ext>
              </a:extLst>
            </p:cNvPr>
            <p:cNvSpPr txBox="1"/>
            <p:nvPr/>
          </p:nvSpPr>
          <p:spPr>
            <a:xfrm>
              <a:off x="993672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33">
            <a:extLst>
              <a:ext uri="{FF2B5EF4-FFF2-40B4-BE49-F238E27FC236}">
                <a16:creationId xmlns:a16="http://schemas.microsoft.com/office/drawing/2014/main" id="{25FD6A15-7BEC-4646-8A35-3D7EAAEEC293}"/>
              </a:ext>
            </a:extLst>
          </p:cNvPr>
          <p:cNvGrpSpPr/>
          <p:nvPr/>
        </p:nvGrpSpPr>
        <p:grpSpPr>
          <a:xfrm>
            <a:off x="6978078" y="4965681"/>
            <a:ext cx="1731699" cy="929990"/>
            <a:chOff x="993672" y="3632214"/>
            <a:chExt cx="1989414" cy="92999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B08EFA-738B-4652-9FFA-0865B3D0EADF}"/>
                </a:ext>
              </a:extLst>
            </p:cNvPr>
            <p:cNvSpPr txBox="1"/>
            <p:nvPr/>
          </p:nvSpPr>
          <p:spPr>
            <a:xfrm>
              <a:off x="993672" y="3632214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3C69161-B1E8-4032-A78B-1AC2367A0293}"/>
                </a:ext>
              </a:extLst>
            </p:cNvPr>
            <p:cNvSpPr txBox="1"/>
            <p:nvPr/>
          </p:nvSpPr>
          <p:spPr>
            <a:xfrm>
              <a:off x="993672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39">
            <a:extLst>
              <a:ext uri="{FF2B5EF4-FFF2-40B4-BE49-F238E27FC236}">
                <a16:creationId xmlns:a16="http://schemas.microsoft.com/office/drawing/2014/main" id="{E9BDEBD6-719A-4C60-A2B4-A56B5B070FDD}"/>
              </a:ext>
            </a:extLst>
          </p:cNvPr>
          <p:cNvGrpSpPr/>
          <p:nvPr/>
        </p:nvGrpSpPr>
        <p:grpSpPr>
          <a:xfrm>
            <a:off x="9338943" y="4509515"/>
            <a:ext cx="1731699" cy="929990"/>
            <a:chOff x="993672" y="3632214"/>
            <a:chExt cx="1989414" cy="9299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C019CA-7396-4E6E-AC39-7DC1AF7C7554}"/>
                </a:ext>
              </a:extLst>
            </p:cNvPr>
            <p:cNvSpPr txBox="1"/>
            <p:nvPr/>
          </p:nvSpPr>
          <p:spPr>
            <a:xfrm>
              <a:off x="993672" y="3632214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1DABF98-4DF5-4D47-8E61-D3B35874354E}"/>
                </a:ext>
              </a:extLst>
            </p:cNvPr>
            <p:cNvSpPr txBox="1"/>
            <p:nvPr/>
          </p:nvSpPr>
          <p:spPr>
            <a:xfrm>
              <a:off x="993672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EF5A454-4261-4EFE-B4A0-192AB885634A}"/>
              </a:ext>
            </a:extLst>
          </p:cNvPr>
          <p:cNvSpPr txBox="1"/>
          <p:nvPr/>
        </p:nvSpPr>
        <p:spPr>
          <a:xfrm>
            <a:off x="2672046" y="5321942"/>
            <a:ext cx="74450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1"/>
                </a:solidFill>
                <a:cs typeface="Arial" pitchFamily="34" charset="0"/>
              </a:rPr>
              <a:t>01</a:t>
            </a:r>
            <a:endParaRPr lang="ko-KR" altLang="en-US" sz="3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34" name="Group 30">
            <a:extLst>
              <a:ext uri="{FF2B5EF4-FFF2-40B4-BE49-F238E27FC236}">
                <a16:creationId xmlns:a16="http://schemas.microsoft.com/office/drawing/2014/main" id="{249A0086-A958-49F8-945C-E1A435DEFE78}"/>
              </a:ext>
            </a:extLst>
          </p:cNvPr>
          <p:cNvGrpSpPr/>
          <p:nvPr/>
        </p:nvGrpSpPr>
        <p:grpSpPr>
          <a:xfrm>
            <a:off x="880553" y="5149334"/>
            <a:ext cx="1731699" cy="929990"/>
            <a:chOff x="993672" y="3632214"/>
            <a:chExt cx="1989414" cy="92999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FECBFA-618A-4F75-A9A4-BFF3DF8DD004}"/>
                </a:ext>
              </a:extLst>
            </p:cNvPr>
            <p:cNvSpPr txBox="1"/>
            <p:nvPr/>
          </p:nvSpPr>
          <p:spPr>
            <a:xfrm>
              <a:off x="993672" y="3632214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DA47280-75FD-4C69-9BD1-F7C3C7F86414}"/>
                </a:ext>
              </a:extLst>
            </p:cNvPr>
            <p:cNvSpPr txBox="1"/>
            <p:nvPr/>
          </p:nvSpPr>
          <p:spPr>
            <a:xfrm>
              <a:off x="993672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56" name="Straight Connector 15">
            <a:extLst>
              <a:ext uri="{FF2B5EF4-FFF2-40B4-BE49-F238E27FC236}">
                <a16:creationId xmlns:a16="http://schemas.microsoft.com/office/drawing/2014/main" id="{2C7C9FA9-4AB6-47EF-812A-CF9E2854F5EF}"/>
              </a:ext>
            </a:extLst>
          </p:cNvPr>
          <p:cNvCxnSpPr>
            <a:cxnSpLocks/>
          </p:cNvCxnSpPr>
          <p:nvPr/>
        </p:nvCxnSpPr>
        <p:spPr>
          <a:xfrm flipH="1">
            <a:off x="11058652" y="839265"/>
            <a:ext cx="23979" cy="1370692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11">
            <a:extLst>
              <a:ext uri="{FF2B5EF4-FFF2-40B4-BE49-F238E27FC236}">
                <a16:creationId xmlns:a16="http://schemas.microsoft.com/office/drawing/2014/main" id="{30C032B4-9A25-41BA-B919-0A1DB4E0D38D}"/>
              </a:ext>
            </a:extLst>
          </p:cNvPr>
          <p:cNvCxnSpPr>
            <a:cxnSpLocks/>
          </p:cNvCxnSpPr>
          <p:nvPr/>
        </p:nvCxnSpPr>
        <p:spPr>
          <a:xfrm flipV="1">
            <a:off x="10626869" y="840961"/>
            <a:ext cx="455940" cy="43856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11">
            <a:extLst>
              <a:ext uri="{FF2B5EF4-FFF2-40B4-BE49-F238E27FC236}">
                <a16:creationId xmlns:a16="http://schemas.microsoft.com/office/drawing/2014/main" id="{1F6DD5BA-AF6B-4856-9F39-3DC9AE784E0A}"/>
              </a:ext>
            </a:extLst>
          </p:cNvPr>
          <p:cNvCxnSpPr>
            <a:cxnSpLocks/>
          </p:cNvCxnSpPr>
          <p:nvPr/>
        </p:nvCxnSpPr>
        <p:spPr>
          <a:xfrm flipH="1" flipV="1">
            <a:off x="11064526" y="839265"/>
            <a:ext cx="433376" cy="416858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19">
            <a:extLst>
              <a:ext uri="{FF2B5EF4-FFF2-40B4-BE49-F238E27FC236}">
                <a16:creationId xmlns:a16="http://schemas.microsoft.com/office/drawing/2014/main" id="{90CCD904-701F-475A-9D96-D2D1367297A7}"/>
              </a:ext>
            </a:extLst>
          </p:cNvPr>
          <p:cNvSpPr/>
          <p:nvPr/>
        </p:nvSpPr>
        <p:spPr>
          <a:xfrm>
            <a:off x="7372308" y="3994618"/>
            <a:ext cx="163742" cy="163742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92EF86B8-17E8-4904-88FE-E9E45A6CB900}"/>
              </a:ext>
            </a:extLst>
          </p:cNvPr>
          <p:cNvGrpSpPr/>
          <p:nvPr/>
        </p:nvGrpSpPr>
        <p:grpSpPr>
          <a:xfrm>
            <a:off x="4428445" y="1653940"/>
            <a:ext cx="3446039" cy="2794015"/>
            <a:chOff x="4428445" y="1653940"/>
            <a:chExt cx="3446039" cy="2794015"/>
          </a:xfrm>
        </p:grpSpPr>
        <p:cxnSp>
          <p:nvCxnSpPr>
            <p:cNvPr id="7" name="Straight Connector 12">
              <a:extLst>
                <a:ext uri="{FF2B5EF4-FFF2-40B4-BE49-F238E27FC236}">
                  <a16:creationId xmlns:a16="http://schemas.microsoft.com/office/drawing/2014/main" id="{7F68B5D5-DCA3-481F-BE95-F3A3BB4F6158}"/>
                </a:ext>
              </a:extLst>
            </p:cNvPr>
            <p:cNvCxnSpPr>
              <a:cxnSpLocks/>
            </p:cNvCxnSpPr>
            <p:nvPr/>
          </p:nvCxnSpPr>
          <p:spPr>
            <a:xfrm>
              <a:off x="4428445" y="3083840"/>
              <a:ext cx="441906" cy="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4">
              <a:extLst>
                <a:ext uri="{FF2B5EF4-FFF2-40B4-BE49-F238E27FC236}">
                  <a16:creationId xmlns:a16="http://schemas.microsoft.com/office/drawing/2014/main" id="{A0836DA3-A616-45A4-A5BB-B8289C76E407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 flipH="1">
              <a:off x="4870351" y="3051450"/>
              <a:ext cx="2036" cy="1396505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12">
              <a:extLst>
                <a:ext uri="{FF2B5EF4-FFF2-40B4-BE49-F238E27FC236}">
                  <a16:creationId xmlns:a16="http://schemas.microsoft.com/office/drawing/2014/main" id="{3022E37B-416B-4D41-91AB-D441278D2BBB}"/>
                </a:ext>
              </a:extLst>
            </p:cNvPr>
            <p:cNvCxnSpPr>
              <a:cxnSpLocks/>
            </p:cNvCxnSpPr>
            <p:nvPr/>
          </p:nvCxnSpPr>
          <p:spPr>
            <a:xfrm>
              <a:off x="7402022" y="3087232"/>
              <a:ext cx="441906" cy="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14">
              <a:extLst>
                <a:ext uri="{FF2B5EF4-FFF2-40B4-BE49-F238E27FC236}">
                  <a16:creationId xmlns:a16="http://schemas.microsoft.com/office/drawing/2014/main" id="{AF3F218B-F692-41EE-8318-8A598725A03E}"/>
                </a:ext>
              </a:extLst>
            </p:cNvPr>
            <p:cNvCxnSpPr>
              <a:cxnSpLocks/>
              <a:endCxn id="72" idx="0"/>
            </p:cNvCxnSpPr>
            <p:nvPr/>
          </p:nvCxnSpPr>
          <p:spPr>
            <a:xfrm>
              <a:off x="7410620" y="3085536"/>
              <a:ext cx="43559" cy="909082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1">
              <a:extLst>
                <a:ext uri="{FF2B5EF4-FFF2-40B4-BE49-F238E27FC236}">
                  <a16:creationId xmlns:a16="http://schemas.microsoft.com/office/drawing/2014/main" id="{BAAF64C0-724E-4A83-88F6-E04BB2E3D025}"/>
                </a:ext>
              </a:extLst>
            </p:cNvPr>
            <p:cNvCxnSpPr>
              <a:cxnSpLocks/>
            </p:cNvCxnSpPr>
            <p:nvPr/>
          </p:nvCxnSpPr>
          <p:spPr>
            <a:xfrm>
              <a:off x="6881121" y="1653940"/>
              <a:ext cx="0" cy="73573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1">
              <a:extLst>
                <a:ext uri="{FF2B5EF4-FFF2-40B4-BE49-F238E27FC236}">
                  <a16:creationId xmlns:a16="http://schemas.microsoft.com/office/drawing/2014/main" id="{006E68D7-913E-47E9-94A5-2CABD00FB4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8445" y="1839083"/>
              <a:ext cx="1729391" cy="1244757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1">
              <a:extLst>
                <a:ext uri="{FF2B5EF4-FFF2-40B4-BE49-F238E27FC236}">
                  <a16:creationId xmlns:a16="http://schemas.microsoft.com/office/drawing/2014/main" id="{10BF3777-9E60-4F62-9923-7507577F1F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49199" y="2648081"/>
              <a:ext cx="625285" cy="43576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1">
              <a:extLst>
                <a:ext uri="{FF2B5EF4-FFF2-40B4-BE49-F238E27FC236}">
                  <a16:creationId xmlns:a16="http://schemas.microsoft.com/office/drawing/2014/main" id="{C2978BAB-6853-4C30-A3C4-E2B4BD7AD5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1669" y="1837388"/>
              <a:ext cx="733556" cy="53116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1">
              <a:extLst>
                <a:ext uri="{FF2B5EF4-FFF2-40B4-BE49-F238E27FC236}">
                  <a16:creationId xmlns:a16="http://schemas.microsoft.com/office/drawing/2014/main" id="{E8CF0ABF-2033-46D4-8323-EBF04ED2E2A2}"/>
                </a:ext>
              </a:extLst>
            </p:cNvPr>
            <p:cNvCxnSpPr>
              <a:cxnSpLocks/>
            </p:cNvCxnSpPr>
            <p:nvPr/>
          </p:nvCxnSpPr>
          <p:spPr>
            <a:xfrm>
              <a:off x="7249199" y="1653940"/>
              <a:ext cx="0" cy="98863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2">
              <a:extLst>
                <a:ext uri="{FF2B5EF4-FFF2-40B4-BE49-F238E27FC236}">
                  <a16:creationId xmlns:a16="http://schemas.microsoft.com/office/drawing/2014/main" id="{20C1BEBC-1430-4F79-A0E7-77E4F5484F67}"/>
                </a:ext>
              </a:extLst>
            </p:cNvPr>
            <p:cNvCxnSpPr>
              <a:cxnSpLocks/>
            </p:cNvCxnSpPr>
            <p:nvPr/>
          </p:nvCxnSpPr>
          <p:spPr>
            <a:xfrm>
              <a:off x="6870101" y="1653940"/>
              <a:ext cx="379098" cy="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0405413F-17F9-48C5-90C8-823332A3C31E}"/>
              </a:ext>
            </a:extLst>
          </p:cNvPr>
          <p:cNvGrpSpPr/>
          <p:nvPr/>
        </p:nvGrpSpPr>
        <p:grpSpPr>
          <a:xfrm>
            <a:off x="6274838" y="2909422"/>
            <a:ext cx="837477" cy="850987"/>
            <a:chOff x="5951998" y="2924697"/>
            <a:chExt cx="1104830" cy="1122653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737C835-BCAF-4664-999B-D26603F118C7}"/>
                </a:ext>
              </a:extLst>
            </p:cNvPr>
            <p:cNvSpPr/>
            <p:nvPr/>
          </p:nvSpPr>
          <p:spPr>
            <a:xfrm>
              <a:off x="5951998" y="2924697"/>
              <a:ext cx="512891" cy="512891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4C6C5D2-3037-4D6A-A23B-85CB30EE14D5}"/>
                </a:ext>
              </a:extLst>
            </p:cNvPr>
            <p:cNvSpPr/>
            <p:nvPr/>
          </p:nvSpPr>
          <p:spPr>
            <a:xfrm>
              <a:off x="6543937" y="2924697"/>
              <a:ext cx="512891" cy="512891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32E8A934-1C24-4CA3-A5E9-4A0E53464DF9}"/>
                </a:ext>
              </a:extLst>
            </p:cNvPr>
            <p:cNvSpPr/>
            <p:nvPr/>
          </p:nvSpPr>
          <p:spPr>
            <a:xfrm>
              <a:off x="5951998" y="3534459"/>
              <a:ext cx="512891" cy="512891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5A2A1C99-588F-4E03-9A3F-B82766D76D4E}"/>
                </a:ext>
              </a:extLst>
            </p:cNvPr>
            <p:cNvSpPr/>
            <p:nvPr/>
          </p:nvSpPr>
          <p:spPr>
            <a:xfrm>
              <a:off x="6543937" y="3534459"/>
              <a:ext cx="512891" cy="512891"/>
            </a:xfrm>
            <a:prstGeom prst="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2127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74FBFF08-2E0A-462B-B606-3B2FE4EFB4F2}"/>
              </a:ext>
            </a:extLst>
          </p:cNvPr>
          <p:cNvGrpSpPr/>
          <p:nvPr/>
        </p:nvGrpSpPr>
        <p:grpSpPr>
          <a:xfrm>
            <a:off x="5350915" y="5306456"/>
            <a:ext cx="1390467" cy="1197039"/>
            <a:chOff x="7521194" y="5284915"/>
            <a:chExt cx="1137987" cy="979683"/>
          </a:xfrm>
        </p:grpSpPr>
        <p:grpSp>
          <p:nvGrpSpPr>
            <p:cNvPr id="53" name="Group 7">
              <a:extLst>
                <a:ext uri="{FF2B5EF4-FFF2-40B4-BE49-F238E27FC236}">
                  <a16:creationId xmlns:a16="http://schemas.microsoft.com/office/drawing/2014/main" id="{2F2228D5-8E9C-4936-B84B-70A0BFBB8451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5" name="Trapezoid 1">
                <a:extLst>
                  <a:ext uri="{FF2B5EF4-FFF2-40B4-BE49-F238E27FC236}">
                    <a16:creationId xmlns:a16="http://schemas.microsoft.com/office/drawing/2014/main" id="{2048F6C8-4AD1-4541-8681-5A6AD663D6C5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rapezoid 6">
                <a:extLst>
                  <a:ext uri="{FF2B5EF4-FFF2-40B4-BE49-F238E27FC236}">
                    <a16:creationId xmlns:a16="http://schemas.microsoft.com/office/drawing/2014/main" id="{A35447A5-8B40-48CE-BD46-F86049A1CF37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5">
                <a:extLst>
                  <a:ext uri="{FF2B5EF4-FFF2-40B4-BE49-F238E27FC236}">
                    <a16:creationId xmlns:a16="http://schemas.microsoft.com/office/drawing/2014/main" id="{72A635B7-F7B7-4AC0-B544-8389F72321CD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Chord 23">
              <a:extLst>
                <a:ext uri="{FF2B5EF4-FFF2-40B4-BE49-F238E27FC236}">
                  <a16:creationId xmlns:a16="http://schemas.microsoft.com/office/drawing/2014/main" id="{9CEB90CC-0E30-4622-83DD-35E853BCCEB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0305EE0-B839-4405-9DCE-09602FA5BF0C}"/>
              </a:ext>
            </a:extLst>
          </p:cNvPr>
          <p:cNvGrpSpPr/>
          <p:nvPr/>
        </p:nvGrpSpPr>
        <p:grpSpPr>
          <a:xfrm>
            <a:off x="4923868" y="1609084"/>
            <a:ext cx="1249054" cy="1606738"/>
            <a:chOff x="4601988" y="3272228"/>
            <a:chExt cx="1249054" cy="1606738"/>
          </a:xfrm>
          <a:solidFill>
            <a:schemeClr val="accent1"/>
          </a:solidFill>
        </p:grpSpPr>
        <p:sp>
          <p:nvSpPr>
            <p:cNvPr id="7" name="Rounded Rectangle 15">
              <a:extLst>
                <a:ext uri="{FF2B5EF4-FFF2-40B4-BE49-F238E27FC236}">
                  <a16:creationId xmlns:a16="http://schemas.microsoft.com/office/drawing/2014/main" id="{F8B737C6-EBC3-4CBE-B901-B53F76932213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Isosceles Triangle 75">
              <a:extLst>
                <a:ext uri="{FF2B5EF4-FFF2-40B4-BE49-F238E27FC236}">
                  <a16:creationId xmlns:a16="http://schemas.microsoft.com/office/drawing/2014/main" id="{86935DC4-0FAC-4375-B2F2-AA589DD2DC9B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Group 78">
            <a:extLst>
              <a:ext uri="{FF2B5EF4-FFF2-40B4-BE49-F238E27FC236}">
                <a16:creationId xmlns:a16="http://schemas.microsoft.com/office/drawing/2014/main" id="{94A8772D-9BA2-42A1-AC2A-72FA88009FF0}"/>
              </a:ext>
            </a:extLst>
          </p:cNvPr>
          <p:cNvGrpSpPr/>
          <p:nvPr/>
        </p:nvGrpSpPr>
        <p:grpSpPr>
          <a:xfrm>
            <a:off x="7907405" y="2155014"/>
            <a:ext cx="3533147" cy="921261"/>
            <a:chOff x="270025" y="1633792"/>
            <a:chExt cx="3180927" cy="93047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B0565A-DF15-4D08-96C3-44F102335063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652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117510-36C1-48B0-AAEA-56982A1407CB}"/>
                </a:ext>
              </a:extLst>
            </p:cNvPr>
            <p:cNvSpPr txBox="1"/>
            <p:nvPr/>
          </p:nvSpPr>
          <p:spPr>
            <a:xfrm>
              <a:off x="270088" y="1633792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81">
            <a:extLst>
              <a:ext uri="{FF2B5EF4-FFF2-40B4-BE49-F238E27FC236}">
                <a16:creationId xmlns:a16="http://schemas.microsoft.com/office/drawing/2014/main" id="{ABA02BA4-98D2-4F3B-A0AE-B81F3D37FB13}"/>
              </a:ext>
            </a:extLst>
          </p:cNvPr>
          <p:cNvGrpSpPr/>
          <p:nvPr/>
        </p:nvGrpSpPr>
        <p:grpSpPr>
          <a:xfrm>
            <a:off x="7907404" y="3561597"/>
            <a:ext cx="3533077" cy="884120"/>
            <a:chOff x="270024" y="1671304"/>
            <a:chExt cx="3180864" cy="89296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44ACCB-6B81-4C86-BCB8-2FBEA577A027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652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58223A-F305-4526-A107-3D35A34D9C44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84">
            <a:extLst>
              <a:ext uri="{FF2B5EF4-FFF2-40B4-BE49-F238E27FC236}">
                <a16:creationId xmlns:a16="http://schemas.microsoft.com/office/drawing/2014/main" id="{9B5BB089-9971-47FC-9F06-A9F67896593B}"/>
              </a:ext>
            </a:extLst>
          </p:cNvPr>
          <p:cNvGrpSpPr/>
          <p:nvPr/>
        </p:nvGrpSpPr>
        <p:grpSpPr>
          <a:xfrm>
            <a:off x="883699" y="1470293"/>
            <a:ext cx="3493848" cy="884120"/>
            <a:chOff x="270024" y="1671304"/>
            <a:chExt cx="3180864" cy="89296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AE8DBD-CCA1-4E04-BCF7-6968E24011F2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652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914E03-45BE-4C73-9033-8A442698328C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3" name="Group 87">
            <a:extLst>
              <a:ext uri="{FF2B5EF4-FFF2-40B4-BE49-F238E27FC236}">
                <a16:creationId xmlns:a16="http://schemas.microsoft.com/office/drawing/2014/main" id="{106A8AB4-6827-48F3-BA5D-A421B1806A1A}"/>
              </a:ext>
            </a:extLst>
          </p:cNvPr>
          <p:cNvGrpSpPr/>
          <p:nvPr/>
        </p:nvGrpSpPr>
        <p:grpSpPr>
          <a:xfrm>
            <a:off x="811275" y="2876876"/>
            <a:ext cx="3493848" cy="884120"/>
            <a:chOff x="270024" y="1671304"/>
            <a:chExt cx="3180864" cy="89296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9BDF4FF-0B88-496B-9097-4A7996AE1ED1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652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F072632-598F-432D-AE08-DF953F2E84EA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FCAB225-5731-4EA2-8B75-9D5AE851240D}"/>
              </a:ext>
            </a:extLst>
          </p:cNvPr>
          <p:cNvGrpSpPr/>
          <p:nvPr/>
        </p:nvGrpSpPr>
        <p:grpSpPr>
          <a:xfrm flipH="1">
            <a:off x="5955407" y="2358064"/>
            <a:ext cx="1249054" cy="1606738"/>
            <a:chOff x="4601988" y="3272228"/>
            <a:chExt cx="1249054" cy="1606738"/>
          </a:xfrm>
          <a:solidFill>
            <a:schemeClr val="accent2"/>
          </a:solidFill>
        </p:grpSpPr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320F12A-7BB2-455C-80A3-633448BA5BE8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Isosceles Triangle 75">
              <a:extLst>
                <a:ext uri="{FF2B5EF4-FFF2-40B4-BE49-F238E27FC236}">
                  <a16:creationId xmlns:a16="http://schemas.microsoft.com/office/drawing/2014/main" id="{5A1E3C90-4A6E-42CC-81E6-EBA4095AEAF5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" name="Group 87">
            <a:extLst>
              <a:ext uri="{FF2B5EF4-FFF2-40B4-BE49-F238E27FC236}">
                <a16:creationId xmlns:a16="http://schemas.microsoft.com/office/drawing/2014/main" id="{0E03B7FF-5299-44A5-866D-7AB4C9AB451E}"/>
              </a:ext>
            </a:extLst>
          </p:cNvPr>
          <p:cNvGrpSpPr/>
          <p:nvPr/>
        </p:nvGrpSpPr>
        <p:grpSpPr>
          <a:xfrm>
            <a:off x="811275" y="4246317"/>
            <a:ext cx="3493848" cy="884120"/>
            <a:chOff x="270024" y="1671304"/>
            <a:chExt cx="3180864" cy="89296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E3D1B0-D8F7-4231-A5B2-F5991A0CC74C}"/>
                </a:ext>
              </a:extLst>
            </p:cNvPr>
            <p:cNvSpPr txBox="1"/>
            <p:nvPr/>
          </p:nvSpPr>
          <p:spPr>
            <a:xfrm>
              <a:off x="270025" y="1911471"/>
              <a:ext cx="3180863" cy="652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669A28-1466-48C5-8AEC-1FFB6EC1DEBD}"/>
                </a:ext>
              </a:extLst>
            </p:cNvPr>
            <p:cNvSpPr txBox="1"/>
            <p:nvPr/>
          </p:nvSpPr>
          <p:spPr>
            <a:xfrm>
              <a:off x="270024" y="1671304"/>
              <a:ext cx="3180864" cy="27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5603A70-613E-4920-8165-21388C49447A}"/>
              </a:ext>
            </a:extLst>
          </p:cNvPr>
          <p:cNvGrpSpPr/>
          <p:nvPr/>
        </p:nvGrpSpPr>
        <p:grpSpPr>
          <a:xfrm>
            <a:off x="4930968" y="3036704"/>
            <a:ext cx="1249054" cy="1606738"/>
            <a:chOff x="4930968" y="3088958"/>
            <a:chExt cx="1249054" cy="1606738"/>
          </a:xfrm>
        </p:grpSpPr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404C8AF2-02DB-4FEB-9B47-DAA8C7B37ACF}"/>
                </a:ext>
              </a:extLst>
            </p:cNvPr>
            <p:cNvSpPr/>
            <p:nvPr/>
          </p:nvSpPr>
          <p:spPr>
            <a:xfrm rot="5400000">
              <a:off x="5025814" y="354148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Isosceles Triangle 75">
              <a:extLst>
                <a:ext uri="{FF2B5EF4-FFF2-40B4-BE49-F238E27FC236}">
                  <a16:creationId xmlns:a16="http://schemas.microsoft.com/office/drawing/2014/main" id="{2F4B0633-1D3B-4C50-8FF6-A9DFD54F93B4}"/>
                </a:ext>
              </a:extLst>
            </p:cNvPr>
            <p:cNvSpPr/>
            <p:nvPr/>
          </p:nvSpPr>
          <p:spPr>
            <a:xfrm rot="16200000">
              <a:off x="4895165" y="3124761"/>
              <a:ext cx="519134" cy="447528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DFE6720-D930-43EB-A311-48D7A6A2AE08}"/>
              </a:ext>
            </a:extLst>
          </p:cNvPr>
          <p:cNvGrpSpPr/>
          <p:nvPr/>
        </p:nvGrpSpPr>
        <p:grpSpPr>
          <a:xfrm flipH="1">
            <a:off x="5955407" y="3744921"/>
            <a:ext cx="1249054" cy="1606738"/>
            <a:chOff x="4601988" y="3272228"/>
            <a:chExt cx="1249054" cy="1606738"/>
          </a:xfrm>
          <a:solidFill>
            <a:schemeClr val="accent4"/>
          </a:solidFill>
        </p:grpSpPr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41AA9A48-26FF-4DBE-AC28-BE9DB819C2F9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Isosceles Triangle 75">
              <a:extLst>
                <a:ext uri="{FF2B5EF4-FFF2-40B4-BE49-F238E27FC236}">
                  <a16:creationId xmlns:a16="http://schemas.microsoft.com/office/drawing/2014/main" id="{6825A1B0-2F28-4FF6-9553-D03E8DAA13B7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1783918-777C-4C71-9228-62D2982487B6}"/>
              </a:ext>
            </a:extLst>
          </p:cNvPr>
          <p:cNvGrpSpPr/>
          <p:nvPr/>
        </p:nvGrpSpPr>
        <p:grpSpPr>
          <a:xfrm>
            <a:off x="4930968" y="4411711"/>
            <a:ext cx="1241955" cy="974654"/>
            <a:chOff x="4930968" y="4463965"/>
            <a:chExt cx="1241955" cy="974654"/>
          </a:xfrm>
        </p:grpSpPr>
        <p:sp>
          <p:nvSpPr>
            <p:cNvPr id="36" name="Rounded Rectangle 15">
              <a:extLst>
                <a:ext uri="{FF2B5EF4-FFF2-40B4-BE49-F238E27FC236}">
                  <a16:creationId xmlns:a16="http://schemas.microsoft.com/office/drawing/2014/main" id="{F31BAE51-1B56-465D-9DC5-78B4433361C5}"/>
                </a:ext>
              </a:extLst>
            </p:cNvPr>
            <p:cNvSpPr/>
            <p:nvPr/>
          </p:nvSpPr>
          <p:spPr>
            <a:xfrm rot="5400000">
              <a:off x="5264269" y="4529966"/>
              <a:ext cx="828889" cy="988418"/>
            </a:xfrm>
            <a:custGeom>
              <a:avLst/>
              <a:gdLst/>
              <a:ahLst/>
              <a:cxnLst/>
              <a:rect l="l" t="t" r="r" b="b"/>
              <a:pathLst>
                <a:path w="694060" h="935571">
                  <a:moveTo>
                    <a:pt x="0" y="406646"/>
                  </a:moveTo>
                  <a:lnTo>
                    <a:pt x="0" y="935571"/>
                  </a:lnTo>
                  <a:lnTo>
                    <a:pt x="211832" y="935571"/>
                  </a:lnTo>
                  <a:lnTo>
                    <a:pt x="211832" y="444434"/>
                  </a:lnTo>
                  <a:cubicBezTo>
                    <a:pt x="211832" y="316040"/>
                    <a:pt x="315916" y="211956"/>
                    <a:pt x="444310" y="211956"/>
                  </a:cubicBezTo>
                  <a:lnTo>
                    <a:pt x="694060" y="211956"/>
                  </a:lnTo>
                  <a:lnTo>
                    <a:pt x="694060" y="0"/>
                  </a:lnTo>
                  <a:lnTo>
                    <a:pt x="406646" y="0"/>
                  </a:lnTo>
                  <a:cubicBezTo>
                    <a:pt x="182062" y="0"/>
                    <a:pt x="0" y="182062"/>
                    <a:pt x="0" y="4066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Isosceles Triangle 74">
              <a:extLst>
                <a:ext uri="{FF2B5EF4-FFF2-40B4-BE49-F238E27FC236}">
                  <a16:creationId xmlns:a16="http://schemas.microsoft.com/office/drawing/2014/main" id="{074B553C-94E6-40A9-B5B0-DA6CEBF4936D}"/>
                </a:ext>
              </a:extLst>
            </p:cNvPr>
            <p:cNvSpPr/>
            <p:nvPr/>
          </p:nvSpPr>
          <p:spPr>
            <a:xfrm rot="16200000" flipH="1">
              <a:off x="4895165" y="4499768"/>
              <a:ext cx="519134" cy="447528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Rounded Rectangle 27">
            <a:extLst>
              <a:ext uri="{FF2B5EF4-FFF2-40B4-BE49-F238E27FC236}">
                <a16:creationId xmlns:a16="http://schemas.microsoft.com/office/drawing/2014/main" id="{F0FD9A50-6DD6-4B08-9811-32391E833109}"/>
              </a:ext>
            </a:extLst>
          </p:cNvPr>
          <p:cNvSpPr/>
          <p:nvPr/>
        </p:nvSpPr>
        <p:spPr>
          <a:xfrm>
            <a:off x="4446076" y="1728023"/>
            <a:ext cx="401910" cy="308721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9" name="Round Same Side Corner Rectangle 11">
            <a:extLst>
              <a:ext uri="{FF2B5EF4-FFF2-40B4-BE49-F238E27FC236}">
                <a16:creationId xmlns:a16="http://schemas.microsoft.com/office/drawing/2014/main" id="{612B2EFF-5E94-43ED-8C8F-BF5DBC0BFE40}"/>
              </a:ext>
            </a:extLst>
          </p:cNvPr>
          <p:cNvSpPr>
            <a:spLocks noChangeAspect="1"/>
          </p:cNvSpPr>
          <p:nvPr/>
        </p:nvSpPr>
        <p:spPr>
          <a:xfrm rot="9900000">
            <a:off x="7336844" y="2424739"/>
            <a:ext cx="459464" cy="3902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Donut 24">
            <a:extLst>
              <a:ext uri="{FF2B5EF4-FFF2-40B4-BE49-F238E27FC236}">
                <a16:creationId xmlns:a16="http://schemas.microsoft.com/office/drawing/2014/main" id="{CB04B940-4FE8-4B53-A0FF-D6581AA8F939}"/>
              </a:ext>
            </a:extLst>
          </p:cNvPr>
          <p:cNvSpPr/>
          <p:nvPr/>
        </p:nvSpPr>
        <p:spPr>
          <a:xfrm>
            <a:off x="7305212" y="3801767"/>
            <a:ext cx="458555" cy="462288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Oval 7">
            <a:extLst>
              <a:ext uri="{FF2B5EF4-FFF2-40B4-BE49-F238E27FC236}">
                <a16:creationId xmlns:a16="http://schemas.microsoft.com/office/drawing/2014/main" id="{4525AC04-4CC0-4F81-986A-BAC0378B4EA6}"/>
              </a:ext>
            </a:extLst>
          </p:cNvPr>
          <p:cNvSpPr/>
          <p:nvPr/>
        </p:nvSpPr>
        <p:spPr>
          <a:xfrm>
            <a:off x="4437443" y="4478618"/>
            <a:ext cx="419176" cy="41917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2" name="Oval 21">
            <a:extLst>
              <a:ext uri="{FF2B5EF4-FFF2-40B4-BE49-F238E27FC236}">
                <a16:creationId xmlns:a16="http://schemas.microsoft.com/office/drawing/2014/main" id="{C5DB3272-8CCD-429C-BB91-3108DD17BE56}"/>
              </a:ext>
            </a:extLst>
          </p:cNvPr>
          <p:cNvSpPr>
            <a:spLocks noChangeAspect="1"/>
          </p:cNvSpPr>
          <p:nvPr/>
        </p:nvSpPr>
        <p:spPr>
          <a:xfrm>
            <a:off x="4425476" y="3114665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3098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Images</a:t>
            </a:r>
            <a:r>
              <a:rPr lang="en-US" altLang="ko-KR" dirty="0">
                <a:solidFill>
                  <a:srgbClr val="E54632"/>
                </a:solidFill>
              </a:rPr>
              <a:t> </a:t>
            </a:r>
            <a:r>
              <a:rPr lang="en-US" altLang="ko-KR" dirty="0"/>
              <a:t>&amp; </a:t>
            </a:r>
            <a:r>
              <a:rPr lang="en-US" altLang="ko-KR" dirty="0">
                <a:solidFill>
                  <a:schemeClr val="bg1"/>
                </a:solidFill>
              </a:rPr>
              <a:t>Contents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3" name="Oval 14">
            <a:extLst>
              <a:ext uri="{FF2B5EF4-FFF2-40B4-BE49-F238E27FC236}">
                <a16:creationId xmlns:a16="http://schemas.microsoft.com/office/drawing/2014/main" id="{39623646-54BA-4114-AD77-B72ED3FF8DF7}"/>
              </a:ext>
            </a:extLst>
          </p:cNvPr>
          <p:cNvSpPr/>
          <p:nvPr/>
        </p:nvSpPr>
        <p:spPr>
          <a:xfrm>
            <a:off x="5629089" y="2602049"/>
            <a:ext cx="942392" cy="9423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10">
            <a:extLst>
              <a:ext uri="{FF2B5EF4-FFF2-40B4-BE49-F238E27FC236}">
                <a16:creationId xmlns:a16="http://schemas.microsoft.com/office/drawing/2014/main" id="{070001CD-D2D9-47F5-8DAF-9697D03A260E}"/>
              </a:ext>
            </a:extLst>
          </p:cNvPr>
          <p:cNvSpPr/>
          <p:nvPr/>
        </p:nvSpPr>
        <p:spPr>
          <a:xfrm>
            <a:off x="5719285" y="2692245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8B2719-4A31-41E1-8278-DABFC6D0EAFA}"/>
              </a:ext>
            </a:extLst>
          </p:cNvPr>
          <p:cNvSpPr txBox="1"/>
          <p:nvPr/>
        </p:nvSpPr>
        <p:spPr>
          <a:xfrm>
            <a:off x="5783087" y="2842414"/>
            <a:ext cx="634396" cy="461665"/>
          </a:xfrm>
          <a:prstGeom prst="rect">
            <a:avLst/>
          </a:prstGeom>
          <a:noFill/>
        </p:spPr>
        <p:txBody>
          <a:bodyPr wrap="square" lIns="90000" rIns="108000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VS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3B5A726B-170E-4A3D-8481-8484AC423ACF}"/>
              </a:ext>
            </a:extLst>
          </p:cNvPr>
          <p:cNvGrpSpPr/>
          <p:nvPr/>
        </p:nvGrpSpPr>
        <p:grpSpPr>
          <a:xfrm>
            <a:off x="954557" y="4649975"/>
            <a:ext cx="4175763" cy="1689486"/>
            <a:chOff x="711738" y="3715057"/>
            <a:chExt cx="3140181" cy="168948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F00F035-8C7A-499C-99F4-44028B8020A9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2F925CF-2B06-4F55-89DC-1E3DF9755BC3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1384995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Get a modern PowerPoint  Presentation that is beautifully designed. I hope and I believe that this Template will your Time, Money and Reputation. Get a modern PowerPoint  Presentation that is beautifully designed.  </a:t>
              </a:r>
            </a:p>
          </p:txBody>
        </p:sp>
      </p:grpSp>
      <p:grpSp>
        <p:nvGrpSpPr>
          <p:cNvPr id="30" name="Group 19">
            <a:extLst>
              <a:ext uri="{FF2B5EF4-FFF2-40B4-BE49-F238E27FC236}">
                <a16:creationId xmlns:a16="http://schemas.microsoft.com/office/drawing/2014/main" id="{A897D7A4-F8DF-47A7-8D04-D0D8338CB7D7}"/>
              </a:ext>
            </a:extLst>
          </p:cNvPr>
          <p:cNvGrpSpPr/>
          <p:nvPr/>
        </p:nvGrpSpPr>
        <p:grpSpPr>
          <a:xfrm>
            <a:off x="7056108" y="4649975"/>
            <a:ext cx="4175763" cy="1689486"/>
            <a:chOff x="711738" y="3715057"/>
            <a:chExt cx="3140181" cy="168948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F44FA70-2EFD-4572-8912-128495BBB9F4}"/>
                </a:ext>
              </a:extLst>
            </p:cNvPr>
            <p:cNvSpPr txBox="1"/>
            <p:nvPr/>
          </p:nvSpPr>
          <p:spPr>
            <a:xfrm>
              <a:off x="711739" y="3715057"/>
              <a:ext cx="3140180" cy="307777"/>
            </a:xfrm>
            <a:prstGeom prst="rect">
              <a:avLst/>
            </a:prstGeom>
            <a:noFill/>
          </p:spPr>
          <p:txBody>
            <a:bodyPr wrap="square" lIns="90000" rIns="108000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Contents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ACCCED-F958-499E-BDD7-2CD55547D858}"/>
                </a:ext>
              </a:extLst>
            </p:cNvPr>
            <p:cNvSpPr txBox="1"/>
            <p:nvPr/>
          </p:nvSpPr>
          <p:spPr>
            <a:xfrm>
              <a:off x="711738" y="4019548"/>
              <a:ext cx="3140181" cy="1384995"/>
            </a:xfrm>
            <a:prstGeom prst="rect">
              <a:avLst/>
            </a:prstGeom>
            <a:noFill/>
          </p:spPr>
          <p:txBody>
            <a:bodyPr wrap="square" lIns="72000" rIns="108000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I hope and I believe that this Template will your Time, Money and Reputation. Get a modern PowerPoint  Presentation that is beautifully designed. I hope and I believe that this Template will your Time, Money and Reputation. Get a modern PowerPoint  Presentation that is beautifully designed.  </a:t>
              </a: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389923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83ABD88E-75F1-4C2F-9963-BBC398496198}"/>
              </a:ext>
            </a:extLst>
          </p:cNvPr>
          <p:cNvGrpSpPr/>
          <p:nvPr/>
        </p:nvGrpSpPr>
        <p:grpSpPr>
          <a:xfrm>
            <a:off x="8404604" y="2781022"/>
            <a:ext cx="2911650" cy="959038"/>
            <a:chOff x="6976472" y="3212976"/>
            <a:chExt cx="2175465" cy="95903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EAFB7A-1CA2-405A-99BF-2AB5D0264ED6}"/>
                </a:ext>
              </a:extLst>
            </p:cNvPr>
            <p:cNvSpPr txBox="1"/>
            <p:nvPr/>
          </p:nvSpPr>
          <p:spPr>
            <a:xfrm>
              <a:off x="6976472" y="3212976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4C8BEF-D0E7-49CB-8E4C-7BC15242757B}"/>
                </a:ext>
              </a:extLst>
            </p:cNvPr>
            <p:cNvSpPr txBox="1"/>
            <p:nvPr/>
          </p:nvSpPr>
          <p:spPr>
            <a:xfrm>
              <a:off x="6976473" y="3525683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8" name="Group 3">
            <a:extLst>
              <a:ext uri="{FF2B5EF4-FFF2-40B4-BE49-F238E27FC236}">
                <a16:creationId xmlns:a16="http://schemas.microsoft.com/office/drawing/2014/main" id="{4A7035DE-D491-4851-A812-0A4855F3637E}"/>
              </a:ext>
            </a:extLst>
          </p:cNvPr>
          <p:cNvGrpSpPr/>
          <p:nvPr/>
        </p:nvGrpSpPr>
        <p:grpSpPr>
          <a:xfrm>
            <a:off x="785212" y="4011742"/>
            <a:ext cx="2911651" cy="959038"/>
            <a:chOff x="-2604" y="3201033"/>
            <a:chExt cx="2175465" cy="95903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8D788F-8404-41E4-BC65-ABF19BAF1532}"/>
                </a:ext>
              </a:extLst>
            </p:cNvPr>
            <p:cNvSpPr txBox="1"/>
            <p:nvPr/>
          </p:nvSpPr>
          <p:spPr>
            <a:xfrm>
              <a:off x="-2604" y="3201033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C78C6F-5481-4345-8DFB-8B69F161B1EF}"/>
                </a:ext>
              </a:extLst>
            </p:cNvPr>
            <p:cNvSpPr txBox="1"/>
            <p:nvPr/>
          </p:nvSpPr>
          <p:spPr>
            <a:xfrm>
              <a:off x="-2603" y="3513740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7">
            <a:extLst>
              <a:ext uri="{FF2B5EF4-FFF2-40B4-BE49-F238E27FC236}">
                <a16:creationId xmlns:a16="http://schemas.microsoft.com/office/drawing/2014/main" id="{2C30BADB-FB72-4689-B484-CCFBFD4C8071}"/>
              </a:ext>
            </a:extLst>
          </p:cNvPr>
          <p:cNvGrpSpPr/>
          <p:nvPr/>
        </p:nvGrpSpPr>
        <p:grpSpPr>
          <a:xfrm>
            <a:off x="7521279" y="1550304"/>
            <a:ext cx="2911650" cy="959036"/>
            <a:chOff x="6310076" y="1490145"/>
            <a:chExt cx="2175465" cy="95903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D8005E-A97C-4B2C-A182-8A150C757FB7}"/>
                </a:ext>
              </a:extLst>
            </p:cNvPr>
            <p:cNvSpPr txBox="1"/>
            <p:nvPr/>
          </p:nvSpPr>
          <p:spPr>
            <a:xfrm>
              <a:off x="6310076" y="1490145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352367-C591-49BE-A4D5-393CFC760D42}"/>
                </a:ext>
              </a:extLst>
            </p:cNvPr>
            <p:cNvSpPr txBox="1"/>
            <p:nvPr/>
          </p:nvSpPr>
          <p:spPr>
            <a:xfrm>
              <a:off x="6310077" y="1802850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5">
            <a:extLst>
              <a:ext uri="{FF2B5EF4-FFF2-40B4-BE49-F238E27FC236}">
                <a16:creationId xmlns:a16="http://schemas.microsoft.com/office/drawing/2014/main" id="{F56FE35F-AA82-402A-A8C0-88F69A66C152}"/>
              </a:ext>
            </a:extLst>
          </p:cNvPr>
          <p:cNvGrpSpPr/>
          <p:nvPr/>
        </p:nvGrpSpPr>
        <p:grpSpPr>
          <a:xfrm>
            <a:off x="7521279" y="5242463"/>
            <a:ext cx="2911650" cy="959038"/>
            <a:chOff x="6369928" y="4901747"/>
            <a:chExt cx="2175465" cy="95903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A7B5D05-68C2-46FA-850D-01C4EF14C8E0}"/>
                </a:ext>
              </a:extLst>
            </p:cNvPr>
            <p:cNvSpPr txBox="1"/>
            <p:nvPr/>
          </p:nvSpPr>
          <p:spPr>
            <a:xfrm>
              <a:off x="6369928" y="4901747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D98CAFB-0F13-4BA6-9589-C0136FD92FDD}"/>
                </a:ext>
              </a:extLst>
            </p:cNvPr>
            <p:cNvSpPr txBox="1"/>
            <p:nvPr/>
          </p:nvSpPr>
          <p:spPr>
            <a:xfrm>
              <a:off x="6369929" y="5214454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2">
            <a:extLst>
              <a:ext uri="{FF2B5EF4-FFF2-40B4-BE49-F238E27FC236}">
                <a16:creationId xmlns:a16="http://schemas.microsoft.com/office/drawing/2014/main" id="{32CF9ABF-EDC2-4AA0-A95A-3174830FD34F}"/>
              </a:ext>
            </a:extLst>
          </p:cNvPr>
          <p:cNvGrpSpPr/>
          <p:nvPr/>
        </p:nvGrpSpPr>
        <p:grpSpPr>
          <a:xfrm>
            <a:off x="1581269" y="1550304"/>
            <a:ext cx="2911651" cy="959036"/>
            <a:chOff x="680500" y="1484784"/>
            <a:chExt cx="2175465" cy="95903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88E9AE7-B00F-4D64-A9A7-8F250B173ABF}"/>
                </a:ext>
              </a:extLst>
            </p:cNvPr>
            <p:cNvSpPr txBox="1"/>
            <p:nvPr/>
          </p:nvSpPr>
          <p:spPr>
            <a:xfrm>
              <a:off x="680500" y="1484784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F2648B3-29B2-48FE-96E4-6167727DF3DA}"/>
                </a:ext>
              </a:extLst>
            </p:cNvPr>
            <p:cNvSpPr txBox="1"/>
            <p:nvPr/>
          </p:nvSpPr>
          <p:spPr>
            <a:xfrm>
              <a:off x="680501" y="1797489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152D3069-83EB-4C99-B9B5-BD7C55B86242}"/>
              </a:ext>
            </a:extLst>
          </p:cNvPr>
          <p:cNvGrpSpPr/>
          <p:nvPr/>
        </p:nvGrpSpPr>
        <p:grpSpPr>
          <a:xfrm>
            <a:off x="1581269" y="5242463"/>
            <a:ext cx="2911651" cy="959038"/>
            <a:chOff x="740351" y="4896385"/>
            <a:chExt cx="2175465" cy="95903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7E7C1A9-A43F-469A-A911-FCBD144EE76C}"/>
                </a:ext>
              </a:extLst>
            </p:cNvPr>
            <p:cNvSpPr txBox="1"/>
            <p:nvPr/>
          </p:nvSpPr>
          <p:spPr>
            <a:xfrm>
              <a:off x="740351" y="4896385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811F38B-9A02-499A-B8F7-46D2BD610CF7}"/>
                </a:ext>
              </a:extLst>
            </p:cNvPr>
            <p:cNvSpPr txBox="1"/>
            <p:nvPr/>
          </p:nvSpPr>
          <p:spPr>
            <a:xfrm>
              <a:off x="740352" y="5209092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9" name="Oval 54">
            <a:extLst>
              <a:ext uri="{FF2B5EF4-FFF2-40B4-BE49-F238E27FC236}">
                <a16:creationId xmlns:a16="http://schemas.microsoft.com/office/drawing/2014/main" id="{31E95E3A-C905-44C5-9A07-F7D1D5BC36C4}"/>
              </a:ext>
            </a:extLst>
          </p:cNvPr>
          <p:cNvSpPr/>
          <p:nvPr/>
        </p:nvSpPr>
        <p:spPr>
          <a:xfrm>
            <a:off x="6157514" y="1894169"/>
            <a:ext cx="1075283" cy="1075283"/>
          </a:xfrm>
          <a:prstGeom prst="ellipse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Oval 55">
            <a:extLst>
              <a:ext uri="{FF2B5EF4-FFF2-40B4-BE49-F238E27FC236}">
                <a16:creationId xmlns:a16="http://schemas.microsoft.com/office/drawing/2014/main" id="{DE3BD607-A4B0-4AA9-B3A3-A07A0122723C}"/>
              </a:ext>
            </a:extLst>
          </p:cNvPr>
          <p:cNvSpPr/>
          <p:nvPr/>
        </p:nvSpPr>
        <p:spPr>
          <a:xfrm>
            <a:off x="7035567" y="3970097"/>
            <a:ext cx="1075283" cy="1075283"/>
          </a:xfrm>
          <a:prstGeom prst="ellipse">
            <a:avLst/>
          </a:pr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val 56">
            <a:extLst>
              <a:ext uri="{FF2B5EF4-FFF2-40B4-BE49-F238E27FC236}">
                <a16:creationId xmlns:a16="http://schemas.microsoft.com/office/drawing/2014/main" id="{07617377-57EC-4D90-8071-FA8B687A2B4C}"/>
              </a:ext>
            </a:extLst>
          </p:cNvPr>
          <p:cNvSpPr/>
          <p:nvPr/>
        </p:nvSpPr>
        <p:spPr>
          <a:xfrm>
            <a:off x="6157514" y="4830191"/>
            <a:ext cx="1075283" cy="1075283"/>
          </a:xfrm>
          <a:prstGeom prst="ellipse">
            <a:avLst/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Oval 57">
            <a:extLst>
              <a:ext uri="{FF2B5EF4-FFF2-40B4-BE49-F238E27FC236}">
                <a16:creationId xmlns:a16="http://schemas.microsoft.com/office/drawing/2014/main" id="{847B90A5-874B-4CF0-BB20-7AA6FB112965}"/>
              </a:ext>
            </a:extLst>
          </p:cNvPr>
          <p:cNvSpPr/>
          <p:nvPr/>
        </p:nvSpPr>
        <p:spPr>
          <a:xfrm>
            <a:off x="4933360" y="4830191"/>
            <a:ext cx="1075283" cy="1075283"/>
          </a:xfrm>
          <a:prstGeom prst="ellipse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Oval 58">
            <a:extLst>
              <a:ext uri="{FF2B5EF4-FFF2-40B4-BE49-F238E27FC236}">
                <a16:creationId xmlns:a16="http://schemas.microsoft.com/office/drawing/2014/main" id="{5B74B1F9-9A9E-4132-98E0-E0A317E284E7}"/>
              </a:ext>
            </a:extLst>
          </p:cNvPr>
          <p:cNvSpPr/>
          <p:nvPr/>
        </p:nvSpPr>
        <p:spPr>
          <a:xfrm>
            <a:off x="4053214" y="2831436"/>
            <a:ext cx="1075283" cy="1075283"/>
          </a:xfrm>
          <a:prstGeom prst="ellipse">
            <a:avLst/>
          </a:pr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Oval 59">
            <a:extLst>
              <a:ext uri="{FF2B5EF4-FFF2-40B4-BE49-F238E27FC236}">
                <a16:creationId xmlns:a16="http://schemas.microsoft.com/office/drawing/2014/main" id="{2A0FF49E-F45E-430F-90E3-2CFED000EA5A}"/>
              </a:ext>
            </a:extLst>
          </p:cNvPr>
          <p:cNvSpPr/>
          <p:nvPr/>
        </p:nvSpPr>
        <p:spPr>
          <a:xfrm>
            <a:off x="4933360" y="1894169"/>
            <a:ext cx="1075283" cy="1075283"/>
          </a:xfrm>
          <a:prstGeom prst="ellipse">
            <a:avLst/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Rectangle 130">
            <a:extLst>
              <a:ext uri="{FF2B5EF4-FFF2-40B4-BE49-F238E27FC236}">
                <a16:creationId xmlns:a16="http://schemas.microsoft.com/office/drawing/2014/main" id="{F7AC24D5-2285-41C2-A383-021704CBEE50}"/>
              </a:ext>
            </a:extLst>
          </p:cNvPr>
          <p:cNvSpPr/>
          <p:nvPr/>
        </p:nvSpPr>
        <p:spPr>
          <a:xfrm>
            <a:off x="4389567" y="3166875"/>
            <a:ext cx="402577" cy="404405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Freeform 18">
            <a:extLst>
              <a:ext uri="{FF2B5EF4-FFF2-40B4-BE49-F238E27FC236}">
                <a16:creationId xmlns:a16="http://schemas.microsoft.com/office/drawing/2014/main" id="{5A2E09C6-EA40-42F1-BD17-A5797C2C35BC}"/>
              </a:ext>
            </a:extLst>
          </p:cNvPr>
          <p:cNvSpPr/>
          <p:nvPr/>
        </p:nvSpPr>
        <p:spPr>
          <a:xfrm>
            <a:off x="5226567" y="5170556"/>
            <a:ext cx="488868" cy="394553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id="{C1603503-D9A3-4E93-B12C-FDAFB617D005}"/>
              </a:ext>
            </a:extLst>
          </p:cNvPr>
          <p:cNvSpPr/>
          <p:nvPr/>
        </p:nvSpPr>
        <p:spPr>
          <a:xfrm>
            <a:off x="6493760" y="2258009"/>
            <a:ext cx="402790" cy="347603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9" name="Block Arc 10">
            <a:extLst>
              <a:ext uri="{FF2B5EF4-FFF2-40B4-BE49-F238E27FC236}">
                <a16:creationId xmlns:a16="http://schemas.microsoft.com/office/drawing/2014/main" id="{8EB8F61D-62FA-4AE5-8863-F3FF5BE2DC6F}"/>
              </a:ext>
            </a:extLst>
          </p:cNvPr>
          <p:cNvSpPr/>
          <p:nvPr/>
        </p:nvSpPr>
        <p:spPr>
          <a:xfrm>
            <a:off x="7326446" y="4340595"/>
            <a:ext cx="493524" cy="334287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Round Same Side Corner Rectangle 36">
            <a:extLst>
              <a:ext uri="{FF2B5EF4-FFF2-40B4-BE49-F238E27FC236}">
                <a16:creationId xmlns:a16="http://schemas.microsoft.com/office/drawing/2014/main" id="{56D90CCA-6CC0-46E0-BB66-9048660EE49A}"/>
              </a:ext>
            </a:extLst>
          </p:cNvPr>
          <p:cNvSpPr>
            <a:spLocks noChangeAspect="1"/>
          </p:cNvSpPr>
          <p:nvPr/>
        </p:nvSpPr>
        <p:spPr>
          <a:xfrm>
            <a:off x="6468699" y="5188792"/>
            <a:ext cx="452912" cy="358080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1" name="Rounded Rectangle 5">
            <a:extLst>
              <a:ext uri="{FF2B5EF4-FFF2-40B4-BE49-F238E27FC236}">
                <a16:creationId xmlns:a16="http://schemas.microsoft.com/office/drawing/2014/main" id="{B50EED2C-330C-4DEF-83D0-60C372F860C5}"/>
              </a:ext>
            </a:extLst>
          </p:cNvPr>
          <p:cNvSpPr/>
          <p:nvPr/>
        </p:nvSpPr>
        <p:spPr>
          <a:xfrm flipH="1">
            <a:off x="5250512" y="2249920"/>
            <a:ext cx="440978" cy="363780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2" name="Oval 56">
            <a:extLst>
              <a:ext uri="{FF2B5EF4-FFF2-40B4-BE49-F238E27FC236}">
                <a16:creationId xmlns:a16="http://schemas.microsoft.com/office/drawing/2014/main" id="{12B3439E-C875-4E08-B6FA-3CE4ED34891A}"/>
              </a:ext>
            </a:extLst>
          </p:cNvPr>
          <p:cNvSpPr/>
          <p:nvPr/>
        </p:nvSpPr>
        <p:spPr>
          <a:xfrm>
            <a:off x="7035567" y="2831436"/>
            <a:ext cx="1075283" cy="1075283"/>
          </a:xfrm>
          <a:prstGeom prst="ellipse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Oval 59">
            <a:extLst>
              <a:ext uri="{FF2B5EF4-FFF2-40B4-BE49-F238E27FC236}">
                <a16:creationId xmlns:a16="http://schemas.microsoft.com/office/drawing/2014/main" id="{2B9B602B-240C-4246-B715-7D82C176836F}"/>
              </a:ext>
            </a:extLst>
          </p:cNvPr>
          <p:cNvSpPr/>
          <p:nvPr/>
        </p:nvSpPr>
        <p:spPr>
          <a:xfrm>
            <a:off x="4053214" y="3970097"/>
            <a:ext cx="1075283" cy="1075283"/>
          </a:xfrm>
          <a:prstGeom prst="ellipse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Round Same Side Corner Rectangle 11">
            <a:extLst>
              <a:ext uri="{FF2B5EF4-FFF2-40B4-BE49-F238E27FC236}">
                <a16:creationId xmlns:a16="http://schemas.microsoft.com/office/drawing/2014/main" id="{4B003D6A-85E3-44DC-8177-7B451C1F1172}"/>
              </a:ext>
            </a:extLst>
          </p:cNvPr>
          <p:cNvSpPr>
            <a:spLocks noChangeAspect="1"/>
          </p:cNvSpPr>
          <p:nvPr/>
        </p:nvSpPr>
        <p:spPr>
          <a:xfrm rot="9900000">
            <a:off x="7343476" y="3173964"/>
            <a:ext cx="459464" cy="3902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Oval 21">
            <a:extLst>
              <a:ext uri="{FF2B5EF4-FFF2-40B4-BE49-F238E27FC236}">
                <a16:creationId xmlns:a16="http://schemas.microsoft.com/office/drawing/2014/main" id="{473333B3-AD08-4931-9A59-13EB931F4C0B}"/>
              </a:ext>
            </a:extLst>
          </p:cNvPr>
          <p:cNvSpPr>
            <a:spLocks noChangeAspect="1"/>
          </p:cNvSpPr>
          <p:nvPr/>
        </p:nvSpPr>
        <p:spPr>
          <a:xfrm>
            <a:off x="4369300" y="4284333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" name="Oval 61">
            <a:extLst>
              <a:ext uri="{FF2B5EF4-FFF2-40B4-BE49-F238E27FC236}">
                <a16:creationId xmlns:a16="http://schemas.microsoft.com/office/drawing/2014/main" id="{0CFCAF26-35A0-4E1C-853A-3623302C63F6}"/>
              </a:ext>
            </a:extLst>
          </p:cNvPr>
          <p:cNvSpPr/>
          <p:nvPr/>
        </p:nvSpPr>
        <p:spPr>
          <a:xfrm>
            <a:off x="4983016" y="2801630"/>
            <a:ext cx="2225967" cy="2225967"/>
          </a:xfrm>
          <a:prstGeom prst="ellipse">
            <a:avLst/>
          </a:prstGeom>
          <a:solidFill>
            <a:schemeClr val="bg1"/>
          </a:solidFill>
          <a:ln w="1143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0E2E9127-FDC1-4A18-AC3C-6C1846DA3C6E}"/>
              </a:ext>
            </a:extLst>
          </p:cNvPr>
          <p:cNvSpPr/>
          <p:nvPr/>
        </p:nvSpPr>
        <p:spPr>
          <a:xfrm>
            <a:off x="5756798" y="3199612"/>
            <a:ext cx="678403" cy="677301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46" name="Group 5">
            <a:extLst>
              <a:ext uri="{FF2B5EF4-FFF2-40B4-BE49-F238E27FC236}">
                <a16:creationId xmlns:a16="http://schemas.microsoft.com/office/drawing/2014/main" id="{CAE867CC-9C87-45A8-B066-6B8540877205}"/>
              </a:ext>
            </a:extLst>
          </p:cNvPr>
          <p:cNvGrpSpPr/>
          <p:nvPr/>
        </p:nvGrpSpPr>
        <p:grpSpPr>
          <a:xfrm>
            <a:off x="8404604" y="4011742"/>
            <a:ext cx="2911650" cy="959038"/>
            <a:chOff x="6369928" y="4901747"/>
            <a:chExt cx="2175465" cy="95903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A80DBED-A1D4-48BB-AC33-F8A4AE784EC0}"/>
                </a:ext>
              </a:extLst>
            </p:cNvPr>
            <p:cNvSpPr txBox="1"/>
            <p:nvPr/>
          </p:nvSpPr>
          <p:spPr>
            <a:xfrm>
              <a:off x="6369928" y="4901747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546DB8A-C65B-4D8D-88D6-F9344C2A34A2}"/>
                </a:ext>
              </a:extLst>
            </p:cNvPr>
            <p:cNvSpPr txBox="1"/>
            <p:nvPr/>
          </p:nvSpPr>
          <p:spPr>
            <a:xfrm>
              <a:off x="6369929" y="5214454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5" name="Group 3">
            <a:extLst>
              <a:ext uri="{FF2B5EF4-FFF2-40B4-BE49-F238E27FC236}">
                <a16:creationId xmlns:a16="http://schemas.microsoft.com/office/drawing/2014/main" id="{89766EAA-08AC-4F97-A309-AE50AE555AA0}"/>
              </a:ext>
            </a:extLst>
          </p:cNvPr>
          <p:cNvGrpSpPr/>
          <p:nvPr/>
        </p:nvGrpSpPr>
        <p:grpSpPr>
          <a:xfrm>
            <a:off x="785212" y="2781022"/>
            <a:ext cx="2911651" cy="959038"/>
            <a:chOff x="-2604" y="3201033"/>
            <a:chExt cx="2175465" cy="95903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9A9D677-6625-43E8-83B4-15B61F359663}"/>
                </a:ext>
              </a:extLst>
            </p:cNvPr>
            <p:cNvSpPr txBox="1"/>
            <p:nvPr/>
          </p:nvSpPr>
          <p:spPr>
            <a:xfrm>
              <a:off x="-2604" y="3201033"/>
              <a:ext cx="217546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75AC0D2-CAC5-42F9-AF18-93DF5B126462}"/>
                </a:ext>
              </a:extLst>
            </p:cNvPr>
            <p:cNvSpPr txBox="1"/>
            <p:nvPr/>
          </p:nvSpPr>
          <p:spPr>
            <a:xfrm>
              <a:off x="-2603" y="3513740"/>
              <a:ext cx="21754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3F5DEDC-B44F-49EE-A183-1EDCF8FB8277}"/>
              </a:ext>
            </a:extLst>
          </p:cNvPr>
          <p:cNvSpPr txBox="1"/>
          <p:nvPr/>
        </p:nvSpPr>
        <p:spPr>
          <a:xfrm>
            <a:off x="5491802" y="4090409"/>
            <a:ext cx="1208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104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pic>
        <p:nvPicPr>
          <p:cNvPr id="6" name="Picture 2" descr="E:\002-KIMS BUSINESS\000-B-KIMS-소스 분류-2014\10-ESP to IMG\지구.png">
            <a:extLst>
              <a:ext uri="{FF2B5EF4-FFF2-40B4-BE49-F238E27FC236}">
                <a16:creationId xmlns:a16="http://schemas.microsoft.com/office/drawing/2014/main" id="{6ADA1DCA-EC8A-468F-830A-4CA34AC84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986" y="1672854"/>
            <a:ext cx="1939961" cy="193996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22">
            <a:extLst>
              <a:ext uri="{FF2B5EF4-FFF2-40B4-BE49-F238E27FC236}">
                <a16:creationId xmlns:a16="http://schemas.microsoft.com/office/drawing/2014/main" id="{280EECBB-FA35-4F2F-9366-E3595729E0B6}"/>
              </a:ext>
            </a:extLst>
          </p:cNvPr>
          <p:cNvSpPr>
            <a:spLocks/>
          </p:cNvSpPr>
          <p:nvPr/>
        </p:nvSpPr>
        <p:spPr>
          <a:xfrm>
            <a:off x="5650379" y="2052652"/>
            <a:ext cx="997175" cy="997175"/>
          </a:xfrm>
          <a:custGeom>
            <a:avLst/>
            <a:gdLst/>
            <a:ahLst/>
            <a:cxnLst/>
            <a:rect l="l" t="t" r="r" b="b"/>
            <a:pathLst>
              <a:path w="3880153" h="3953697">
                <a:moveTo>
                  <a:pt x="1455" y="3168352"/>
                </a:moveTo>
                <a:cubicBezTo>
                  <a:pt x="205207" y="3400679"/>
                  <a:pt x="634857" y="3494667"/>
                  <a:pt x="960501" y="3505633"/>
                </a:cubicBezTo>
                <a:cubicBezTo>
                  <a:pt x="1028690" y="3627447"/>
                  <a:pt x="1119686" y="3734676"/>
                  <a:pt x="1227538" y="3821974"/>
                </a:cubicBezTo>
                <a:cubicBezTo>
                  <a:pt x="1160267" y="3830083"/>
                  <a:pt x="1089308" y="3833153"/>
                  <a:pt x="1014889" y="3832102"/>
                </a:cubicBezTo>
                <a:cubicBezTo>
                  <a:pt x="621954" y="3837001"/>
                  <a:pt x="201774" y="3729237"/>
                  <a:pt x="6261" y="3480618"/>
                </a:cubicBezTo>
                <a:cubicBezTo>
                  <a:pt x="13084" y="3484795"/>
                  <a:pt x="14745" y="3457252"/>
                  <a:pt x="1455" y="3168352"/>
                </a:cubicBezTo>
                <a:close/>
                <a:moveTo>
                  <a:pt x="3880153" y="3138359"/>
                </a:moveTo>
                <a:cubicBezTo>
                  <a:pt x="3866863" y="3427259"/>
                  <a:pt x="3868524" y="3454802"/>
                  <a:pt x="3875347" y="3450625"/>
                </a:cubicBezTo>
                <a:cubicBezTo>
                  <a:pt x="3706183" y="3641999"/>
                  <a:pt x="3368822" y="3808933"/>
                  <a:pt x="2885642" y="3802109"/>
                </a:cubicBezTo>
                <a:cubicBezTo>
                  <a:pt x="2813626" y="3803007"/>
                  <a:pt x="2740694" y="3800121"/>
                  <a:pt x="2668496" y="3792296"/>
                </a:cubicBezTo>
                <a:cubicBezTo>
                  <a:pt x="2770475" y="3703843"/>
                  <a:pt x="2855364" y="3596451"/>
                  <a:pt x="2918364" y="3475766"/>
                </a:cubicBezTo>
                <a:cubicBezTo>
                  <a:pt x="3244332" y="3465202"/>
                  <a:pt x="3675828" y="3371339"/>
                  <a:pt x="3880153" y="3138359"/>
                </a:cubicBezTo>
                <a:close/>
                <a:moveTo>
                  <a:pt x="2029821" y="3074540"/>
                </a:moveTo>
                <a:cubicBezTo>
                  <a:pt x="2072358" y="3090570"/>
                  <a:pt x="2100256" y="3117016"/>
                  <a:pt x="2101178" y="3147049"/>
                </a:cubicBezTo>
                <a:cubicBezTo>
                  <a:pt x="2102135" y="3178198"/>
                  <a:pt x="2073853" y="3206004"/>
                  <a:pt x="2029821" y="3222855"/>
                </a:cubicBezTo>
                <a:close/>
                <a:moveTo>
                  <a:pt x="1455" y="2758032"/>
                </a:moveTo>
                <a:cubicBezTo>
                  <a:pt x="177591" y="2958870"/>
                  <a:pt x="522539" y="3056328"/>
                  <a:pt x="823260" y="3085716"/>
                </a:cubicBezTo>
                <a:cubicBezTo>
                  <a:pt x="836237" y="3203756"/>
                  <a:pt x="868282" y="3316114"/>
                  <a:pt x="916781" y="3419465"/>
                </a:cubicBezTo>
                <a:cubicBezTo>
                  <a:pt x="553826" y="3407844"/>
                  <a:pt x="185565" y="3298305"/>
                  <a:pt x="6261" y="3070298"/>
                </a:cubicBezTo>
                <a:cubicBezTo>
                  <a:pt x="13084" y="3074475"/>
                  <a:pt x="14745" y="3046932"/>
                  <a:pt x="1455" y="2758032"/>
                </a:cubicBezTo>
                <a:close/>
                <a:moveTo>
                  <a:pt x="3880153" y="2733869"/>
                </a:moveTo>
                <a:cubicBezTo>
                  <a:pt x="3866863" y="3022769"/>
                  <a:pt x="3868524" y="3050312"/>
                  <a:pt x="3875347" y="3046135"/>
                </a:cubicBezTo>
                <a:cubicBezTo>
                  <a:pt x="3714650" y="3227931"/>
                  <a:pt x="3402172" y="3387671"/>
                  <a:pt x="2957054" y="3395450"/>
                </a:cubicBezTo>
                <a:cubicBezTo>
                  <a:pt x="3001703" y="3291967"/>
                  <a:pt x="3030894" y="3180307"/>
                  <a:pt x="3041718" y="3063353"/>
                </a:cubicBezTo>
                <a:cubicBezTo>
                  <a:pt x="3346235" y="3035739"/>
                  <a:pt x="3700756" y="2938426"/>
                  <a:pt x="3880153" y="2733869"/>
                </a:cubicBezTo>
                <a:close/>
                <a:moveTo>
                  <a:pt x="1820161" y="2670546"/>
                </a:moveTo>
                <a:lnTo>
                  <a:pt x="1820161" y="2807794"/>
                </a:lnTo>
                <a:cubicBezTo>
                  <a:pt x="1784534" y="2791726"/>
                  <a:pt x="1761919" y="2767633"/>
                  <a:pt x="1761090" y="2740643"/>
                </a:cubicBezTo>
                <a:cubicBezTo>
                  <a:pt x="1760228" y="2712584"/>
                  <a:pt x="1783091" y="2687237"/>
                  <a:pt x="1820161" y="2670546"/>
                </a:cubicBezTo>
                <a:close/>
                <a:moveTo>
                  <a:pt x="1820161" y="2351698"/>
                </a:moveTo>
                <a:lnTo>
                  <a:pt x="1820161" y="2426781"/>
                </a:lnTo>
                <a:cubicBezTo>
                  <a:pt x="1541058" y="2454722"/>
                  <a:pt x="1332994" y="2587385"/>
                  <a:pt x="1337817" y="2744384"/>
                </a:cubicBezTo>
                <a:cubicBezTo>
                  <a:pt x="1342529" y="2897779"/>
                  <a:pt x="1548926" y="3024362"/>
                  <a:pt x="1820161" y="3051732"/>
                </a:cubicBezTo>
                <a:lnTo>
                  <a:pt x="1820161" y="3217389"/>
                </a:lnTo>
                <a:cubicBezTo>
                  <a:pt x="1786002" y="3201854"/>
                  <a:pt x="1763663" y="3178972"/>
                  <a:pt x="1761274" y="3153060"/>
                </a:cubicBezTo>
                <a:lnTo>
                  <a:pt x="1338460" y="3164281"/>
                </a:lnTo>
                <a:cubicBezTo>
                  <a:pt x="1352256" y="3313879"/>
                  <a:pt x="1556620" y="3434536"/>
                  <a:pt x="1820161" y="3461071"/>
                </a:cubicBezTo>
                <a:lnTo>
                  <a:pt x="1820161" y="3539697"/>
                </a:lnTo>
                <a:lnTo>
                  <a:pt x="2029821" y="3539697"/>
                </a:lnTo>
                <a:lnTo>
                  <a:pt x="2029821" y="3462128"/>
                </a:lnTo>
                <a:cubicBezTo>
                  <a:pt x="2315071" y="3436849"/>
                  <a:pt x="2529344" y="3302606"/>
                  <a:pt x="2524450" y="3143308"/>
                </a:cubicBezTo>
                <a:cubicBezTo>
                  <a:pt x="2519668" y="2987610"/>
                  <a:pt x="2307099" y="2859535"/>
                  <a:pt x="2029821" y="2834965"/>
                </a:cubicBezTo>
                <a:lnTo>
                  <a:pt x="2029821" y="2665297"/>
                </a:lnTo>
                <a:cubicBezTo>
                  <a:pt x="2070848" y="2680600"/>
                  <a:pt x="2098329" y="2705732"/>
                  <a:pt x="2100994" y="2734632"/>
                </a:cubicBezTo>
                <a:lnTo>
                  <a:pt x="2523807" y="2723411"/>
                </a:lnTo>
                <a:cubicBezTo>
                  <a:pt x="2509797" y="2571487"/>
                  <a:pt x="2299247" y="2449410"/>
                  <a:pt x="2029821" y="2425195"/>
                </a:cubicBezTo>
                <a:lnTo>
                  <a:pt x="2029821" y="2351698"/>
                </a:lnTo>
                <a:close/>
                <a:moveTo>
                  <a:pt x="1455" y="2347712"/>
                </a:moveTo>
                <a:cubicBezTo>
                  <a:pt x="183117" y="2554851"/>
                  <a:pt x="544352" y="2652021"/>
                  <a:pt x="851373" y="2678440"/>
                </a:cubicBezTo>
                <a:cubicBezTo>
                  <a:pt x="827251" y="2766976"/>
                  <a:pt x="815133" y="2860130"/>
                  <a:pt x="815133" y="2956114"/>
                </a:cubicBezTo>
                <a:cubicBezTo>
                  <a:pt x="815133" y="2971896"/>
                  <a:pt x="815461" y="2987602"/>
                  <a:pt x="817509" y="3003166"/>
                </a:cubicBezTo>
                <a:cubicBezTo>
                  <a:pt x="488191" y="2976547"/>
                  <a:pt x="169203" y="2867179"/>
                  <a:pt x="6261" y="2659978"/>
                </a:cubicBezTo>
                <a:cubicBezTo>
                  <a:pt x="13084" y="2664155"/>
                  <a:pt x="14745" y="2636612"/>
                  <a:pt x="1455" y="2347712"/>
                </a:cubicBezTo>
                <a:close/>
                <a:moveTo>
                  <a:pt x="3880153" y="2329379"/>
                </a:moveTo>
                <a:cubicBezTo>
                  <a:pt x="3866863" y="2618279"/>
                  <a:pt x="3868524" y="2645822"/>
                  <a:pt x="3875347" y="2641645"/>
                </a:cubicBezTo>
                <a:cubicBezTo>
                  <a:pt x="3725516" y="2811149"/>
                  <a:pt x="3443734" y="2961479"/>
                  <a:pt x="3045509" y="2988274"/>
                </a:cubicBezTo>
                <a:lnTo>
                  <a:pt x="3047133" y="2956114"/>
                </a:lnTo>
                <a:cubicBezTo>
                  <a:pt x="3047133" y="2854429"/>
                  <a:pt x="3033534" y="2755921"/>
                  <a:pt x="3006831" y="2662641"/>
                </a:cubicBezTo>
                <a:cubicBezTo>
                  <a:pt x="3318650" y="2638590"/>
                  <a:pt x="3693842" y="2541819"/>
                  <a:pt x="3880153" y="2329379"/>
                </a:cubicBezTo>
                <a:close/>
                <a:moveTo>
                  <a:pt x="1931133" y="1937697"/>
                </a:moveTo>
                <a:cubicBezTo>
                  <a:pt x="2487898" y="1937697"/>
                  <a:pt x="2939245" y="2388994"/>
                  <a:pt x="2939245" y="2945697"/>
                </a:cubicBezTo>
                <a:cubicBezTo>
                  <a:pt x="2939245" y="3502400"/>
                  <a:pt x="2487898" y="3953697"/>
                  <a:pt x="1931133" y="3953697"/>
                </a:cubicBezTo>
                <a:cubicBezTo>
                  <a:pt x="1374368" y="3953697"/>
                  <a:pt x="923021" y="3502400"/>
                  <a:pt x="923021" y="2945697"/>
                </a:cubicBezTo>
                <a:cubicBezTo>
                  <a:pt x="923021" y="2388994"/>
                  <a:pt x="1374368" y="1937697"/>
                  <a:pt x="1931133" y="1937697"/>
                </a:cubicBezTo>
                <a:close/>
                <a:moveTo>
                  <a:pt x="1455" y="1937392"/>
                </a:moveTo>
                <a:cubicBezTo>
                  <a:pt x="214734" y="2180582"/>
                  <a:pt x="675532" y="2272194"/>
                  <a:pt x="1005427" y="2276729"/>
                </a:cubicBezTo>
                <a:lnTo>
                  <a:pt x="1048467" y="2274995"/>
                </a:lnTo>
                <a:cubicBezTo>
                  <a:pt x="973036" y="2370730"/>
                  <a:pt x="913948" y="2479702"/>
                  <a:pt x="874973" y="2597837"/>
                </a:cubicBezTo>
                <a:cubicBezTo>
                  <a:pt x="525848" y="2578625"/>
                  <a:pt x="178686" y="2468917"/>
                  <a:pt x="6261" y="2249658"/>
                </a:cubicBezTo>
                <a:cubicBezTo>
                  <a:pt x="13084" y="2253835"/>
                  <a:pt x="14745" y="2226292"/>
                  <a:pt x="1455" y="1937392"/>
                </a:cubicBezTo>
                <a:close/>
                <a:moveTo>
                  <a:pt x="3880153" y="1924889"/>
                </a:moveTo>
                <a:cubicBezTo>
                  <a:pt x="3866863" y="2213789"/>
                  <a:pt x="3868524" y="2241332"/>
                  <a:pt x="3875347" y="2237155"/>
                </a:cubicBezTo>
                <a:cubicBezTo>
                  <a:pt x="3717776" y="2415415"/>
                  <a:pt x="3414270" y="2572469"/>
                  <a:pt x="2982846" y="2585687"/>
                </a:cubicBezTo>
                <a:cubicBezTo>
                  <a:pt x="2942265" y="2466665"/>
                  <a:pt x="2881020" y="2357243"/>
                  <a:pt x="2803561" y="2261302"/>
                </a:cubicBezTo>
                <a:cubicBezTo>
                  <a:pt x="2828324" y="2263132"/>
                  <a:pt x="2852587" y="2263902"/>
                  <a:pt x="2876180" y="2264226"/>
                </a:cubicBezTo>
                <a:cubicBezTo>
                  <a:pt x="3206076" y="2259691"/>
                  <a:pt x="3666874" y="2168079"/>
                  <a:pt x="3880153" y="1924889"/>
                </a:cubicBezTo>
                <a:close/>
                <a:moveTo>
                  <a:pt x="2970728" y="1742046"/>
                </a:moveTo>
                <a:cubicBezTo>
                  <a:pt x="3013265" y="1749515"/>
                  <a:pt x="3041163" y="1761838"/>
                  <a:pt x="3042085" y="1775832"/>
                </a:cubicBezTo>
                <a:cubicBezTo>
                  <a:pt x="3043042" y="1790346"/>
                  <a:pt x="3014760" y="1803303"/>
                  <a:pt x="2970728" y="1811155"/>
                </a:cubicBezTo>
                <a:close/>
                <a:moveTo>
                  <a:pt x="2761068" y="1553800"/>
                </a:moveTo>
                <a:lnTo>
                  <a:pt x="2761068" y="1617752"/>
                </a:lnTo>
                <a:cubicBezTo>
                  <a:pt x="2725441" y="1610265"/>
                  <a:pt x="2702826" y="1599039"/>
                  <a:pt x="2701997" y="1586462"/>
                </a:cubicBezTo>
                <a:cubicBezTo>
                  <a:pt x="2701135" y="1573388"/>
                  <a:pt x="2723998" y="1561577"/>
                  <a:pt x="2761068" y="1553800"/>
                </a:cubicBezTo>
                <a:close/>
                <a:moveTo>
                  <a:pt x="2761068" y="1405229"/>
                </a:moveTo>
                <a:lnTo>
                  <a:pt x="2761068" y="1440215"/>
                </a:lnTo>
                <a:cubicBezTo>
                  <a:pt x="2481965" y="1453234"/>
                  <a:pt x="2273901" y="1515050"/>
                  <a:pt x="2278724" y="1588206"/>
                </a:cubicBezTo>
                <a:cubicBezTo>
                  <a:pt x="2283436" y="1659682"/>
                  <a:pt x="2489833" y="1718665"/>
                  <a:pt x="2761068" y="1731418"/>
                </a:cubicBezTo>
                <a:lnTo>
                  <a:pt x="2761068" y="1808608"/>
                </a:lnTo>
                <a:cubicBezTo>
                  <a:pt x="2726909" y="1801369"/>
                  <a:pt x="2704570" y="1790707"/>
                  <a:pt x="2702181" y="1778633"/>
                </a:cubicBezTo>
                <a:lnTo>
                  <a:pt x="2279367" y="1783861"/>
                </a:lnTo>
                <a:cubicBezTo>
                  <a:pt x="2293163" y="1853568"/>
                  <a:pt x="2497527" y="1909790"/>
                  <a:pt x="2761068" y="1922154"/>
                </a:cubicBezTo>
                <a:lnTo>
                  <a:pt x="2761068" y="1958791"/>
                </a:lnTo>
                <a:lnTo>
                  <a:pt x="2970728" y="1958791"/>
                </a:lnTo>
                <a:lnTo>
                  <a:pt x="2970728" y="1922647"/>
                </a:lnTo>
                <a:cubicBezTo>
                  <a:pt x="3255978" y="1910868"/>
                  <a:pt x="3470251" y="1848316"/>
                  <a:pt x="3465357" y="1774089"/>
                </a:cubicBezTo>
                <a:cubicBezTo>
                  <a:pt x="3460575" y="1701540"/>
                  <a:pt x="3248006" y="1641862"/>
                  <a:pt x="2970728" y="1630413"/>
                </a:cubicBezTo>
                <a:lnTo>
                  <a:pt x="2970728" y="1551354"/>
                </a:lnTo>
                <a:cubicBezTo>
                  <a:pt x="3011755" y="1558485"/>
                  <a:pt x="3039236" y="1570195"/>
                  <a:pt x="3041901" y="1583662"/>
                </a:cubicBezTo>
                <a:lnTo>
                  <a:pt x="3464714" y="1578433"/>
                </a:lnTo>
                <a:cubicBezTo>
                  <a:pt x="3450704" y="1507642"/>
                  <a:pt x="3240154" y="1450759"/>
                  <a:pt x="2970728" y="1439476"/>
                </a:cubicBezTo>
                <a:lnTo>
                  <a:pt x="2970728" y="1405229"/>
                </a:lnTo>
                <a:close/>
                <a:moveTo>
                  <a:pt x="2872041" y="1244391"/>
                </a:moveTo>
                <a:cubicBezTo>
                  <a:pt x="3428806" y="1244391"/>
                  <a:pt x="3880153" y="1453922"/>
                  <a:pt x="3880153" y="1712391"/>
                </a:cubicBezTo>
                <a:cubicBezTo>
                  <a:pt x="3880153" y="1970860"/>
                  <a:pt x="3428806" y="2180391"/>
                  <a:pt x="2872041" y="2180391"/>
                </a:cubicBezTo>
                <a:cubicBezTo>
                  <a:pt x="2823092" y="2180391"/>
                  <a:pt x="2774958" y="2178772"/>
                  <a:pt x="2727893" y="2175376"/>
                </a:cubicBezTo>
                <a:cubicBezTo>
                  <a:pt x="2525684" y="1968353"/>
                  <a:pt x="2243385" y="1840114"/>
                  <a:pt x="1931133" y="1840114"/>
                </a:cubicBezTo>
                <a:cubicBezTo>
                  <a:pt x="1612467" y="1840114"/>
                  <a:pt x="1324996" y="1973676"/>
                  <a:pt x="1122380" y="2188572"/>
                </a:cubicBezTo>
                <a:cubicBezTo>
                  <a:pt x="1087421" y="2190857"/>
                  <a:pt x="1051575" y="2191340"/>
                  <a:pt x="1014889" y="2190822"/>
                </a:cubicBezTo>
                <a:cubicBezTo>
                  <a:pt x="621954" y="2195721"/>
                  <a:pt x="201774" y="2087957"/>
                  <a:pt x="6261" y="1839338"/>
                </a:cubicBezTo>
                <a:cubicBezTo>
                  <a:pt x="13084" y="1843515"/>
                  <a:pt x="14745" y="1815972"/>
                  <a:pt x="1455" y="1527072"/>
                </a:cubicBezTo>
                <a:cubicBezTo>
                  <a:pt x="214734" y="1770262"/>
                  <a:pt x="675532" y="1861874"/>
                  <a:pt x="1005427" y="1866409"/>
                </a:cubicBezTo>
                <a:cubicBezTo>
                  <a:pt x="1278600" y="1862654"/>
                  <a:pt x="1641530" y="1799192"/>
                  <a:pt x="1878042" y="1637444"/>
                </a:cubicBezTo>
                <a:cubicBezTo>
                  <a:pt x="1954537" y="1414404"/>
                  <a:pt x="2370521" y="1244391"/>
                  <a:pt x="2872041" y="1244391"/>
                </a:cubicBezTo>
                <a:close/>
                <a:moveTo>
                  <a:pt x="1455" y="1116752"/>
                </a:moveTo>
                <a:cubicBezTo>
                  <a:pt x="214734" y="1359942"/>
                  <a:pt x="675532" y="1451554"/>
                  <a:pt x="1005427" y="1456089"/>
                </a:cubicBezTo>
                <a:cubicBezTo>
                  <a:pt x="1335323" y="1451554"/>
                  <a:pt x="1796121" y="1359942"/>
                  <a:pt x="2009400" y="1116752"/>
                </a:cubicBezTo>
                <a:cubicBezTo>
                  <a:pt x="1996110" y="1405652"/>
                  <a:pt x="1997771" y="1433195"/>
                  <a:pt x="2004594" y="1429018"/>
                </a:cubicBezTo>
                <a:cubicBezTo>
                  <a:pt x="1835430" y="1620392"/>
                  <a:pt x="1498069" y="1787326"/>
                  <a:pt x="1014889" y="1780502"/>
                </a:cubicBezTo>
                <a:cubicBezTo>
                  <a:pt x="621954" y="1785401"/>
                  <a:pt x="201774" y="1677637"/>
                  <a:pt x="6261" y="1429018"/>
                </a:cubicBezTo>
                <a:cubicBezTo>
                  <a:pt x="13084" y="1433195"/>
                  <a:pt x="14745" y="1405652"/>
                  <a:pt x="1455" y="1116752"/>
                </a:cubicBezTo>
                <a:close/>
                <a:moveTo>
                  <a:pt x="1455" y="706432"/>
                </a:moveTo>
                <a:cubicBezTo>
                  <a:pt x="214734" y="949622"/>
                  <a:pt x="675532" y="1041234"/>
                  <a:pt x="1005427" y="1045769"/>
                </a:cubicBezTo>
                <a:cubicBezTo>
                  <a:pt x="1335323" y="1041234"/>
                  <a:pt x="1796121" y="949622"/>
                  <a:pt x="2009400" y="706432"/>
                </a:cubicBezTo>
                <a:cubicBezTo>
                  <a:pt x="1996110" y="995332"/>
                  <a:pt x="1997771" y="1022875"/>
                  <a:pt x="2004594" y="1018698"/>
                </a:cubicBezTo>
                <a:cubicBezTo>
                  <a:pt x="1835430" y="1210072"/>
                  <a:pt x="1498069" y="1377006"/>
                  <a:pt x="1014889" y="1370182"/>
                </a:cubicBezTo>
                <a:cubicBezTo>
                  <a:pt x="621954" y="1375081"/>
                  <a:pt x="201774" y="1267317"/>
                  <a:pt x="6261" y="1018698"/>
                </a:cubicBezTo>
                <a:cubicBezTo>
                  <a:pt x="13084" y="1022875"/>
                  <a:pt x="14745" y="995332"/>
                  <a:pt x="1455" y="706432"/>
                </a:cubicBezTo>
                <a:close/>
                <a:moveTo>
                  <a:pt x="1106799" y="489687"/>
                </a:moveTo>
                <a:cubicBezTo>
                  <a:pt x="1149336" y="497156"/>
                  <a:pt x="1177233" y="509479"/>
                  <a:pt x="1178156" y="523473"/>
                </a:cubicBezTo>
                <a:cubicBezTo>
                  <a:pt x="1179112" y="537987"/>
                  <a:pt x="1150831" y="550944"/>
                  <a:pt x="1106799" y="558796"/>
                </a:cubicBezTo>
                <a:close/>
                <a:moveTo>
                  <a:pt x="897139" y="301441"/>
                </a:moveTo>
                <a:lnTo>
                  <a:pt x="897139" y="365393"/>
                </a:lnTo>
                <a:cubicBezTo>
                  <a:pt x="861512" y="357906"/>
                  <a:pt x="838897" y="346680"/>
                  <a:pt x="838068" y="334103"/>
                </a:cubicBezTo>
                <a:cubicBezTo>
                  <a:pt x="837206" y="321029"/>
                  <a:pt x="860069" y="309218"/>
                  <a:pt x="897139" y="301441"/>
                </a:cubicBezTo>
                <a:close/>
                <a:moveTo>
                  <a:pt x="897139" y="152870"/>
                </a:moveTo>
                <a:lnTo>
                  <a:pt x="897139" y="187856"/>
                </a:lnTo>
                <a:cubicBezTo>
                  <a:pt x="618036" y="200875"/>
                  <a:pt x="409972" y="262691"/>
                  <a:pt x="414795" y="335847"/>
                </a:cubicBezTo>
                <a:cubicBezTo>
                  <a:pt x="419507" y="407323"/>
                  <a:pt x="625904" y="466306"/>
                  <a:pt x="897139" y="479059"/>
                </a:cubicBezTo>
                <a:lnTo>
                  <a:pt x="897139" y="556249"/>
                </a:lnTo>
                <a:cubicBezTo>
                  <a:pt x="862980" y="549010"/>
                  <a:pt x="840641" y="538348"/>
                  <a:pt x="838251" y="526274"/>
                </a:cubicBezTo>
                <a:lnTo>
                  <a:pt x="415438" y="531502"/>
                </a:lnTo>
                <a:cubicBezTo>
                  <a:pt x="429234" y="601209"/>
                  <a:pt x="633598" y="657431"/>
                  <a:pt x="897139" y="669795"/>
                </a:cubicBezTo>
                <a:lnTo>
                  <a:pt x="897139" y="706432"/>
                </a:lnTo>
                <a:lnTo>
                  <a:pt x="1106799" y="706432"/>
                </a:lnTo>
                <a:lnTo>
                  <a:pt x="1106799" y="670288"/>
                </a:lnTo>
                <a:cubicBezTo>
                  <a:pt x="1392049" y="658509"/>
                  <a:pt x="1606322" y="595956"/>
                  <a:pt x="1601428" y="521730"/>
                </a:cubicBezTo>
                <a:cubicBezTo>
                  <a:pt x="1596646" y="449181"/>
                  <a:pt x="1384077" y="389502"/>
                  <a:pt x="1106799" y="378054"/>
                </a:cubicBezTo>
                <a:lnTo>
                  <a:pt x="1106799" y="298995"/>
                </a:lnTo>
                <a:cubicBezTo>
                  <a:pt x="1147826" y="306126"/>
                  <a:pt x="1175307" y="317836"/>
                  <a:pt x="1177972" y="331303"/>
                </a:cubicBezTo>
                <a:lnTo>
                  <a:pt x="1600785" y="326074"/>
                </a:lnTo>
                <a:cubicBezTo>
                  <a:pt x="1586775" y="255283"/>
                  <a:pt x="1376225" y="198400"/>
                  <a:pt x="1106799" y="187117"/>
                </a:cubicBezTo>
                <a:lnTo>
                  <a:pt x="1106799" y="152870"/>
                </a:lnTo>
                <a:close/>
                <a:moveTo>
                  <a:pt x="1008112" y="0"/>
                </a:moveTo>
                <a:cubicBezTo>
                  <a:pt x="1564877" y="0"/>
                  <a:pt x="2016224" y="209531"/>
                  <a:pt x="2016224" y="468000"/>
                </a:cubicBezTo>
                <a:cubicBezTo>
                  <a:pt x="2016224" y="726469"/>
                  <a:pt x="1564877" y="936000"/>
                  <a:pt x="1008112" y="936000"/>
                </a:cubicBezTo>
                <a:cubicBezTo>
                  <a:pt x="451347" y="936000"/>
                  <a:pt x="0" y="726469"/>
                  <a:pt x="0" y="468000"/>
                </a:cubicBezTo>
                <a:cubicBezTo>
                  <a:pt x="0" y="209531"/>
                  <a:pt x="451347" y="0"/>
                  <a:pt x="10081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8" name="Group 100">
            <a:extLst>
              <a:ext uri="{FF2B5EF4-FFF2-40B4-BE49-F238E27FC236}">
                <a16:creationId xmlns:a16="http://schemas.microsoft.com/office/drawing/2014/main" id="{D0D07131-AA45-4FBE-829F-001F55569733}"/>
              </a:ext>
            </a:extLst>
          </p:cNvPr>
          <p:cNvGrpSpPr/>
          <p:nvPr/>
        </p:nvGrpSpPr>
        <p:grpSpPr>
          <a:xfrm>
            <a:off x="4490458" y="5656058"/>
            <a:ext cx="2966597" cy="657346"/>
            <a:chOff x="4965551" y="1783849"/>
            <a:chExt cx="1780587" cy="65734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CD25CF0-4C49-4919-860A-29C7ADC3EAB3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66752B-3599-47A3-893E-5B947D31290F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106">
            <a:extLst>
              <a:ext uri="{FF2B5EF4-FFF2-40B4-BE49-F238E27FC236}">
                <a16:creationId xmlns:a16="http://schemas.microsoft.com/office/drawing/2014/main" id="{D7B0A720-5F94-4A20-A6A0-257E74E072D8}"/>
              </a:ext>
            </a:extLst>
          </p:cNvPr>
          <p:cNvGrpSpPr/>
          <p:nvPr/>
        </p:nvGrpSpPr>
        <p:grpSpPr>
          <a:xfrm>
            <a:off x="8372305" y="3550085"/>
            <a:ext cx="2966597" cy="657346"/>
            <a:chOff x="4965551" y="1783849"/>
            <a:chExt cx="1780587" cy="65734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E810055-F042-4468-83EC-91EBDE314F05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8AAC723-BE8E-4C9B-AD94-545BF2E79388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118">
            <a:extLst>
              <a:ext uri="{FF2B5EF4-FFF2-40B4-BE49-F238E27FC236}">
                <a16:creationId xmlns:a16="http://schemas.microsoft.com/office/drawing/2014/main" id="{7A12910F-1EB9-4E67-BFAF-E9E28F02846C}"/>
              </a:ext>
            </a:extLst>
          </p:cNvPr>
          <p:cNvGrpSpPr/>
          <p:nvPr/>
        </p:nvGrpSpPr>
        <p:grpSpPr>
          <a:xfrm>
            <a:off x="7849286" y="4855493"/>
            <a:ext cx="2966597" cy="657346"/>
            <a:chOff x="4965551" y="1783849"/>
            <a:chExt cx="1780587" cy="65734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14EEC85-B3F7-4241-A031-25440EEAE93D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A17447-4DB4-4D6C-82F2-365FBBC0A384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127">
            <a:extLst>
              <a:ext uri="{FF2B5EF4-FFF2-40B4-BE49-F238E27FC236}">
                <a16:creationId xmlns:a16="http://schemas.microsoft.com/office/drawing/2014/main" id="{F28EC652-401F-41FC-B312-8CA463D71077}"/>
              </a:ext>
            </a:extLst>
          </p:cNvPr>
          <p:cNvGrpSpPr/>
          <p:nvPr/>
        </p:nvGrpSpPr>
        <p:grpSpPr>
          <a:xfrm>
            <a:off x="852686" y="3696218"/>
            <a:ext cx="2983091" cy="657346"/>
            <a:chOff x="4965551" y="1783849"/>
            <a:chExt cx="1780587" cy="65734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3481FE0-D9CC-4C93-97C5-4D05FD63BC0E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EBC724-CCA8-44CE-A28D-020AC81F7028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130">
            <a:extLst>
              <a:ext uri="{FF2B5EF4-FFF2-40B4-BE49-F238E27FC236}">
                <a16:creationId xmlns:a16="http://schemas.microsoft.com/office/drawing/2014/main" id="{C9E5E013-9A83-4567-8C47-630D42649C5A}"/>
              </a:ext>
            </a:extLst>
          </p:cNvPr>
          <p:cNvGrpSpPr/>
          <p:nvPr/>
        </p:nvGrpSpPr>
        <p:grpSpPr>
          <a:xfrm>
            <a:off x="1454004" y="4928927"/>
            <a:ext cx="2983091" cy="657346"/>
            <a:chOff x="4965551" y="1783849"/>
            <a:chExt cx="1780587" cy="65734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5647EFF-59C5-417C-A8D9-FA8F0585F60E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BECAF72-DC0F-42AA-82E7-D663F4F6A3EE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8395177-16E7-4FD6-86D2-EC1F441709A3}"/>
              </a:ext>
            </a:extLst>
          </p:cNvPr>
          <p:cNvGrpSpPr/>
          <p:nvPr/>
        </p:nvGrpSpPr>
        <p:grpSpPr>
          <a:xfrm>
            <a:off x="3438158" y="2373247"/>
            <a:ext cx="5421616" cy="2999203"/>
            <a:chOff x="3360334" y="2373247"/>
            <a:chExt cx="5421616" cy="2999203"/>
          </a:xfrm>
        </p:grpSpPr>
        <p:sp>
          <p:nvSpPr>
            <p:cNvPr id="13" name="Oval 94">
              <a:extLst>
                <a:ext uri="{FF2B5EF4-FFF2-40B4-BE49-F238E27FC236}">
                  <a16:creationId xmlns:a16="http://schemas.microsoft.com/office/drawing/2014/main" id="{422D702B-84F1-4139-8C99-C25C15E9CC46}"/>
                </a:ext>
              </a:extLst>
            </p:cNvPr>
            <p:cNvSpPr/>
            <p:nvPr/>
          </p:nvSpPr>
          <p:spPr>
            <a:xfrm>
              <a:off x="3360334" y="2373247"/>
              <a:ext cx="725420" cy="7254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Oval 95">
              <a:extLst>
                <a:ext uri="{FF2B5EF4-FFF2-40B4-BE49-F238E27FC236}">
                  <a16:creationId xmlns:a16="http://schemas.microsoft.com/office/drawing/2014/main" id="{9E54EF2F-3DCC-447D-9F20-CE0CC22BA083}"/>
                </a:ext>
              </a:extLst>
            </p:cNvPr>
            <p:cNvSpPr/>
            <p:nvPr/>
          </p:nvSpPr>
          <p:spPr>
            <a:xfrm>
              <a:off x="4038592" y="3917155"/>
              <a:ext cx="725420" cy="7254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Oval 96">
              <a:extLst>
                <a:ext uri="{FF2B5EF4-FFF2-40B4-BE49-F238E27FC236}">
                  <a16:creationId xmlns:a16="http://schemas.microsoft.com/office/drawing/2014/main" id="{10B003F8-196F-47B5-B69A-4B2CE5A132A8}"/>
                </a:ext>
              </a:extLst>
            </p:cNvPr>
            <p:cNvSpPr/>
            <p:nvPr/>
          </p:nvSpPr>
          <p:spPr>
            <a:xfrm>
              <a:off x="5636155" y="4647030"/>
              <a:ext cx="725420" cy="7254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Oval 97">
              <a:extLst>
                <a:ext uri="{FF2B5EF4-FFF2-40B4-BE49-F238E27FC236}">
                  <a16:creationId xmlns:a16="http://schemas.microsoft.com/office/drawing/2014/main" id="{C342F6CE-2A99-4273-B144-3B9F7D271B52}"/>
                </a:ext>
              </a:extLst>
            </p:cNvPr>
            <p:cNvSpPr/>
            <p:nvPr/>
          </p:nvSpPr>
          <p:spPr>
            <a:xfrm>
              <a:off x="7307483" y="3935887"/>
              <a:ext cx="725420" cy="7254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Oval 98">
              <a:extLst>
                <a:ext uri="{FF2B5EF4-FFF2-40B4-BE49-F238E27FC236}">
                  <a16:creationId xmlns:a16="http://schemas.microsoft.com/office/drawing/2014/main" id="{B5C69BD7-70DF-4559-A359-F04009E8E6CA}"/>
                </a:ext>
              </a:extLst>
            </p:cNvPr>
            <p:cNvSpPr/>
            <p:nvPr/>
          </p:nvSpPr>
          <p:spPr>
            <a:xfrm>
              <a:off x="8056530" y="2410829"/>
              <a:ext cx="725420" cy="7254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Parallelogram 30">
              <a:extLst>
                <a:ext uri="{FF2B5EF4-FFF2-40B4-BE49-F238E27FC236}">
                  <a16:creationId xmlns:a16="http://schemas.microsoft.com/office/drawing/2014/main" id="{FFFADFB9-5FA3-4BB6-9CFC-3D02935A1F11}"/>
                </a:ext>
              </a:extLst>
            </p:cNvPr>
            <p:cNvSpPr/>
            <p:nvPr/>
          </p:nvSpPr>
          <p:spPr>
            <a:xfrm flipH="1">
              <a:off x="4214929" y="4127752"/>
              <a:ext cx="352805" cy="353677"/>
            </a:xfrm>
            <a:custGeom>
              <a:avLst/>
              <a:gdLst/>
              <a:ahLst/>
              <a:cxnLst/>
              <a:rect l="l" t="t" r="r" b="b"/>
              <a:pathLst>
                <a:path w="3240000" h="3248012">
                  <a:moveTo>
                    <a:pt x="712553" y="858820"/>
                  </a:moveTo>
                  <a:cubicBezTo>
                    <a:pt x="727950" y="858820"/>
                    <a:pt x="743348" y="864694"/>
                    <a:pt x="755096" y="876443"/>
                  </a:cubicBezTo>
                  <a:lnTo>
                    <a:pt x="1193671" y="1315016"/>
                  </a:lnTo>
                  <a:lnTo>
                    <a:pt x="1509169" y="999517"/>
                  </a:lnTo>
                  <a:cubicBezTo>
                    <a:pt x="1509517" y="999169"/>
                    <a:pt x="1509868" y="998827"/>
                    <a:pt x="1510414" y="998691"/>
                  </a:cubicBezTo>
                  <a:lnTo>
                    <a:pt x="1518932" y="988592"/>
                  </a:lnTo>
                  <a:cubicBezTo>
                    <a:pt x="1531945" y="978263"/>
                    <a:pt x="1547912" y="974188"/>
                    <a:pt x="1563209" y="975946"/>
                  </a:cubicBezTo>
                  <a:cubicBezTo>
                    <a:pt x="1578505" y="977705"/>
                    <a:pt x="1593131" y="985299"/>
                    <a:pt x="1603459" y="998313"/>
                  </a:cubicBezTo>
                  <a:lnTo>
                    <a:pt x="1892346" y="1362277"/>
                  </a:lnTo>
                  <a:lnTo>
                    <a:pt x="2149759" y="1177067"/>
                  </a:lnTo>
                  <a:lnTo>
                    <a:pt x="2151621" y="1174867"/>
                  </a:lnTo>
                  <a:cubicBezTo>
                    <a:pt x="2159033" y="1169006"/>
                    <a:pt x="2167397" y="1165168"/>
                    <a:pt x="2176160" y="1163802"/>
                  </a:cubicBezTo>
                  <a:cubicBezTo>
                    <a:pt x="2177188" y="1163485"/>
                    <a:pt x="2178237" y="1163269"/>
                    <a:pt x="2179375" y="1163558"/>
                  </a:cubicBezTo>
                  <a:cubicBezTo>
                    <a:pt x="2184768" y="1161771"/>
                    <a:pt x="2190389" y="1161654"/>
                    <a:pt x="2195921" y="1162300"/>
                  </a:cubicBezTo>
                  <a:cubicBezTo>
                    <a:pt x="2196662" y="1162386"/>
                    <a:pt x="2197402" y="1162487"/>
                    <a:pt x="2198081" y="1162987"/>
                  </a:cubicBezTo>
                  <a:cubicBezTo>
                    <a:pt x="2202197" y="1163290"/>
                    <a:pt x="2206218" y="1164270"/>
                    <a:pt x="2209739" y="1166702"/>
                  </a:cubicBezTo>
                  <a:cubicBezTo>
                    <a:pt x="2213116" y="1166857"/>
                    <a:pt x="2216051" y="1168231"/>
                    <a:pt x="2218766" y="1170038"/>
                  </a:cubicBezTo>
                  <a:cubicBezTo>
                    <a:pt x="2225342" y="1173160"/>
                    <a:pt x="2231151" y="1177875"/>
                    <a:pt x="2235489" y="1184194"/>
                  </a:cubicBezTo>
                  <a:lnTo>
                    <a:pt x="2236132" y="1184737"/>
                  </a:lnTo>
                  <a:lnTo>
                    <a:pt x="2236287" y="1184934"/>
                  </a:lnTo>
                  <a:lnTo>
                    <a:pt x="2238712" y="1187183"/>
                  </a:lnTo>
                  <a:cubicBezTo>
                    <a:pt x="2239115" y="1187744"/>
                    <a:pt x="2239507" y="1188310"/>
                    <a:pt x="2239574" y="1189090"/>
                  </a:cubicBezTo>
                  <a:lnTo>
                    <a:pt x="2540580" y="1569705"/>
                  </a:lnTo>
                  <a:cubicBezTo>
                    <a:pt x="2561191" y="1595768"/>
                    <a:pt x="2556772" y="1633604"/>
                    <a:pt x="2530710" y="1654215"/>
                  </a:cubicBezTo>
                  <a:cubicBezTo>
                    <a:pt x="2504647" y="1674827"/>
                    <a:pt x="2466811" y="1670408"/>
                    <a:pt x="2446199" y="1644345"/>
                  </a:cubicBezTo>
                  <a:lnTo>
                    <a:pt x="2177884" y="1305067"/>
                  </a:lnTo>
                  <a:lnTo>
                    <a:pt x="1934804" y="1479967"/>
                  </a:lnTo>
                  <a:cubicBezTo>
                    <a:pt x="1927367" y="1485317"/>
                    <a:pt x="1919123" y="1488726"/>
                    <a:pt x="1910598" y="1489881"/>
                  </a:cubicBezTo>
                  <a:cubicBezTo>
                    <a:pt x="1885257" y="1507791"/>
                    <a:pt x="1850121" y="1502627"/>
                    <a:pt x="1830495" y="1477903"/>
                  </a:cubicBezTo>
                  <a:lnTo>
                    <a:pt x="1551924" y="1126933"/>
                  </a:lnTo>
                  <a:lnTo>
                    <a:pt x="1239041" y="1439816"/>
                  </a:lnTo>
                  <a:cubicBezTo>
                    <a:pt x="1226569" y="1452288"/>
                    <a:pt x="1209983" y="1458139"/>
                    <a:pt x="1193674" y="1456888"/>
                  </a:cubicBezTo>
                  <a:cubicBezTo>
                    <a:pt x="1177363" y="1458142"/>
                    <a:pt x="1160774" y="1452290"/>
                    <a:pt x="1148301" y="1439816"/>
                  </a:cubicBezTo>
                  <a:lnTo>
                    <a:pt x="670011" y="961527"/>
                  </a:lnTo>
                  <a:cubicBezTo>
                    <a:pt x="646515" y="938031"/>
                    <a:pt x="646515" y="899938"/>
                    <a:pt x="670011" y="876442"/>
                  </a:cubicBezTo>
                  <a:cubicBezTo>
                    <a:pt x="681760" y="864694"/>
                    <a:pt x="697157" y="858820"/>
                    <a:pt x="712553" y="858820"/>
                  </a:cubicBezTo>
                  <a:close/>
                  <a:moveTo>
                    <a:pt x="2790000" y="699581"/>
                  </a:moveTo>
                  <a:lnTo>
                    <a:pt x="450000" y="699581"/>
                  </a:lnTo>
                  <a:lnTo>
                    <a:pt x="450000" y="1851581"/>
                  </a:lnTo>
                  <a:lnTo>
                    <a:pt x="2790000" y="1851581"/>
                  </a:lnTo>
                  <a:close/>
                  <a:moveTo>
                    <a:pt x="2987972" y="519497"/>
                  </a:moveTo>
                  <a:lnTo>
                    <a:pt x="2987972" y="2031665"/>
                  </a:lnTo>
                  <a:lnTo>
                    <a:pt x="252028" y="2031665"/>
                  </a:lnTo>
                  <a:lnTo>
                    <a:pt x="252028" y="519497"/>
                  </a:lnTo>
                  <a:close/>
                  <a:moveTo>
                    <a:pt x="1620000" y="0"/>
                  </a:moveTo>
                  <a:cubicBezTo>
                    <a:pt x="1540462" y="0"/>
                    <a:pt x="1475984" y="64478"/>
                    <a:pt x="1475984" y="144016"/>
                  </a:cubicBezTo>
                  <a:lnTo>
                    <a:pt x="1475984" y="267469"/>
                  </a:lnTo>
                  <a:lnTo>
                    <a:pt x="0" y="267469"/>
                  </a:lnTo>
                  <a:lnTo>
                    <a:pt x="0" y="2283693"/>
                  </a:lnTo>
                  <a:lnTo>
                    <a:pt x="852101" y="2283693"/>
                  </a:lnTo>
                  <a:lnTo>
                    <a:pt x="323771" y="3248012"/>
                  </a:lnTo>
                  <a:lnTo>
                    <a:pt x="621526" y="3248012"/>
                  </a:lnTo>
                  <a:lnTo>
                    <a:pt x="1149856" y="2283693"/>
                  </a:lnTo>
                  <a:lnTo>
                    <a:pt x="2090146" y="2283693"/>
                  </a:lnTo>
                  <a:lnTo>
                    <a:pt x="2618476" y="3248012"/>
                  </a:lnTo>
                  <a:lnTo>
                    <a:pt x="2916231" y="3248012"/>
                  </a:lnTo>
                  <a:lnTo>
                    <a:pt x="2387901" y="2283693"/>
                  </a:lnTo>
                  <a:lnTo>
                    <a:pt x="3240000" y="2283693"/>
                  </a:lnTo>
                  <a:lnTo>
                    <a:pt x="3240000" y="267469"/>
                  </a:lnTo>
                  <a:lnTo>
                    <a:pt x="1764016" y="267469"/>
                  </a:lnTo>
                  <a:lnTo>
                    <a:pt x="1764016" y="144016"/>
                  </a:lnTo>
                  <a:cubicBezTo>
                    <a:pt x="1764016" y="64478"/>
                    <a:pt x="1699538" y="0"/>
                    <a:pt x="1620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4" name="Isosceles Triangle 8">
              <a:extLst>
                <a:ext uri="{FF2B5EF4-FFF2-40B4-BE49-F238E27FC236}">
                  <a16:creationId xmlns:a16="http://schemas.microsoft.com/office/drawing/2014/main" id="{5D040D8E-BC8C-47DB-98AF-2E522A8CD29C}"/>
                </a:ext>
              </a:extLst>
            </p:cNvPr>
            <p:cNvSpPr/>
            <p:nvPr/>
          </p:nvSpPr>
          <p:spPr>
            <a:xfrm rot="16200000">
              <a:off x="8257445" y="2571277"/>
              <a:ext cx="341731" cy="407434"/>
            </a:xfrm>
            <a:custGeom>
              <a:avLst/>
              <a:gdLst/>
              <a:ahLst/>
              <a:cxnLst/>
              <a:rect l="l" t="t" r="r" b="b"/>
              <a:pathLst>
                <a:path w="2708011" h="3228660">
                  <a:moveTo>
                    <a:pt x="1895121" y="2005092"/>
                  </a:moveTo>
                  <a:cubicBezTo>
                    <a:pt x="1769067" y="2196199"/>
                    <a:pt x="1559641" y="2315968"/>
                    <a:pt x="1331007" y="2327705"/>
                  </a:cubicBezTo>
                  <a:cubicBezTo>
                    <a:pt x="1102373" y="2339443"/>
                    <a:pt x="881783" y="2241749"/>
                    <a:pt x="736821" y="2064556"/>
                  </a:cubicBezTo>
                  <a:lnTo>
                    <a:pt x="885891" y="1942602"/>
                  </a:lnTo>
                  <a:cubicBezTo>
                    <a:pt x="992076" y="2072396"/>
                    <a:pt x="1153658" y="2143956"/>
                    <a:pt x="1321132" y="2135359"/>
                  </a:cubicBezTo>
                  <a:cubicBezTo>
                    <a:pt x="1488607" y="2126761"/>
                    <a:pt x="1642011" y="2039030"/>
                    <a:pt x="1734346" y="1899045"/>
                  </a:cubicBezTo>
                  <a:close/>
                  <a:moveTo>
                    <a:pt x="2315256" y="2179725"/>
                  </a:moveTo>
                  <a:cubicBezTo>
                    <a:pt x="2124977" y="2519973"/>
                    <a:pt x="1777729" y="2743099"/>
                    <a:pt x="1389179" y="2774782"/>
                  </a:cubicBezTo>
                  <a:cubicBezTo>
                    <a:pt x="1000629" y="2806465"/>
                    <a:pt x="621821" y="2642541"/>
                    <a:pt x="378934" y="2337614"/>
                  </a:cubicBezTo>
                  <a:lnTo>
                    <a:pt x="519502" y="2225645"/>
                  </a:lnTo>
                  <a:cubicBezTo>
                    <a:pt x="725082" y="2483736"/>
                    <a:pt x="1045705" y="2622480"/>
                    <a:pt x="1374574" y="2595664"/>
                  </a:cubicBezTo>
                  <a:cubicBezTo>
                    <a:pt x="1703443" y="2568848"/>
                    <a:pt x="1997353" y="2379994"/>
                    <a:pt x="2158406" y="2092008"/>
                  </a:cubicBezTo>
                  <a:close/>
                  <a:moveTo>
                    <a:pt x="2315941" y="1615003"/>
                  </a:moveTo>
                  <a:lnTo>
                    <a:pt x="272242" y="1615003"/>
                  </a:lnTo>
                  <a:lnTo>
                    <a:pt x="872561" y="666216"/>
                  </a:lnTo>
                  <a:lnTo>
                    <a:pt x="872561" y="219906"/>
                  </a:lnTo>
                  <a:cubicBezTo>
                    <a:pt x="872561" y="98674"/>
                    <a:pt x="970839" y="396"/>
                    <a:pt x="1092071" y="396"/>
                  </a:cubicBezTo>
                  <a:lnTo>
                    <a:pt x="1293841" y="396"/>
                  </a:lnTo>
                  <a:lnTo>
                    <a:pt x="1294092" y="0"/>
                  </a:lnTo>
                  <a:lnTo>
                    <a:pt x="1294343" y="396"/>
                  </a:lnTo>
                  <a:lnTo>
                    <a:pt x="1470231" y="396"/>
                  </a:lnTo>
                  <a:cubicBezTo>
                    <a:pt x="1591463" y="396"/>
                    <a:pt x="1689741" y="98674"/>
                    <a:pt x="1689741" y="219906"/>
                  </a:cubicBezTo>
                  <a:lnTo>
                    <a:pt x="1689741" y="625313"/>
                  </a:lnTo>
                  <a:close/>
                  <a:moveTo>
                    <a:pt x="2708011" y="2399368"/>
                  </a:moveTo>
                  <a:cubicBezTo>
                    <a:pt x="2440740" y="2877288"/>
                    <a:pt x="1950128" y="3187847"/>
                    <a:pt x="1403807" y="3224932"/>
                  </a:cubicBezTo>
                  <a:cubicBezTo>
                    <a:pt x="857486" y="3262017"/>
                    <a:pt x="329406" y="3020609"/>
                    <a:pt x="0" y="2583191"/>
                  </a:cubicBezTo>
                  <a:lnTo>
                    <a:pt x="143153" y="2475389"/>
                  </a:lnTo>
                  <a:cubicBezTo>
                    <a:pt x="436120" y="2864419"/>
                    <a:pt x="905784" y="3079123"/>
                    <a:pt x="1391671" y="3046140"/>
                  </a:cubicBezTo>
                  <a:cubicBezTo>
                    <a:pt x="1877558" y="3013157"/>
                    <a:pt x="2313899" y="2736952"/>
                    <a:pt x="2551604" y="231189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5" name="Oval 7">
              <a:extLst>
                <a:ext uri="{FF2B5EF4-FFF2-40B4-BE49-F238E27FC236}">
                  <a16:creationId xmlns:a16="http://schemas.microsoft.com/office/drawing/2014/main" id="{BAC2C493-8C7D-4A84-A7D1-25242229231F}"/>
                </a:ext>
              </a:extLst>
            </p:cNvPr>
            <p:cNvSpPr/>
            <p:nvPr/>
          </p:nvSpPr>
          <p:spPr>
            <a:xfrm>
              <a:off x="7499478" y="4120129"/>
              <a:ext cx="362427" cy="362427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1415334" y="1947658"/>
                  </a:moveTo>
                  <a:lnTo>
                    <a:pt x="838053" y="2871852"/>
                  </a:lnTo>
                  <a:cubicBezTo>
                    <a:pt x="1312591" y="3168264"/>
                    <a:pt x="1913932" y="3170879"/>
                    <a:pt x="2391030" y="2878606"/>
                  </a:cubicBezTo>
                  <a:lnTo>
                    <a:pt x="1821709" y="1949263"/>
                  </a:lnTo>
                  <a:cubicBezTo>
                    <a:pt x="1763478" y="1986502"/>
                    <a:pt x="1694174" y="2007350"/>
                    <a:pt x="1620000" y="2007350"/>
                  </a:cubicBezTo>
                  <a:cubicBezTo>
                    <a:pt x="1544621" y="2007350"/>
                    <a:pt x="1474270" y="1985818"/>
                    <a:pt x="1415334" y="1947658"/>
                  </a:cubicBezTo>
                  <a:close/>
                  <a:moveTo>
                    <a:pt x="1620001" y="1350973"/>
                  </a:moveTo>
                  <a:cubicBezTo>
                    <a:pt x="1471421" y="1350973"/>
                    <a:pt x="1350973" y="1471421"/>
                    <a:pt x="1350973" y="1620001"/>
                  </a:cubicBezTo>
                  <a:cubicBezTo>
                    <a:pt x="1350973" y="1768581"/>
                    <a:pt x="1471421" y="1889029"/>
                    <a:pt x="1620001" y="1889029"/>
                  </a:cubicBezTo>
                  <a:cubicBezTo>
                    <a:pt x="1768581" y="1889029"/>
                    <a:pt x="1889029" y="1768581"/>
                    <a:pt x="1889029" y="1620001"/>
                  </a:cubicBezTo>
                  <a:cubicBezTo>
                    <a:pt x="1889029" y="1471421"/>
                    <a:pt x="1768581" y="1350973"/>
                    <a:pt x="1620001" y="1350973"/>
                  </a:cubicBezTo>
                  <a:close/>
                  <a:moveTo>
                    <a:pt x="2324470" y="322965"/>
                  </a:moveTo>
                  <a:lnTo>
                    <a:pt x="1804044" y="1281148"/>
                  </a:lnTo>
                  <a:cubicBezTo>
                    <a:pt x="1925507" y="1345192"/>
                    <a:pt x="2007350" y="1473038"/>
                    <a:pt x="2007350" y="1620000"/>
                  </a:cubicBezTo>
                  <a:lnTo>
                    <a:pt x="2005998" y="1633413"/>
                  </a:lnTo>
                  <a:lnTo>
                    <a:pt x="3095109" y="1671260"/>
                  </a:lnTo>
                  <a:cubicBezTo>
                    <a:pt x="3114541" y="1112092"/>
                    <a:pt x="2816135" y="590008"/>
                    <a:pt x="2324470" y="322965"/>
                  </a:cubicBezTo>
                  <a:close/>
                  <a:moveTo>
                    <a:pt x="926838" y="316888"/>
                  </a:moveTo>
                  <a:cubicBezTo>
                    <a:pt x="432869" y="579644"/>
                    <a:pt x="129933" y="1099113"/>
                    <a:pt x="144500" y="1658429"/>
                  </a:cubicBezTo>
                  <a:lnTo>
                    <a:pt x="1233664" y="1630062"/>
                  </a:lnTo>
                  <a:cubicBezTo>
                    <a:pt x="1232693" y="1626734"/>
                    <a:pt x="1232650" y="1623372"/>
                    <a:pt x="1232650" y="1620000"/>
                  </a:cubicBezTo>
                  <a:cubicBezTo>
                    <a:pt x="1232650" y="1471836"/>
                    <a:pt x="1315838" y="1343102"/>
                    <a:pt x="1438904" y="1279548"/>
                  </a:cubicBezTo>
                  <a:close/>
                  <a:moveTo>
                    <a:pt x="1620000" y="0"/>
                  </a:moveTo>
                  <a:cubicBezTo>
                    <a:pt x="2514701" y="0"/>
                    <a:pt x="3240000" y="725299"/>
                    <a:pt x="3240000" y="1620000"/>
                  </a:cubicBezTo>
                  <a:cubicBezTo>
                    <a:pt x="3240000" y="2514701"/>
                    <a:pt x="2514701" y="3240000"/>
                    <a:pt x="1620000" y="3240000"/>
                  </a:cubicBez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6" name="Donut 24">
              <a:extLst>
                <a:ext uri="{FF2B5EF4-FFF2-40B4-BE49-F238E27FC236}">
                  <a16:creationId xmlns:a16="http://schemas.microsoft.com/office/drawing/2014/main" id="{00E9F488-BEB4-4C12-A3B3-BBE62FBC6F17}"/>
                </a:ext>
              </a:extLst>
            </p:cNvPr>
            <p:cNvSpPr/>
            <p:nvPr/>
          </p:nvSpPr>
          <p:spPr>
            <a:xfrm>
              <a:off x="5808307" y="4806224"/>
              <a:ext cx="396474" cy="399702"/>
            </a:xfrm>
            <a:custGeom>
              <a:avLst/>
              <a:gdLst/>
              <a:ahLst/>
              <a:cxnLst/>
              <a:rect l="l" t="t" r="r" b="b"/>
              <a:pathLst>
                <a:path w="3208412" h="3234532">
                  <a:moveTo>
                    <a:pt x="1561445" y="1065858"/>
                  </a:moveTo>
                  <a:cubicBezTo>
                    <a:pt x="1654998" y="1065858"/>
                    <a:pt x="1743610" y="1087015"/>
                    <a:pt x="1821879" y="1126644"/>
                  </a:cubicBezTo>
                  <a:lnTo>
                    <a:pt x="1611352" y="1337172"/>
                  </a:lnTo>
                  <a:cubicBezTo>
                    <a:pt x="1595200" y="1333388"/>
                    <a:pt x="1578468" y="1332141"/>
                    <a:pt x="1561445" y="1332141"/>
                  </a:cubicBezTo>
                  <a:cubicBezTo>
                    <a:pt x="1373145" y="1332141"/>
                    <a:pt x="1220499" y="1484787"/>
                    <a:pt x="1220499" y="1673087"/>
                  </a:cubicBezTo>
                  <a:cubicBezTo>
                    <a:pt x="1220499" y="1861387"/>
                    <a:pt x="1373145" y="2014033"/>
                    <a:pt x="1561445" y="2014033"/>
                  </a:cubicBezTo>
                  <a:cubicBezTo>
                    <a:pt x="1749745" y="2014033"/>
                    <a:pt x="1902391" y="1861387"/>
                    <a:pt x="1902391" y="1673087"/>
                  </a:cubicBezTo>
                  <a:cubicBezTo>
                    <a:pt x="1902391" y="1643675"/>
                    <a:pt x="1898667" y="1615133"/>
                    <a:pt x="1890450" y="1588219"/>
                  </a:cubicBezTo>
                  <a:lnTo>
                    <a:pt x="2093156" y="1385512"/>
                  </a:lnTo>
                  <a:cubicBezTo>
                    <a:pt x="2142229" y="1470075"/>
                    <a:pt x="2168674" y="1568493"/>
                    <a:pt x="2168674" y="1673087"/>
                  </a:cubicBezTo>
                  <a:cubicBezTo>
                    <a:pt x="2168674" y="2008450"/>
                    <a:pt x="1896808" y="2280316"/>
                    <a:pt x="1561445" y="2280316"/>
                  </a:cubicBezTo>
                  <a:cubicBezTo>
                    <a:pt x="1226082" y="2280316"/>
                    <a:pt x="954217" y="2008450"/>
                    <a:pt x="954217" y="1673087"/>
                  </a:cubicBezTo>
                  <a:cubicBezTo>
                    <a:pt x="954217" y="1337724"/>
                    <a:pt x="1226082" y="1065858"/>
                    <a:pt x="1561445" y="1065858"/>
                  </a:cubicBezTo>
                  <a:close/>
                  <a:moveTo>
                    <a:pt x="1561445" y="580076"/>
                  </a:moveTo>
                  <a:cubicBezTo>
                    <a:pt x="1790175" y="580076"/>
                    <a:pt x="2002494" y="650333"/>
                    <a:pt x="2177834" y="770690"/>
                  </a:cubicBezTo>
                  <a:lnTo>
                    <a:pt x="1968030" y="980494"/>
                  </a:lnTo>
                  <a:cubicBezTo>
                    <a:pt x="1849962" y="907198"/>
                    <a:pt x="1710422" y="866794"/>
                    <a:pt x="1561445" y="866794"/>
                  </a:cubicBezTo>
                  <a:cubicBezTo>
                    <a:pt x="1116142" y="866794"/>
                    <a:pt x="755153" y="1227784"/>
                    <a:pt x="755153" y="1673087"/>
                  </a:cubicBezTo>
                  <a:cubicBezTo>
                    <a:pt x="755153" y="2118390"/>
                    <a:pt x="1116142" y="2479380"/>
                    <a:pt x="1561445" y="2479380"/>
                  </a:cubicBezTo>
                  <a:cubicBezTo>
                    <a:pt x="2006748" y="2479380"/>
                    <a:pt x="2367738" y="2118390"/>
                    <a:pt x="2367738" y="1673087"/>
                  </a:cubicBezTo>
                  <a:cubicBezTo>
                    <a:pt x="2367738" y="1513043"/>
                    <a:pt x="2321108" y="1363890"/>
                    <a:pt x="2239307" y="1239362"/>
                  </a:cubicBezTo>
                  <a:lnTo>
                    <a:pt x="2445928" y="1032741"/>
                  </a:lnTo>
                  <a:cubicBezTo>
                    <a:pt x="2577451" y="1212149"/>
                    <a:pt x="2654457" y="1433625"/>
                    <a:pt x="2654457" y="1673087"/>
                  </a:cubicBezTo>
                  <a:cubicBezTo>
                    <a:pt x="2654457" y="2276741"/>
                    <a:pt x="2165099" y="2766099"/>
                    <a:pt x="1561445" y="2766099"/>
                  </a:cubicBezTo>
                  <a:cubicBezTo>
                    <a:pt x="957792" y="2766099"/>
                    <a:pt x="468434" y="2276741"/>
                    <a:pt x="468434" y="1673087"/>
                  </a:cubicBezTo>
                  <a:cubicBezTo>
                    <a:pt x="468434" y="1069433"/>
                    <a:pt x="957792" y="580076"/>
                    <a:pt x="1561445" y="580076"/>
                  </a:cubicBezTo>
                  <a:close/>
                  <a:moveTo>
                    <a:pt x="1561445" y="111642"/>
                  </a:moveTo>
                  <a:cubicBezTo>
                    <a:pt x="1890473" y="111642"/>
                    <a:pt x="2195731" y="213411"/>
                    <a:pt x="2447076" y="387744"/>
                  </a:cubicBezTo>
                  <a:lnTo>
                    <a:pt x="2453780" y="494744"/>
                  </a:lnTo>
                  <a:lnTo>
                    <a:pt x="2309436" y="639088"/>
                  </a:lnTo>
                  <a:cubicBezTo>
                    <a:pt x="2099826" y="485554"/>
                    <a:pt x="1841132" y="395669"/>
                    <a:pt x="1561445" y="395669"/>
                  </a:cubicBezTo>
                  <a:cubicBezTo>
                    <a:pt x="855947" y="395669"/>
                    <a:pt x="284027" y="967589"/>
                    <a:pt x="284027" y="1673087"/>
                  </a:cubicBezTo>
                  <a:cubicBezTo>
                    <a:pt x="284027" y="2378585"/>
                    <a:pt x="855947" y="2950505"/>
                    <a:pt x="1561445" y="2950505"/>
                  </a:cubicBezTo>
                  <a:cubicBezTo>
                    <a:pt x="2266943" y="2950505"/>
                    <a:pt x="2838863" y="2378585"/>
                    <a:pt x="2838863" y="1673087"/>
                  </a:cubicBezTo>
                  <a:cubicBezTo>
                    <a:pt x="2838863" y="1382650"/>
                    <a:pt x="2741936" y="1114852"/>
                    <a:pt x="2577529" y="901139"/>
                  </a:cubicBezTo>
                  <a:lnTo>
                    <a:pt x="2706681" y="771988"/>
                  </a:lnTo>
                  <a:lnTo>
                    <a:pt x="2841540" y="780437"/>
                  </a:lnTo>
                  <a:cubicBezTo>
                    <a:pt x="3019168" y="1032973"/>
                    <a:pt x="3122890" y="1340917"/>
                    <a:pt x="3122890" y="1673087"/>
                  </a:cubicBezTo>
                  <a:cubicBezTo>
                    <a:pt x="3122890" y="2535449"/>
                    <a:pt x="2423807" y="3234532"/>
                    <a:pt x="1561445" y="3234532"/>
                  </a:cubicBezTo>
                  <a:cubicBezTo>
                    <a:pt x="699083" y="3234532"/>
                    <a:pt x="0" y="2535449"/>
                    <a:pt x="0" y="1673087"/>
                  </a:cubicBezTo>
                  <a:cubicBezTo>
                    <a:pt x="0" y="810725"/>
                    <a:pt x="699083" y="111642"/>
                    <a:pt x="1561445" y="111642"/>
                  </a:cubicBezTo>
                  <a:close/>
                  <a:moveTo>
                    <a:pt x="2909110" y="0"/>
                  </a:moveTo>
                  <a:lnTo>
                    <a:pt x="2926757" y="281655"/>
                  </a:lnTo>
                  <a:lnTo>
                    <a:pt x="3208412" y="299301"/>
                  </a:lnTo>
                  <a:lnTo>
                    <a:pt x="2863230" y="644483"/>
                  </a:lnTo>
                  <a:lnTo>
                    <a:pt x="2685547" y="633351"/>
                  </a:lnTo>
                  <a:lnTo>
                    <a:pt x="1718098" y="1600799"/>
                  </a:lnTo>
                  <a:cubicBezTo>
                    <a:pt x="1729236" y="1622491"/>
                    <a:pt x="1734939" y="1647123"/>
                    <a:pt x="1734939" y="1673087"/>
                  </a:cubicBezTo>
                  <a:cubicBezTo>
                    <a:pt x="1734939" y="1768905"/>
                    <a:pt x="1657263" y="1846581"/>
                    <a:pt x="1561445" y="1846581"/>
                  </a:cubicBezTo>
                  <a:cubicBezTo>
                    <a:pt x="1465627" y="1846581"/>
                    <a:pt x="1387951" y="1768905"/>
                    <a:pt x="1387951" y="1673087"/>
                  </a:cubicBezTo>
                  <a:cubicBezTo>
                    <a:pt x="1387951" y="1577269"/>
                    <a:pt x="1465627" y="1499593"/>
                    <a:pt x="1561445" y="1499593"/>
                  </a:cubicBezTo>
                  <a:lnTo>
                    <a:pt x="1591006" y="1505561"/>
                  </a:lnTo>
                  <a:lnTo>
                    <a:pt x="2574981" y="521587"/>
                  </a:lnTo>
                  <a:lnTo>
                    <a:pt x="2563928" y="3451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21">
              <a:extLst>
                <a:ext uri="{FF2B5EF4-FFF2-40B4-BE49-F238E27FC236}">
                  <a16:creationId xmlns:a16="http://schemas.microsoft.com/office/drawing/2014/main" id="{EF8A1509-0417-4B00-8B75-6120C3532C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19107" y="2547671"/>
              <a:ext cx="383121" cy="386319"/>
            </a:xfrm>
            <a:custGeom>
              <a:avLst/>
              <a:gdLst/>
              <a:ahLst/>
              <a:cxnLst/>
              <a:rect l="l" t="t" r="r" b="b"/>
              <a:pathLst>
                <a:path w="1652142" h="1665940">
                  <a:moveTo>
                    <a:pt x="898689" y="548008"/>
                  </a:moveTo>
                  <a:cubicBezTo>
                    <a:pt x="737950" y="504938"/>
                    <a:pt x="572731" y="600328"/>
                    <a:pt x="529661" y="761066"/>
                  </a:cubicBezTo>
                  <a:cubicBezTo>
                    <a:pt x="486591" y="921805"/>
                    <a:pt x="581980" y="1087025"/>
                    <a:pt x="742719" y="1130094"/>
                  </a:cubicBezTo>
                  <a:cubicBezTo>
                    <a:pt x="903458" y="1173164"/>
                    <a:pt x="1068677" y="1077775"/>
                    <a:pt x="1111747" y="917036"/>
                  </a:cubicBezTo>
                  <a:cubicBezTo>
                    <a:pt x="1154817" y="756297"/>
                    <a:pt x="1059428" y="591077"/>
                    <a:pt x="898689" y="548008"/>
                  </a:cubicBezTo>
                  <a:close/>
                  <a:moveTo>
                    <a:pt x="952303" y="347916"/>
                  </a:moveTo>
                  <a:cubicBezTo>
                    <a:pt x="1223549" y="420596"/>
                    <a:pt x="1384519" y="699404"/>
                    <a:pt x="1311839" y="970650"/>
                  </a:cubicBezTo>
                  <a:cubicBezTo>
                    <a:pt x="1239159" y="1241896"/>
                    <a:pt x="960351" y="1402866"/>
                    <a:pt x="689105" y="1330186"/>
                  </a:cubicBezTo>
                  <a:cubicBezTo>
                    <a:pt x="417859" y="1257506"/>
                    <a:pt x="256889" y="978698"/>
                    <a:pt x="329569" y="707451"/>
                  </a:cubicBezTo>
                  <a:cubicBezTo>
                    <a:pt x="402249" y="436205"/>
                    <a:pt x="681057" y="275235"/>
                    <a:pt x="952303" y="347916"/>
                  </a:cubicBezTo>
                  <a:close/>
                  <a:moveTo>
                    <a:pt x="971799" y="275155"/>
                  </a:moveTo>
                  <a:cubicBezTo>
                    <a:pt x="660368" y="191707"/>
                    <a:pt x="340256" y="376524"/>
                    <a:pt x="256808" y="687955"/>
                  </a:cubicBezTo>
                  <a:cubicBezTo>
                    <a:pt x="173361" y="999387"/>
                    <a:pt x="358178" y="1319499"/>
                    <a:pt x="669609" y="1402947"/>
                  </a:cubicBezTo>
                  <a:cubicBezTo>
                    <a:pt x="981040" y="1486395"/>
                    <a:pt x="1301152" y="1301577"/>
                    <a:pt x="1384600" y="990146"/>
                  </a:cubicBezTo>
                  <a:cubicBezTo>
                    <a:pt x="1468047" y="678715"/>
                    <a:pt x="1283230" y="358603"/>
                    <a:pt x="971799" y="275155"/>
                  </a:cubicBezTo>
                  <a:close/>
                  <a:moveTo>
                    <a:pt x="1652142" y="394531"/>
                  </a:moveTo>
                  <a:lnTo>
                    <a:pt x="1649662" y="403784"/>
                  </a:lnTo>
                  <a:lnTo>
                    <a:pt x="1647140" y="399895"/>
                  </a:lnTo>
                  <a:close/>
                  <a:moveTo>
                    <a:pt x="1158157" y="65026"/>
                  </a:moveTo>
                  <a:lnTo>
                    <a:pt x="1154679" y="271718"/>
                  </a:lnTo>
                  <a:lnTo>
                    <a:pt x="1148331" y="270017"/>
                  </a:lnTo>
                  <a:cubicBezTo>
                    <a:pt x="1200055" y="299127"/>
                    <a:pt x="1246804" y="334821"/>
                    <a:pt x="1286346" y="377149"/>
                  </a:cubicBezTo>
                  <a:lnTo>
                    <a:pt x="1470353" y="331395"/>
                  </a:lnTo>
                  <a:lnTo>
                    <a:pt x="1588305" y="553229"/>
                  </a:lnTo>
                  <a:lnTo>
                    <a:pt x="1457194" y="671432"/>
                  </a:lnTo>
                  <a:cubicBezTo>
                    <a:pt x="1473630" y="731297"/>
                    <a:pt x="1481376" y="793983"/>
                    <a:pt x="1478595" y="857704"/>
                  </a:cubicBezTo>
                  <a:lnTo>
                    <a:pt x="1642362" y="948616"/>
                  </a:lnTo>
                  <a:lnTo>
                    <a:pt x="1577335" y="1191298"/>
                  </a:lnTo>
                  <a:lnTo>
                    <a:pt x="1378614" y="1187955"/>
                  </a:lnTo>
                  <a:cubicBezTo>
                    <a:pt x="1353489" y="1229936"/>
                    <a:pt x="1323048" y="1267799"/>
                    <a:pt x="1288939" y="1301599"/>
                  </a:cubicBezTo>
                  <a:lnTo>
                    <a:pt x="1354201" y="1471932"/>
                  </a:lnTo>
                  <a:lnTo>
                    <a:pt x="1148396" y="1616039"/>
                  </a:lnTo>
                  <a:lnTo>
                    <a:pt x="992294" y="1480516"/>
                  </a:lnTo>
                  <a:lnTo>
                    <a:pt x="1011291" y="1467215"/>
                  </a:lnTo>
                  <a:cubicBezTo>
                    <a:pt x="951500" y="1486565"/>
                    <a:pt x="888271" y="1495869"/>
                    <a:pt x="823805" y="1495510"/>
                  </a:cubicBezTo>
                  <a:lnTo>
                    <a:pt x="729193" y="1665940"/>
                  </a:lnTo>
                  <a:lnTo>
                    <a:pt x="486511" y="1600914"/>
                  </a:lnTo>
                  <a:lnTo>
                    <a:pt x="489790" y="1406012"/>
                  </a:lnTo>
                  <a:cubicBezTo>
                    <a:pt x="438364" y="1376702"/>
                    <a:pt x="391917" y="1340859"/>
                    <a:pt x="352658" y="1298452"/>
                  </a:cubicBezTo>
                  <a:lnTo>
                    <a:pt x="355803" y="1305197"/>
                  </a:lnTo>
                  <a:lnTo>
                    <a:pt x="152856" y="1344512"/>
                  </a:lnTo>
                  <a:lnTo>
                    <a:pt x="46675" y="1116809"/>
                  </a:lnTo>
                  <a:lnTo>
                    <a:pt x="183929" y="1005520"/>
                  </a:lnTo>
                  <a:cubicBezTo>
                    <a:pt x="169279" y="951824"/>
                    <a:pt x="161626" y="895865"/>
                    <a:pt x="161615" y="838915"/>
                  </a:cubicBezTo>
                  <a:lnTo>
                    <a:pt x="0" y="749197"/>
                  </a:lnTo>
                  <a:lnTo>
                    <a:pt x="65026" y="506515"/>
                  </a:lnTo>
                  <a:lnTo>
                    <a:pt x="250227" y="509630"/>
                  </a:lnTo>
                  <a:cubicBezTo>
                    <a:pt x="275353" y="465291"/>
                    <a:pt x="305693" y="424864"/>
                    <a:pt x="340015" y="388679"/>
                  </a:cubicBezTo>
                  <a:lnTo>
                    <a:pt x="277984" y="197357"/>
                  </a:lnTo>
                  <a:lnTo>
                    <a:pt x="491050" y="64219"/>
                  </a:lnTo>
                  <a:lnTo>
                    <a:pt x="639843" y="207726"/>
                  </a:lnTo>
                  <a:lnTo>
                    <a:pt x="638348" y="208660"/>
                  </a:lnTo>
                  <a:cubicBezTo>
                    <a:pt x="696840" y="190256"/>
                    <a:pt x="758594" y="181748"/>
                    <a:pt x="821488" y="182440"/>
                  </a:cubicBezTo>
                  <a:lnTo>
                    <a:pt x="815140" y="180739"/>
                  </a:lnTo>
                  <a:lnTo>
                    <a:pt x="91547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83394011-DD3B-45D1-B814-D7BFF4CEE2FE}"/>
                </a:ext>
              </a:extLst>
            </p:cNvPr>
            <p:cNvGrpSpPr/>
            <p:nvPr/>
          </p:nvGrpSpPr>
          <p:grpSpPr>
            <a:xfrm>
              <a:off x="4208243" y="2644948"/>
              <a:ext cx="940156" cy="1298632"/>
              <a:chOff x="4208243" y="2644948"/>
              <a:chExt cx="940156" cy="1298632"/>
            </a:xfrm>
          </p:grpSpPr>
          <p:sp>
            <p:nvSpPr>
              <p:cNvPr id="8" name="Rectangle 15">
                <a:extLst>
                  <a:ext uri="{FF2B5EF4-FFF2-40B4-BE49-F238E27FC236}">
                    <a16:creationId xmlns:a16="http://schemas.microsoft.com/office/drawing/2014/main" id="{FBB2F710-FE70-45DD-97F5-65C716242F61}"/>
                  </a:ext>
                </a:extLst>
              </p:cNvPr>
              <p:cNvSpPr/>
              <p:nvPr/>
            </p:nvSpPr>
            <p:spPr>
              <a:xfrm rot="10800000">
                <a:off x="4208243" y="2644948"/>
                <a:ext cx="940156" cy="907440"/>
              </a:xfrm>
              <a:custGeom>
                <a:avLst/>
                <a:gdLst/>
                <a:ahLst/>
                <a:cxnLst/>
                <a:rect l="l" t="t" r="r" b="b"/>
                <a:pathLst>
                  <a:path w="929571" h="897222">
                    <a:moveTo>
                      <a:pt x="929571" y="731682"/>
                    </a:moveTo>
                    <a:lnTo>
                      <a:pt x="929571" y="897222"/>
                    </a:lnTo>
                    <a:lnTo>
                      <a:pt x="442770" y="897222"/>
                    </a:lnTo>
                    <a:lnTo>
                      <a:pt x="298754" y="897222"/>
                    </a:lnTo>
                    <a:lnTo>
                      <a:pt x="274103" y="897222"/>
                    </a:lnTo>
                    <a:cubicBezTo>
                      <a:pt x="274103" y="613647"/>
                      <a:pt x="176652" y="340818"/>
                      <a:pt x="0" y="123903"/>
                    </a:cubicBezTo>
                    <a:lnTo>
                      <a:pt x="116909" y="0"/>
                    </a:lnTo>
                    <a:cubicBezTo>
                      <a:pt x="291351" y="207479"/>
                      <a:pt x="400795" y="461979"/>
                      <a:pt x="432150" y="7316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1A9A563E-8450-4106-B840-58CFC42023F5}"/>
                  </a:ext>
                </a:extLst>
              </p:cNvPr>
              <p:cNvSpPr/>
              <p:nvPr/>
            </p:nvSpPr>
            <p:spPr>
              <a:xfrm rot="8013803">
                <a:off x="4525257" y="3527303"/>
                <a:ext cx="665367" cy="167187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9C5DED20-CEFD-431D-9055-69CF676DA377}"/>
                </a:ext>
              </a:extLst>
            </p:cNvPr>
            <p:cNvGrpSpPr/>
            <p:nvPr/>
          </p:nvGrpSpPr>
          <p:grpSpPr>
            <a:xfrm>
              <a:off x="4949768" y="3468925"/>
              <a:ext cx="1023989" cy="1021535"/>
              <a:chOff x="4949768" y="3468925"/>
              <a:chExt cx="1023989" cy="1021535"/>
            </a:xfrm>
          </p:grpSpPr>
          <p:sp>
            <p:nvSpPr>
              <p:cNvPr id="9" name="Rectangle 15">
                <a:extLst>
                  <a:ext uri="{FF2B5EF4-FFF2-40B4-BE49-F238E27FC236}">
                    <a16:creationId xmlns:a16="http://schemas.microsoft.com/office/drawing/2014/main" id="{DEBE0752-10C3-4089-90C1-90EE00E2E7A4}"/>
                  </a:ext>
                </a:extLst>
              </p:cNvPr>
              <p:cNvSpPr/>
              <p:nvPr/>
            </p:nvSpPr>
            <p:spPr>
              <a:xfrm rot="8033242">
                <a:off x="4933409" y="3485284"/>
                <a:ext cx="940158" cy="907439"/>
              </a:xfrm>
              <a:custGeom>
                <a:avLst/>
                <a:gdLst/>
                <a:ahLst/>
                <a:cxnLst/>
                <a:rect l="l" t="t" r="r" b="b"/>
                <a:pathLst>
                  <a:path w="929571" h="897222">
                    <a:moveTo>
                      <a:pt x="929571" y="731682"/>
                    </a:moveTo>
                    <a:lnTo>
                      <a:pt x="929571" y="897222"/>
                    </a:lnTo>
                    <a:lnTo>
                      <a:pt x="442770" y="897222"/>
                    </a:lnTo>
                    <a:lnTo>
                      <a:pt x="298754" y="897222"/>
                    </a:lnTo>
                    <a:lnTo>
                      <a:pt x="274103" y="897222"/>
                    </a:lnTo>
                    <a:cubicBezTo>
                      <a:pt x="274103" y="613647"/>
                      <a:pt x="176652" y="340818"/>
                      <a:pt x="0" y="123903"/>
                    </a:cubicBezTo>
                    <a:lnTo>
                      <a:pt x="116909" y="0"/>
                    </a:lnTo>
                    <a:cubicBezTo>
                      <a:pt x="291351" y="207479"/>
                      <a:pt x="400795" y="461979"/>
                      <a:pt x="432150" y="73168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14D9ED18-3DD5-4F6D-A9A3-E9EE29B5F80F}"/>
                  </a:ext>
                </a:extLst>
              </p:cNvPr>
              <p:cNvSpPr/>
              <p:nvPr/>
            </p:nvSpPr>
            <p:spPr>
              <a:xfrm rot="5400000">
                <a:off x="5557480" y="4074183"/>
                <a:ext cx="665367" cy="16718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75A654B0-86FF-419D-9ED0-AC369207EF16}"/>
                </a:ext>
              </a:extLst>
            </p:cNvPr>
            <p:cNvGrpSpPr/>
            <p:nvPr/>
          </p:nvGrpSpPr>
          <p:grpSpPr>
            <a:xfrm>
              <a:off x="6039431" y="3513963"/>
              <a:ext cx="1041907" cy="982036"/>
              <a:chOff x="6039431" y="3513963"/>
              <a:chExt cx="1041907" cy="982036"/>
            </a:xfrm>
          </p:grpSpPr>
          <p:sp>
            <p:nvSpPr>
              <p:cNvPr id="11" name="Rectangle 15">
                <a:extLst>
                  <a:ext uri="{FF2B5EF4-FFF2-40B4-BE49-F238E27FC236}">
                    <a16:creationId xmlns:a16="http://schemas.microsoft.com/office/drawing/2014/main" id="{2F632BAA-2D3C-42D6-BEA7-4077262A1BCE}"/>
                  </a:ext>
                </a:extLst>
              </p:cNvPr>
              <p:cNvSpPr/>
              <p:nvPr/>
            </p:nvSpPr>
            <p:spPr>
              <a:xfrm rot="5400000">
                <a:off x="6023072" y="3572201"/>
                <a:ext cx="940157" cy="907439"/>
              </a:xfrm>
              <a:custGeom>
                <a:avLst/>
                <a:gdLst/>
                <a:ahLst/>
                <a:cxnLst/>
                <a:rect l="l" t="t" r="r" b="b"/>
                <a:pathLst>
                  <a:path w="929571" h="897222">
                    <a:moveTo>
                      <a:pt x="929571" y="731682"/>
                    </a:moveTo>
                    <a:lnTo>
                      <a:pt x="929571" y="897222"/>
                    </a:lnTo>
                    <a:lnTo>
                      <a:pt x="442770" y="897222"/>
                    </a:lnTo>
                    <a:lnTo>
                      <a:pt x="298754" y="897222"/>
                    </a:lnTo>
                    <a:lnTo>
                      <a:pt x="274103" y="897222"/>
                    </a:lnTo>
                    <a:cubicBezTo>
                      <a:pt x="274103" y="613647"/>
                      <a:pt x="176652" y="340818"/>
                      <a:pt x="0" y="123903"/>
                    </a:cubicBezTo>
                    <a:lnTo>
                      <a:pt x="116909" y="0"/>
                    </a:lnTo>
                    <a:cubicBezTo>
                      <a:pt x="291351" y="207479"/>
                      <a:pt x="400795" y="461979"/>
                      <a:pt x="432150" y="7316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D188816A-89F8-4B62-BA31-7A18374E6F8D}"/>
                  </a:ext>
                </a:extLst>
              </p:cNvPr>
              <p:cNvSpPr/>
              <p:nvPr/>
            </p:nvSpPr>
            <p:spPr>
              <a:xfrm rot="2700000">
                <a:off x="6665061" y="3763053"/>
                <a:ext cx="665367" cy="16718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AA1FB5CD-6BCF-4A0A-8F77-F5CDF31603EB}"/>
                </a:ext>
              </a:extLst>
            </p:cNvPr>
            <p:cNvGrpSpPr/>
            <p:nvPr/>
          </p:nvGrpSpPr>
          <p:grpSpPr>
            <a:xfrm>
              <a:off x="6863408" y="2730302"/>
              <a:ext cx="1026294" cy="1024172"/>
              <a:chOff x="6863408" y="2730302"/>
              <a:chExt cx="1026294" cy="1024172"/>
            </a:xfrm>
          </p:grpSpPr>
          <p:sp>
            <p:nvSpPr>
              <p:cNvPr id="12" name="Rectangle 15">
                <a:extLst>
                  <a:ext uri="{FF2B5EF4-FFF2-40B4-BE49-F238E27FC236}">
                    <a16:creationId xmlns:a16="http://schemas.microsoft.com/office/drawing/2014/main" id="{D874B5CD-A0CE-464E-9A7A-4CAEDF12A213}"/>
                  </a:ext>
                </a:extLst>
              </p:cNvPr>
              <p:cNvSpPr/>
              <p:nvPr/>
            </p:nvSpPr>
            <p:spPr>
              <a:xfrm rot="2633242">
                <a:off x="6863408" y="2847034"/>
                <a:ext cx="940157" cy="907440"/>
              </a:xfrm>
              <a:custGeom>
                <a:avLst/>
                <a:gdLst/>
                <a:ahLst/>
                <a:cxnLst/>
                <a:rect l="l" t="t" r="r" b="b"/>
                <a:pathLst>
                  <a:path w="929571" h="897222">
                    <a:moveTo>
                      <a:pt x="929571" y="731682"/>
                    </a:moveTo>
                    <a:lnTo>
                      <a:pt x="929571" y="897222"/>
                    </a:lnTo>
                    <a:lnTo>
                      <a:pt x="442770" y="897222"/>
                    </a:lnTo>
                    <a:lnTo>
                      <a:pt x="298754" y="897222"/>
                    </a:lnTo>
                    <a:lnTo>
                      <a:pt x="274103" y="897222"/>
                    </a:lnTo>
                    <a:cubicBezTo>
                      <a:pt x="274103" y="613647"/>
                      <a:pt x="176652" y="340818"/>
                      <a:pt x="0" y="123903"/>
                    </a:cubicBezTo>
                    <a:lnTo>
                      <a:pt x="116909" y="0"/>
                    </a:lnTo>
                    <a:cubicBezTo>
                      <a:pt x="291351" y="207479"/>
                      <a:pt x="400795" y="461979"/>
                      <a:pt x="432150" y="7316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7F613CAC-1F8A-4DF2-B4F6-F6EE0E639614}"/>
                  </a:ext>
                </a:extLst>
              </p:cNvPr>
              <p:cNvSpPr/>
              <p:nvPr/>
            </p:nvSpPr>
            <p:spPr>
              <a:xfrm>
                <a:off x="7224335" y="2730302"/>
                <a:ext cx="665367" cy="16718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0937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8" name="Group 119">
            <a:extLst>
              <a:ext uri="{FF2B5EF4-FFF2-40B4-BE49-F238E27FC236}">
                <a16:creationId xmlns:a16="http://schemas.microsoft.com/office/drawing/2014/main" id="{F99748D0-8F0D-4023-8F57-AF29420DAC9B}"/>
              </a:ext>
            </a:extLst>
          </p:cNvPr>
          <p:cNvGrpSpPr/>
          <p:nvPr/>
        </p:nvGrpSpPr>
        <p:grpSpPr>
          <a:xfrm>
            <a:off x="4560119" y="5335245"/>
            <a:ext cx="3071762" cy="786222"/>
            <a:chOff x="2714217" y="4244551"/>
            <a:chExt cx="2585075" cy="78622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B54E19-3B2E-432A-A97E-4FBB483C223F}"/>
                </a:ext>
              </a:extLst>
            </p:cNvPr>
            <p:cNvSpPr txBox="1"/>
            <p:nvPr/>
          </p:nvSpPr>
          <p:spPr>
            <a:xfrm>
              <a:off x="2714217" y="4569108"/>
              <a:ext cx="25850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D4C84212-84B5-4BB1-A545-E922465DCF8C}"/>
                </a:ext>
              </a:extLst>
            </p:cNvPr>
            <p:cNvSpPr txBox="1">
              <a:spLocks/>
            </p:cNvSpPr>
            <p:nvPr/>
          </p:nvSpPr>
          <p:spPr>
            <a:xfrm>
              <a:off x="2714218" y="4244551"/>
              <a:ext cx="2585074" cy="322257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B0E76E8-7233-45B2-9CF3-8AD100BF76BD}"/>
              </a:ext>
            </a:extLst>
          </p:cNvPr>
          <p:cNvSpPr txBox="1">
            <a:spLocks/>
          </p:cNvSpPr>
          <p:nvPr/>
        </p:nvSpPr>
        <p:spPr>
          <a:xfrm>
            <a:off x="791023" y="2212835"/>
            <a:ext cx="2376618" cy="4019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Content Here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290A17-9218-4E6E-B9F0-0ED5DCDD3CB7}"/>
              </a:ext>
            </a:extLst>
          </p:cNvPr>
          <p:cNvSpPr/>
          <p:nvPr/>
        </p:nvSpPr>
        <p:spPr>
          <a:xfrm rot="894111">
            <a:off x="6012325" y="3914983"/>
            <a:ext cx="83080" cy="451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1E2C86A-312D-43CB-A5F8-AA97B1D6D130}"/>
              </a:ext>
            </a:extLst>
          </p:cNvPr>
          <p:cNvGrpSpPr/>
          <p:nvPr/>
        </p:nvGrpSpPr>
        <p:grpSpPr>
          <a:xfrm>
            <a:off x="6174009" y="2430334"/>
            <a:ext cx="1145945" cy="1726055"/>
            <a:chOff x="6150565" y="3254095"/>
            <a:chExt cx="979312" cy="1475068"/>
          </a:xfrm>
        </p:grpSpPr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DF7706ED-4BD9-4006-8174-7F3B3F44023A}"/>
                </a:ext>
              </a:extLst>
            </p:cNvPr>
            <p:cNvSpPr/>
            <p:nvPr/>
          </p:nvSpPr>
          <p:spPr>
            <a:xfrm>
              <a:off x="6154072" y="3254095"/>
              <a:ext cx="734589" cy="517434"/>
            </a:xfrm>
            <a:custGeom>
              <a:avLst/>
              <a:gdLst>
                <a:gd name="connsiteX0" fmla="*/ 182319 w 931229"/>
                <a:gd name="connsiteY0" fmla="*/ 476834 h 617079"/>
                <a:gd name="connsiteX1" fmla="*/ 423541 w 931229"/>
                <a:gd name="connsiteY1" fmla="*/ 339394 h 617079"/>
                <a:gd name="connsiteX2" fmla="*/ 516103 w 931229"/>
                <a:gd name="connsiteY2" fmla="*/ 617079 h 617079"/>
                <a:gd name="connsiteX3" fmla="*/ 0 w 931229"/>
                <a:gd name="connsiteY3" fmla="*/ 448785 h 617079"/>
                <a:gd name="connsiteX4" fmla="*/ 274881 w 931229"/>
                <a:gd name="connsiteY4" fmla="*/ 0 h 617079"/>
                <a:gd name="connsiteX5" fmla="*/ 504883 w 931229"/>
                <a:gd name="connsiteY5" fmla="*/ 235612 h 617079"/>
                <a:gd name="connsiteX6" fmla="*/ 765740 w 931229"/>
                <a:gd name="connsiteY6" fmla="*/ 159879 h 617079"/>
                <a:gd name="connsiteX7" fmla="*/ 931229 w 931229"/>
                <a:gd name="connsiteY7" fmla="*/ 403906 h 617079"/>
                <a:gd name="connsiteX0" fmla="*/ 182319 w 931922"/>
                <a:gd name="connsiteY0" fmla="*/ 476834 h 617079"/>
                <a:gd name="connsiteX1" fmla="*/ 423541 w 931922"/>
                <a:gd name="connsiteY1" fmla="*/ 339394 h 617079"/>
                <a:gd name="connsiteX2" fmla="*/ 516103 w 931922"/>
                <a:gd name="connsiteY2" fmla="*/ 617079 h 617079"/>
                <a:gd name="connsiteX3" fmla="*/ 0 w 931922"/>
                <a:gd name="connsiteY3" fmla="*/ 448785 h 617079"/>
                <a:gd name="connsiteX4" fmla="*/ 274881 w 931922"/>
                <a:gd name="connsiteY4" fmla="*/ 0 h 617079"/>
                <a:gd name="connsiteX5" fmla="*/ 504883 w 931922"/>
                <a:gd name="connsiteY5" fmla="*/ 235612 h 617079"/>
                <a:gd name="connsiteX6" fmla="*/ 765740 w 931922"/>
                <a:gd name="connsiteY6" fmla="*/ 159879 h 617079"/>
                <a:gd name="connsiteX7" fmla="*/ 931229 w 931922"/>
                <a:gd name="connsiteY7" fmla="*/ 403906 h 617079"/>
                <a:gd name="connsiteX0" fmla="*/ 182319 w 931922"/>
                <a:gd name="connsiteY0" fmla="*/ 476834 h 617079"/>
                <a:gd name="connsiteX1" fmla="*/ 423541 w 931922"/>
                <a:gd name="connsiteY1" fmla="*/ 339394 h 617079"/>
                <a:gd name="connsiteX2" fmla="*/ 516103 w 931922"/>
                <a:gd name="connsiteY2" fmla="*/ 617079 h 617079"/>
                <a:gd name="connsiteX3" fmla="*/ 0 w 931922"/>
                <a:gd name="connsiteY3" fmla="*/ 448785 h 617079"/>
                <a:gd name="connsiteX4" fmla="*/ 274881 w 931922"/>
                <a:gd name="connsiteY4" fmla="*/ 0 h 617079"/>
                <a:gd name="connsiteX5" fmla="*/ 504883 w 931922"/>
                <a:gd name="connsiteY5" fmla="*/ 235612 h 617079"/>
                <a:gd name="connsiteX6" fmla="*/ 765740 w 931922"/>
                <a:gd name="connsiteY6" fmla="*/ 159879 h 617079"/>
                <a:gd name="connsiteX7" fmla="*/ 931229 w 931922"/>
                <a:gd name="connsiteY7" fmla="*/ 403906 h 617079"/>
                <a:gd name="connsiteX0" fmla="*/ 182319 w 931968"/>
                <a:gd name="connsiteY0" fmla="*/ 476834 h 617079"/>
                <a:gd name="connsiteX1" fmla="*/ 423541 w 931968"/>
                <a:gd name="connsiteY1" fmla="*/ 339394 h 617079"/>
                <a:gd name="connsiteX2" fmla="*/ 516103 w 931968"/>
                <a:gd name="connsiteY2" fmla="*/ 617079 h 617079"/>
                <a:gd name="connsiteX3" fmla="*/ 0 w 931968"/>
                <a:gd name="connsiteY3" fmla="*/ 448785 h 617079"/>
                <a:gd name="connsiteX4" fmla="*/ 274881 w 931968"/>
                <a:gd name="connsiteY4" fmla="*/ 0 h 617079"/>
                <a:gd name="connsiteX5" fmla="*/ 504883 w 931968"/>
                <a:gd name="connsiteY5" fmla="*/ 235612 h 617079"/>
                <a:gd name="connsiteX6" fmla="*/ 765740 w 931968"/>
                <a:gd name="connsiteY6" fmla="*/ 159879 h 617079"/>
                <a:gd name="connsiteX7" fmla="*/ 931229 w 93196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504883 w 932698"/>
                <a:gd name="connsiteY5" fmla="*/ 235612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504883 w 932698"/>
                <a:gd name="connsiteY5" fmla="*/ 235612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3062"/>
                <a:gd name="connsiteY0" fmla="*/ 476834 h 617079"/>
                <a:gd name="connsiteX1" fmla="*/ 423541 w 933062"/>
                <a:gd name="connsiteY1" fmla="*/ 339394 h 617079"/>
                <a:gd name="connsiteX2" fmla="*/ 516103 w 933062"/>
                <a:gd name="connsiteY2" fmla="*/ 617079 h 617079"/>
                <a:gd name="connsiteX3" fmla="*/ 0 w 933062"/>
                <a:gd name="connsiteY3" fmla="*/ 448785 h 617079"/>
                <a:gd name="connsiteX4" fmla="*/ 274881 w 933062"/>
                <a:gd name="connsiteY4" fmla="*/ 0 h 617079"/>
                <a:gd name="connsiteX5" fmla="*/ 477341 w 933062"/>
                <a:gd name="connsiteY5" fmla="*/ 243874 h 617079"/>
                <a:gd name="connsiteX6" fmla="*/ 765740 w 933062"/>
                <a:gd name="connsiteY6" fmla="*/ 159879 h 617079"/>
                <a:gd name="connsiteX7" fmla="*/ 931229 w 933062"/>
                <a:gd name="connsiteY7" fmla="*/ 403906 h 617079"/>
                <a:gd name="connsiteX0" fmla="*/ 182319 w 933062"/>
                <a:gd name="connsiteY0" fmla="*/ 476834 h 617079"/>
                <a:gd name="connsiteX1" fmla="*/ 423541 w 933062"/>
                <a:gd name="connsiteY1" fmla="*/ 339394 h 617079"/>
                <a:gd name="connsiteX2" fmla="*/ 516103 w 933062"/>
                <a:gd name="connsiteY2" fmla="*/ 617079 h 617079"/>
                <a:gd name="connsiteX3" fmla="*/ 0 w 933062"/>
                <a:gd name="connsiteY3" fmla="*/ 448785 h 617079"/>
                <a:gd name="connsiteX4" fmla="*/ 274881 w 933062"/>
                <a:gd name="connsiteY4" fmla="*/ 0 h 617079"/>
                <a:gd name="connsiteX5" fmla="*/ 477341 w 933062"/>
                <a:gd name="connsiteY5" fmla="*/ 243874 h 617079"/>
                <a:gd name="connsiteX6" fmla="*/ 765740 w 933062"/>
                <a:gd name="connsiteY6" fmla="*/ 159879 h 617079"/>
                <a:gd name="connsiteX7" fmla="*/ 931229 w 933062"/>
                <a:gd name="connsiteY7" fmla="*/ 403906 h 617079"/>
                <a:gd name="connsiteX0" fmla="*/ 182319 w 934161"/>
                <a:gd name="connsiteY0" fmla="*/ 476834 h 617079"/>
                <a:gd name="connsiteX1" fmla="*/ 423541 w 934161"/>
                <a:gd name="connsiteY1" fmla="*/ 339394 h 617079"/>
                <a:gd name="connsiteX2" fmla="*/ 516103 w 934161"/>
                <a:gd name="connsiteY2" fmla="*/ 617079 h 617079"/>
                <a:gd name="connsiteX3" fmla="*/ 0 w 934161"/>
                <a:gd name="connsiteY3" fmla="*/ 448785 h 617079"/>
                <a:gd name="connsiteX4" fmla="*/ 274881 w 934161"/>
                <a:gd name="connsiteY4" fmla="*/ 0 h 617079"/>
                <a:gd name="connsiteX5" fmla="*/ 477341 w 934161"/>
                <a:gd name="connsiteY5" fmla="*/ 243874 h 617079"/>
                <a:gd name="connsiteX6" fmla="*/ 787773 w 934161"/>
                <a:gd name="connsiteY6" fmla="*/ 162633 h 617079"/>
                <a:gd name="connsiteX7" fmla="*/ 931229 w 934161"/>
                <a:gd name="connsiteY7" fmla="*/ 403906 h 617079"/>
                <a:gd name="connsiteX0" fmla="*/ 182319 w 933800"/>
                <a:gd name="connsiteY0" fmla="*/ 476834 h 617079"/>
                <a:gd name="connsiteX1" fmla="*/ 423541 w 933800"/>
                <a:gd name="connsiteY1" fmla="*/ 339394 h 617079"/>
                <a:gd name="connsiteX2" fmla="*/ 516103 w 933800"/>
                <a:gd name="connsiteY2" fmla="*/ 617079 h 617079"/>
                <a:gd name="connsiteX3" fmla="*/ 0 w 933800"/>
                <a:gd name="connsiteY3" fmla="*/ 448785 h 617079"/>
                <a:gd name="connsiteX4" fmla="*/ 274881 w 933800"/>
                <a:gd name="connsiteY4" fmla="*/ 0 h 617079"/>
                <a:gd name="connsiteX5" fmla="*/ 477341 w 933800"/>
                <a:gd name="connsiteY5" fmla="*/ 243874 h 617079"/>
                <a:gd name="connsiteX6" fmla="*/ 782265 w 933800"/>
                <a:gd name="connsiteY6" fmla="*/ 143353 h 617079"/>
                <a:gd name="connsiteX7" fmla="*/ 931229 w 933800"/>
                <a:gd name="connsiteY7" fmla="*/ 403906 h 617079"/>
                <a:gd name="connsiteX0" fmla="*/ 182319 w 933800"/>
                <a:gd name="connsiteY0" fmla="*/ 476834 h 617079"/>
                <a:gd name="connsiteX1" fmla="*/ 423541 w 933800"/>
                <a:gd name="connsiteY1" fmla="*/ 339394 h 617079"/>
                <a:gd name="connsiteX2" fmla="*/ 516103 w 933800"/>
                <a:gd name="connsiteY2" fmla="*/ 617079 h 617079"/>
                <a:gd name="connsiteX3" fmla="*/ 0 w 933800"/>
                <a:gd name="connsiteY3" fmla="*/ 448785 h 617079"/>
                <a:gd name="connsiteX4" fmla="*/ 274881 w 933800"/>
                <a:gd name="connsiteY4" fmla="*/ 0 h 617079"/>
                <a:gd name="connsiteX5" fmla="*/ 477341 w 933800"/>
                <a:gd name="connsiteY5" fmla="*/ 243874 h 617079"/>
                <a:gd name="connsiteX6" fmla="*/ 782265 w 933800"/>
                <a:gd name="connsiteY6" fmla="*/ 143353 h 617079"/>
                <a:gd name="connsiteX7" fmla="*/ 931229 w 933800"/>
                <a:gd name="connsiteY7" fmla="*/ 403906 h 617079"/>
                <a:gd name="connsiteX0" fmla="*/ 182319 w 935016"/>
                <a:gd name="connsiteY0" fmla="*/ 476834 h 617079"/>
                <a:gd name="connsiteX1" fmla="*/ 423541 w 935016"/>
                <a:gd name="connsiteY1" fmla="*/ 339394 h 617079"/>
                <a:gd name="connsiteX2" fmla="*/ 516103 w 935016"/>
                <a:gd name="connsiteY2" fmla="*/ 617079 h 617079"/>
                <a:gd name="connsiteX3" fmla="*/ 0 w 935016"/>
                <a:gd name="connsiteY3" fmla="*/ 448785 h 617079"/>
                <a:gd name="connsiteX4" fmla="*/ 274881 w 935016"/>
                <a:gd name="connsiteY4" fmla="*/ 0 h 617079"/>
                <a:gd name="connsiteX5" fmla="*/ 477341 w 935016"/>
                <a:gd name="connsiteY5" fmla="*/ 243874 h 617079"/>
                <a:gd name="connsiteX6" fmla="*/ 782265 w 935016"/>
                <a:gd name="connsiteY6" fmla="*/ 143353 h 617079"/>
                <a:gd name="connsiteX7" fmla="*/ 931229 w 935016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77341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8537 h 618782"/>
                <a:gd name="connsiteX1" fmla="*/ 423541 w 932773"/>
                <a:gd name="connsiteY1" fmla="*/ 341097 h 618782"/>
                <a:gd name="connsiteX2" fmla="*/ 516103 w 932773"/>
                <a:gd name="connsiteY2" fmla="*/ 618782 h 618782"/>
                <a:gd name="connsiteX3" fmla="*/ 0 w 932773"/>
                <a:gd name="connsiteY3" fmla="*/ 450488 h 618782"/>
                <a:gd name="connsiteX4" fmla="*/ 239076 w 932773"/>
                <a:gd name="connsiteY4" fmla="*/ 1703 h 618782"/>
                <a:gd name="connsiteX5" fmla="*/ 491112 w 932773"/>
                <a:gd name="connsiteY5" fmla="*/ 245577 h 618782"/>
                <a:gd name="connsiteX6" fmla="*/ 782265 w 932773"/>
                <a:gd name="connsiteY6" fmla="*/ 145056 h 618782"/>
                <a:gd name="connsiteX7" fmla="*/ 931229 w 932773"/>
                <a:gd name="connsiteY7" fmla="*/ 405609 h 618782"/>
                <a:gd name="connsiteX0" fmla="*/ 182319 w 932773"/>
                <a:gd name="connsiteY0" fmla="*/ 478537 h 618782"/>
                <a:gd name="connsiteX1" fmla="*/ 423541 w 932773"/>
                <a:gd name="connsiteY1" fmla="*/ 341097 h 618782"/>
                <a:gd name="connsiteX2" fmla="*/ 516103 w 932773"/>
                <a:gd name="connsiteY2" fmla="*/ 618782 h 618782"/>
                <a:gd name="connsiteX3" fmla="*/ 0 w 932773"/>
                <a:gd name="connsiteY3" fmla="*/ 450488 h 618782"/>
                <a:gd name="connsiteX4" fmla="*/ 239076 w 932773"/>
                <a:gd name="connsiteY4" fmla="*/ 1703 h 618782"/>
                <a:gd name="connsiteX5" fmla="*/ 491112 w 932773"/>
                <a:gd name="connsiteY5" fmla="*/ 245577 h 618782"/>
                <a:gd name="connsiteX6" fmla="*/ 782265 w 932773"/>
                <a:gd name="connsiteY6" fmla="*/ 145056 h 618782"/>
                <a:gd name="connsiteX7" fmla="*/ 931229 w 932773"/>
                <a:gd name="connsiteY7" fmla="*/ 405609 h 618782"/>
                <a:gd name="connsiteX0" fmla="*/ 160286 w 910740"/>
                <a:gd name="connsiteY0" fmla="*/ 478537 h 618782"/>
                <a:gd name="connsiteX1" fmla="*/ 401508 w 910740"/>
                <a:gd name="connsiteY1" fmla="*/ 341097 h 618782"/>
                <a:gd name="connsiteX2" fmla="*/ 494070 w 910740"/>
                <a:gd name="connsiteY2" fmla="*/ 618782 h 618782"/>
                <a:gd name="connsiteX3" fmla="*/ 0 w 910740"/>
                <a:gd name="connsiteY3" fmla="*/ 450488 h 618782"/>
                <a:gd name="connsiteX4" fmla="*/ 217043 w 910740"/>
                <a:gd name="connsiteY4" fmla="*/ 1703 h 618782"/>
                <a:gd name="connsiteX5" fmla="*/ 469079 w 910740"/>
                <a:gd name="connsiteY5" fmla="*/ 245577 h 618782"/>
                <a:gd name="connsiteX6" fmla="*/ 760232 w 910740"/>
                <a:gd name="connsiteY6" fmla="*/ 145056 h 618782"/>
                <a:gd name="connsiteX7" fmla="*/ 909196 w 910740"/>
                <a:gd name="connsiteY7" fmla="*/ 405609 h 618782"/>
                <a:gd name="connsiteX0" fmla="*/ 205095 w 955549"/>
                <a:gd name="connsiteY0" fmla="*/ 478537 h 618782"/>
                <a:gd name="connsiteX1" fmla="*/ 446317 w 955549"/>
                <a:gd name="connsiteY1" fmla="*/ 341097 h 618782"/>
                <a:gd name="connsiteX2" fmla="*/ 538879 w 955549"/>
                <a:gd name="connsiteY2" fmla="*/ 618782 h 618782"/>
                <a:gd name="connsiteX3" fmla="*/ 44809 w 955549"/>
                <a:gd name="connsiteY3" fmla="*/ 450488 h 618782"/>
                <a:gd name="connsiteX4" fmla="*/ 261852 w 955549"/>
                <a:gd name="connsiteY4" fmla="*/ 1703 h 618782"/>
                <a:gd name="connsiteX5" fmla="*/ 513888 w 955549"/>
                <a:gd name="connsiteY5" fmla="*/ 245577 h 618782"/>
                <a:gd name="connsiteX6" fmla="*/ 805041 w 955549"/>
                <a:gd name="connsiteY6" fmla="*/ 145056 h 618782"/>
                <a:gd name="connsiteX7" fmla="*/ 954005 w 955549"/>
                <a:gd name="connsiteY7" fmla="*/ 405609 h 618782"/>
                <a:gd name="connsiteX0" fmla="*/ 205095 w 955549"/>
                <a:gd name="connsiteY0" fmla="*/ 478537 h 618782"/>
                <a:gd name="connsiteX1" fmla="*/ 446317 w 955549"/>
                <a:gd name="connsiteY1" fmla="*/ 341097 h 618782"/>
                <a:gd name="connsiteX2" fmla="*/ 538879 w 955549"/>
                <a:gd name="connsiteY2" fmla="*/ 618782 h 618782"/>
                <a:gd name="connsiteX3" fmla="*/ 44809 w 955549"/>
                <a:gd name="connsiteY3" fmla="*/ 450488 h 618782"/>
                <a:gd name="connsiteX4" fmla="*/ 261852 w 955549"/>
                <a:gd name="connsiteY4" fmla="*/ 1703 h 618782"/>
                <a:gd name="connsiteX5" fmla="*/ 513888 w 955549"/>
                <a:gd name="connsiteY5" fmla="*/ 245577 h 618782"/>
                <a:gd name="connsiteX6" fmla="*/ 805041 w 955549"/>
                <a:gd name="connsiteY6" fmla="*/ 145056 h 618782"/>
                <a:gd name="connsiteX7" fmla="*/ 954005 w 955549"/>
                <a:gd name="connsiteY7" fmla="*/ 405609 h 618782"/>
                <a:gd name="connsiteX0" fmla="*/ 205095 w 955549"/>
                <a:gd name="connsiteY0" fmla="*/ 478537 h 607765"/>
                <a:gd name="connsiteX1" fmla="*/ 446317 w 955549"/>
                <a:gd name="connsiteY1" fmla="*/ 341097 h 607765"/>
                <a:gd name="connsiteX2" fmla="*/ 527862 w 955549"/>
                <a:gd name="connsiteY2" fmla="*/ 607765 h 607765"/>
                <a:gd name="connsiteX3" fmla="*/ 44809 w 955549"/>
                <a:gd name="connsiteY3" fmla="*/ 450488 h 607765"/>
                <a:gd name="connsiteX4" fmla="*/ 261852 w 955549"/>
                <a:gd name="connsiteY4" fmla="*/ 1703 h 607765"/>
                <a:gd name="connsiteX5" fmla="*/ 513888 w 955549"/>
                <a:gd name="connsiteY5" fmla="*/ 245577 h 607765"/>
                <a:gd name="connsiteX6" fmla="*/ 805041 w 955549"/>
                <a:gd name="connsiteY6" fmla="*/ 145056 h 607765"/>
                <a:gd name="connsiteX7" fmla="*/ 954005 w 955549"/>
                <a:gd name="connsiteY7" fmla="*/ 405609 h 607765"/>
                <a:gd name="connsiteX0" fmla="*/ 205095 w 955549"/>
                <a:gd name="connsiteY0" fmla="*/ 478537 h 664635"/>
                <a:gd name="connsiteX1" fmla="*/ 446317 w 955549"/>
                <a:gd name="connsiteY1" fmla="*/ 34109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46317 w 955549"/>
                <a:gd name="connsiteY1" fmla="*/ 34109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6793"/>
                <a:gd name="connsiteX1" fmla="*/ 396740 w 955549"/>
                <a:gd name="connsiteY1" fmla="*/ 327327 h 666793"/>
                <a:gd name="connsiteX2" fmla="*/ 478286 w 955549"/>
                <a:gd name="connsiteY2" fmla="*/ 610520 h 666793"/>
                <a:gd name="connsiteX3" fmla="*/ 44809 w 955549"/>
                <a:gd name="connsiteY3" fmla="*/ 450488 h 666793"/>
                <a:gd name="connsiteX4" fmla="*/ 261852 w 955549"/>
                <a:gd name="connsiteY4" fmla="*/ 1703 h 666793"/>
                <a:gd name="connsiteX5" fmla="*/ 513888 w 955549"/>
                <a:gd name="connsiteY5" fmla="*/ 245577 h 666793"/>
                <a:gd name="connsiteX6" fmla="*/ 805041 w 955549"/>
                <a:gd name="connsiteY6" fmla="*/ 145056 h 666793"/>
                <a:gd name="connsiteX7" fmla="*/ 954005 w 955549"/>
                <a:gd name="connsiteY7" fmla="*/ 405609 h 666793"/>
                <a:gd name="connsiteX0" fmla="*/ 221620 w 955549"/>
                <a:gd name="connsiteY0" fmla="*/ 500570 h 666793"/>
                <a:gd name="connsiteX1" fmla="*/ 396740 w 955549"/>
                <a:gd name="connsiteY1" fmla="*/ 327327 h 666793"/>
                <a:gd name="connsiteX2" fmla="*/ 478286 w 955549"/>
                <a:gd name="connsiteY2" fmla="*/ 610520 h 666793"/>
                <a:gd name="connsiteX3" fmla="*/ 44809 w 955549"/>
                <a:gd name="connsiteY3" fmla="*/ 450488 h 666793"/>
                <a:gd name="connsiteX4" fmla="*/ 261852 w 955549"/>
                <a:gd name="connsiteY4" fmla="*/ 1703 h 666793"/>
                <a:gd name="connsiteX5" fmla="*/ 513888 w 955549"/>
                <a:gd name="connsiteY5" fmla="*/ 245577 h 666793"/>
                <a:gd name="connsiteX6" fmla="*/ 805041 w 955549"/>
                <a:gd name="connsiteY6" fmla="*/ 145056 h 666793"/>
                <a:gd name="connsiteX7" fmla="*/ 954005 w 955549"/>
                <a:gd name="connsiteY7" fmla="*/ 405609 h 666793"/>
                <a:gd name="connsiteX0" fmla="*/ 228696 w 962625"/>
                <a:gd name="connsiteY0" fmla="*/ 500570 h 673975"/>
                <a:gd name="connsiteX1" fmla="*/ 403816 w 962625"/>
                <a:gd name="connsiteY1" fmla="*/ 327327 h 673975"/>
                <a:gd name="connsiteX2" fmla="*/ 485362 w 962625"/>
                <a:gd name="connsiteY2" fmla="*/ 610520 h 673975"/>
                <a:gd name="connsiteX3" fmla="*/ 43623 w 962625"/>
                <a:gd name="connsiteY3" fmla="*/ 480784 h 673975"/>
                <a:gd name="connsiteX4" fmla="*/ 268928 w 962625"/>
                <a:gd name="connsiteY4" fmla="*/ 1703 h 673975"/>
                <a:gd name="connsiteX5" fmla="*/ 520964 w 962625"/>
                <a:gd name="connsiteY5" fmla="*/ 245577 h 673975"/>
                <a:gd name="connsiteX6" fmla="*/ 812117 w 962625"/>
                <a:gd name="connsiteY6" fmla="*/ 145056 h 673975"/>
                <a:gd name="connsiteX7" fmla="*/ 961081 w 962625"/>
                <a:gd name="connsiteY7" fmla="*/ 405609 h 673975"/>
                <a:gd name="connsiteX0" fmla="*/ 238218 w 972147"/>
                <a:gd name="connsiteY0" fmla="*/ 500570 h 681004"/>
                <a:gd name="connsiteX1" fmla="*/ 413338 w 972147"/>
                <a:gd name="connsiteY1" fmla="*/ 327327 h 681004"/>
                <a:gd name="connsiteX2" fmla="*/ 494884 w 972147"/>
                <a:gd name="connsiteY2" fmla="*/ 610520 h 681004"/>
                <a:gd name="connsiteX3" fmla="*/ 42128 w 972147"/>
                <a:gd name="connsiteY3" fmla="*/ 505572 h 681004"/>
                <a:gd name="connsiteX4" fmla="*/ 278450 w 972147"/>
                <a:gd name="connsiteY4" fmla="*/ 1703 h 681004"/>
                <a:gd name="connsiteX5" fmla="*/ 530486 w 972147"/>
                <a:gd name="connsiteY5" fmla="*/ 245577 h 681004"/>
                <a:gd name="connsiteX6" fmla="*/ 821639 w 972147"/>
                <a:gd name="connsiteY6" fmla="*/ 145056 h 681004"/>
                <a:gd name="connsiteX7" fmla="*/ 970603 w 972147"/>
                <a:gd name="connsiteY7" fmla="*/ 405609 h 681004"/>
                <a:gd name="connsiteX0" fmla="*/ 238218 w 972147"/>
                <a:gd name="connsiteY0" fmla="*/ 500570 h 684851"/>
                <a:gd name="connsiteX1" fmla="*/ 413338 w 972147"/>
                <a:gd name="connsiteY1" fmla="*/ 327327 h 684851"/>
                <a:gd name="connsiteX2" fmla="*/ 483867 w 972147"/>
                <a:gd name="connsiteY2" fmla="*/ 616028 h 684851"/>
                <a:gd name="connsiteX3" fmla="*/ 42128 w 972147"/>
                <a:gd name="connsiteY3" fmla="*/ 505572 h 684851"/>
                <a:gd name="connsiteX4" fmla="*/ 278450 w 972147"/>
                <a:gd name="connsiteY4" fmla="*/ 1703 h 684851"/>
                <a:gd name="connsiteX5" fmla="*/ 530486 w 972147"/>
                <a:gd name="connsiteY5" fmla="*/ 245577 h 684851"/>
                <a:gd name="connsiteX6" fmla="*/ 821639 w 972147"/>
                <a:gd name="connsiteY6" fmla="*/ 145056 h 684851"/>
                <a:gd name="connsiteX7" fmla="*/ 970603 w 972147"/>
                <a:gd name="connsiteY7" fmla="*/ 405609 h 684851"/>
                <a:gd name="connsiteX0" fmla="*/ 238218 w 972147"/>
                <a:gd name="connsiteY0" fmla="*/ 500570 h 678763"/>
                <a:gd name="connsiteX1" fmla="*/ 413338 w 972147"/>
                <a:gd name="connsiteY1" fmla="*/ 327327 h 678763"/>
                <a:gd name="connsiteX2" fmla="*/ 483867 w 972147"/>
                <a:gd name="connsiteY2" fmla="*/ 616028 h 678763"/>
                <a:gd name="connsiteX3" fmla="*/ 42128 w 972147"/>
                <a:gd name="connsiteY3" fmla="*/ 505572 h 678763"/>
                <a:gd name="connsiteX4" fmla="*/ 278450 w 972147"/>
                <a:gd name="connsiteY4" fmla="*/ 1703 h 678763"/>
                <a:gd name="connsiteX5" fmla="*/ 530486 w 972147"/>
                <a:gd name="connsiteY5" fmla="*/ 245577 h 678763"/>
                <a:gd name="connsiteX6" fmla="*/ 821639 w 972147"/>
                <a:gd name="connsiteY6" fmla="*/ 145056 h 678763"/>
                <a:gd name="connsiteX7" fmla="*/ 970603 w 972147"/>
                <a:gd name="connsiteY7" fmla="*/ 405609 h 678763"/>
                <a:gd name="connsiteX0" fmla="*/ 238218 w 972147"/>
                <a:gd name="connsiteY0" fmla="*/ 501130 h 679323"/>
                <a:gd name="connsiteX1" fmla="*/ 413338 w 972147"/>
                <a:gd name="connsiteY1" fmla="*/ 327887 h 679323"/>
                <a:gd name="connsiteX2" fmla="*/ 483867 w 972147"/>
                <a:gd name="connsiteY2" fmla="*/ 616588 h 679323"/>
                <a:gd name="connsiteX3" fmla="*/ 42128 w 972147"/>
                <a:gd name="connsiteY3" fmla="*/ 506132 h 679323"/>
                <a:gd name="connsiteX4" fmla="*/ 278450 w 972147"/>
                <a:gd name="connsiteY4" fmla="*/ 2263 h 679323"/>
                <a:gd name="connsiteX5" fmla="*/ 535994 w 972147"/>
                <a:gd name="connsiteY5" fmla="*/ 210332 h 679323"/>
                <a:gd name="connsiteX6" fmla="*/ 821639 w 972147"/>
                <a:gd name="connsiteY6" fmla="*/ 145616 h 679323"/>
                <a:gd name="connsiteX7" fmla="*/ 970603 w 972147"/>
                <a:gd name="connsiteY7" fmla="*/ 406169 h 679323"/>
                <a:gd name="connsiteX0" fmla="*/ 238218 w 972147"/>
                <a:gd name="connsiteY0" fmla="*/ 501130 h 679323"/>
                <a:gd name="connsiteX1" fmla="*/ 413338 w 972147"/>
                <a:gd name="connsiteY1" fmla="*/ 327887 h 679323"/>
                <a:gd name="connsiteX2" fmla="*/ 483867 w 972147"/>
                <a:gd name="connsiteY2" fmla="*/ 616588 h 679323"/>
                <a:gd name="connsiteX3" fmla="*/ 42128 w 972147"/>
                <a:gd name="connsiteY3" fmla="*/ 506132 h 679323"/>
                <a:gd name="connsiteX4" fmla="*/ 278450 w 972147"/>
                <a:gd name="connsiteY4" fmla="*/ 2263 h 679323"/>
                <a:gd name="connsiteX5" fmla="*/ 535994 w 972147"/>
                <a:gd name="connsiteY5" fmla="*/ 210332 h 679323"/>
                <a:gd name="connsiteX6" fmla="*/ 821639 w 972147"/>
                <a:gd name="connsiteY6" fmla="*/ 145616 h 679323"/>
                <a:gd name="connsiteX7" fmla="*/ 970603 w 972147"/>
                <a:gd name="connsiteY7" fmla="*/ 406169 h 679323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2590 h 680783"/>
                <a:gd name="connsiteX1" fmla="*/ 413338 w 972147"/>
                <a:gd name="connsiteY1" fmla="*/ 329347 h 680783"/>
                <a:gd name="connsiteX2" fmla="*/ 483867 w 972147"/>
                <a:gd name="connsiteY2" fmla="*/ 618048 h 680783"/>
                <a:gd name="connsiteX3" fmla="*/ 42128 w 972147"/>
                <a:gd name="connsiteY3" fmla="*/ 507592 h 680783"/>
                <a:gd name="connsiteX4" fmla="*/ 278450 w 972147"/>
                <a:gd name="connsiteY4" fmla="*/ 3723 h 680783"/>
                <a:gd name="connsiteX5" fmla="*/ 535994 w 972147"/>
                <a:gd name="connsiteY5" fmla="*/ 211792 h 680783"/>
                <a:gd name="connsiteX6" fmla="*/ 821639 w 972147"/>
                <a:gd name="connsiteY6" fmla="*/ 147076 h 680783"/>
                <a:gd name="connsiteX7" fmla="*/ 970603 w 972147"/>
                <a:gd name="connsiteY7" fmla="*/ 407629 h 680783"/>
                <a:gd name="connsiteX0" fmla="*/ 238218 w 972381"/>
                <a:gd name="connsiteY0" fmla="*/ 502590 h 680783"/>
                <a:gd name="connsiteX1" fmla="*/ 413338 w 972381"/>
                <a:gd name="connsiteY1" fmla="*/ 329347 h 680783"/>
                <a:gd name="connsiteX2" fmla="*/ 483867 w 972381"/>
                <a:gd name="connsiteY2" fmla="*/ 618048 h 680783"/>
                <a:gd name="connsiteX3" fmla="*/ 42128 w 972381"/>
                <a:gd name="connsiteY3" fmla="*/ 507592 h 680783"/>
                <a:gd name="connsiteX4" fmla="*/ 278450 w 972381"/>
                <a:gd name="connsiteY4" fmla="*/ 3723 h 680783"/>
                <a:gd name="connsiteX5" fmla="*/ 535994 w 972381"/>
                <a:gd name="connsiteY5" fmla="*/ 211792 h 680783"/>
                <a:gd name="connsiteX6" fmla="*/ 829902 w 972381"/>
                <a:gd name="connsiteY6" fmla="*/ 119534 h 680783"/>
                <a:gd name="connsiteX7" fmla="*/ 970603 w 972381"/>
                <a:gd name="connsiteY7" fmla="*/ 407629 h 680783"/>
                <a:gd name="connsiteX0" fmla="*/ 238218 w 972381"/>
                <a:gd name="connsiteY0" fmla="*/ 502590 h 680783"/>
                <a:gd name="connsiteX1" fmla="*/ 413338 w 972381"/>
                <a:gd name="connsiteY1" fmla="*/ 329347 h 680783"/>
                <a:gd name="connsiteX2" fmla="*/ 483867 w 972381"/>
                <a:gd name="connsiteY2" fmla="*/ 618048 h 680783"/>
                <a:gd name="connsiteX3" fmla="*/ 42128 w 972381"/>
                <a:gd name="connsiteY3" fmla="*/ 507592 h 680783"/>
                <a:gd name="connsiteX4" fmla="*/ 278450 w 972381"/>
                <a:gd name="connsiteY4" fmla="*/ 3723 h 680783"/>
                <a:gd name="connsiteX5" fmla="*/ 535994 w 972381"/>
                <a:gd name="connsiteY5" fmla="*/ 211792 h 680783"/>
                <a:gd name="connsiteX6" fmla="*/ 829902 w 972381"/>
                <a:gd name="connsiteY6" fmla="*/ 119534 h 680783"/>
                <a:gd name="connsiteX7" fmla="*/ 970603 w 972381"/>
                <a:gd name="connsiteY7" fmla="*/ 407629 h 680783"/>
                <a:gd name="connsiteX0" fmla="*/ 238218 w 973905"/>
                <a:gd name="connsiteY0" fmla="*/ 502590 h 680783"/>
                <a:gd name="connsiteX1" fmla="*/ 413338 w 973905"/>
                <a:gd name="connsiteY1" fmla="*/ 329347 h 680783"/>
                <a:gd name="connsiteX2" fmla="*/ 483867 w 973905"/>
                <a:gd name="connsiteY2" fmla="*/ 618048 h 680783"/>
                <a:gd name="connsiteX3" fmla="*/ 42128 w 973905"/>
                <a:gd name="connsiteY3" fmla="*/ 507592 h 680783"/>
                <a:gd name="connsiteX4" fmla="*/ 278450 w 973905"/>
                <a:gd name="connsiteY4" fmla="*/ 3723 h 680783"/>
                <a:gd name="connsiteX5" fmla="*/ 535994 w 973905"/>
                <a:gd name="connsiteY5" fmla="*/ 211792 h 680783"/>
                <a:gd name="connsiteX6" fmla="*/ 857444 w 973905"/>
                <a:gd name="connsiteY6" fmla="*/ 144322 h 680783"/>
                <a:gd name="connsiteX7" fmla="*/ 970603 w 973905"/>
                <a:gd name="connsiteY7" fmla="*/ 407629 h 680783"/>
                <a:gd name="connsiteX0" fmla="*/ 238218 w 973905"/>
                <a:gd name="connsiteY0" fmla="*/ 502590 h 680783"/>
                <a:gd name="connsiteX1" fmla="*/ 413338 w 973905"/>
                <a:gd name="connsiteY1" fmla="*/ 329347 h 680783"/>
                <a:gd name="connsiteX2" fmla="*/ 483867 w 973905"/>
                <a:gd name="connsiteY2" fmla="*/ 618048 h 680783"/>
                <a:gd name="connsiteX3" fmla="*/ 42128 w 973905"/>
                <a:gd name="connsiteY3" fmla="*/ 507592 h 680783"/>
                <a:gd name="connsiteX4" fmla="*/ 278450 w 973905"/>
                <a:gd name="connsiteY4" fmla="*/ 3723 h 680783"/>
                <a:gd name="connsiteX5" fmla="*/ 535994 w 973905"/>
                <a:gd name="connsiteY5" fmla="*/ 211792 h 680783"/>
                <a:gd name="connsiteX6" fmla="*/ 857444 w 973905"/>
                <a:gd name="connsiteY6" fmla="*/ 144322 h 680783"/>
                <a:gd name="connsiteX7" fmla="*/ 970603 w 973905"/>
                <a:gd name="connsiteY7" fmla="*/ 407629 h 680783"/>
                <a:gd name="connsiteX0" fmla="*/ 238218 w 975028"/>
                <a:gd name="connsiteY0" fmla="*/ 502590 h 680783"/>
                <a:gd name="connsiteX1" fmla="*/ 413338 w 975028"/>
                <a:gd name="connsiteY1" fmla="*/ 329347 h 680783"/>
                <a:gd name="connsiteX2" fmla="*/ 483867 w 975028"/>
                <a:gd name="connsiteY2" fmla="*/ 618048 h 680783"/>
                <a:gd name="connsiteX3" fmla="*/ 42128 w 975028"/>
                <a:gd name="connsiteY3" fmla="*/ 507592 h 680783"/>
                <a:gd name="connsiteX4" fmla="*/ 278450 w 975028"/>
                <a:gd name="connsiteY4" fmla="*/ 3723 h 680783"/>
                <a:gd name="connsiteX5" fmla="*/ 535994 w 975028"/>
                <a:gd name="connsiteY5" fmla="*/ 211792 h 680783"/>
                <a:gd name="connsiteX6" fmla="*/ 857444 w 975028"/>
                <a:gd name="connsiteY6" fmla="*/ 144322 h 680783"/>
                <a:gd name="connsiteX7" fmla="*/ 970603 w 975028"/>
                <a:gd name="connsiteY7" fmla="*/ 407629 h 680783"/>
                <a:gd name="connsiteX0" fmla="*/ 238218 w 975028"/>
                <a:gd name="connsiteY0" fmla="*/ 502590 h 680783"/>
                <a:gd name="connsiteX1" fmla="*/ 413338 w 975028"/>
                <a:gd name="connsiteY1" fmla="*/ 329347 h 680783"/>
                <a:gd name="connsiteX2" fmla="*/ 483867 w 975028"/>
                <a:gd name="connsiteY2" fmla="*/ 618048 h 680783"/>
                <a:gd name="connsiteX3" fmla="*/ 42128 w 975028"/>
                <a:gd name="connsiteY3" fmla="*/ 507592 h 680783"/>
                <a:gd name="connsiteX4" fmla="*/ 278450 w 975028"/>
                <a:gd name="connsiteY4" fmla="*/ 3723 h 680783"/>
                <a:gd name="connsiteX5" fmla="*/ 535994 w 975028"/>
                <a:gd name="connsiteY5" fmla="*/ 211792 h 680783"/>
                <a:gd name="connsiteX6" fmla="*/ 857444 w 975028"/>
                <a:gd name="connsiteY6" fmla="*/ 144322 h 680783"/>
                <a:gd name="connsiteX7" fmla="*/ 970603 w 975028"/>
                <a:gd name="connsiteY7" fmla="*/ 407629 h 680783"/>
                <a:gd name="connsiteX0" fmla="*/ 238218 w 975375"/>
                <a:gd name="connsiteY0" fmla="*/ 502590 h 680783"/>
                <a:gd name="connsiteX1" fmla="*/ 413338 w 975375"/>
                <a:gd name="connsiteY1" fmla="*/ 329347 h 680783"/>
                <a:gd name="connsiteX2" fmla="*/ 483867 w 975375"/>
                <a:gd name="connsiteY2" fmla="*/ 618048 h 680783"/>
                <a:gd name="connsiteX3" fmla="*/ 42128 w 975375"/>
                <a:gd name="connsiteY3" fmla="*/ 507592 h 680783"/>
                <a:gd name="connsiteX4" fmla="*/ 278450 w 975375"/>
                <a:gd name="connsiteY4" fmla="*/ 3723 h 680783"/>
                <a:gd name="connsiteX5" fmla="*/ 535994 w 975375"/>
                <a:gd name="connsiteY5" fmla="*/ 211792 h 680783"/>
                <a:gd name="connsiteX6" fmla="*/ 857444 w 975375"/>
                <a:gd name="connsiteY6" fmla="*/ 144322 h 680783"/>
                <a:gd name="connsiteX7" fmla="*/ 970603 w 975375"/>
                <a:gd name="connsiteY7" fmla="*/ 407629 h 680783"/>
                <a:gd name="connsiteX0" fmla="*/ 238218 w 975375"/>
                <a:gd name="connsiteY0" fmla="*/ 502590 h 680783"/>
                <a:gd name="connsiteX1" fmla="*/ 413338 w 975375"/>
                <a:gd name="connsiteY1" fmla="*/ 329347 h 680783"/>
                <a:gd name="connsiteX2" fmla="*/ 483867 w 975375"/>
                <a:gd name="connsiteY2" fmla="*/ 618048 h 680783"/>
                <a:gd name="connsiteX3" fmla="*/ 42128 w 975375"/>
                <a:gd name="connsiteY3" fmla="*/ 507592 h 680783"/>
                <a:gd name="connsiteX4" fmla="*/ 278450 w 975375"/>
                <a:gd name="connsiteY4" fmla="*/ 3723 h 680783"/>
                <a:gd name="connsiteX5" fmla="*/ 535994 w 975375"/>
                <a:gd name="connsiteY5" fmla="*/ 211792 h 680783"/>
                <a:gd name="connsiteX6" fmla="*/ 857444 w 975375"/>
                <a:gd name="connsiteY6" fmla="*/ 144322 h 680783"/>
                <a:gd name="connsiteX7" fmla="*/ 970603 w 975375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35994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35994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58028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3717 h 681910"/>
                <a:gd name="connsiteX1" fmla="*/ 413338 w 973301"/>
                <a:gd name="connsiteY1" fmla="*/ 330474 h 681910"/>
                <a:gd name="connsiteX2" fmla="*/ 483867 w 973301"/>
                <a:gd name="connsiteY2" fmla="*/ 619175 h 681910"/>
                <a:gd name="connsiteX3" fmla="*/ 42128 w 973301"/>
                <a:gd name="connsiteY3" fmla="*/ 508719 h 681910"/>
                <a:gd name="connsiteX4" fmla="*/ 278450 w 973301"/>
                <a:gd name="connsiteY4" fmla="*/ 4850 h 681910"/>
                <a:gd name="connsiteX5" fmla="*/ 558028 w 973301"/>
                <a:gd name="connsiteY5" fmla="*/ 212919 h 681910"/>
                <a:gd name="connsiteX6" fmla="*/ 857444 w 973301"/>
                <a:gd name="connsiteY6" fmla="*/ 145449 h 681910"/>
                <a:gd name="connsiteX7" fmla="*/ 970603 w 973301"/>
                <a:gd name="connsiteY7" fmla="*/ 408756 h 681910"/>
                <a:gd name="connsiteX0" fmla="*/ 238218 w 973301"/>
                <a:gd name="connsiteY0" fmla="*/ 503717 h 681910"/>
                <a:gd name="connsiteX1" fmla="*/ 413338 w 973301"/>
                <a:gd name="connsiteY1" fmla="*/ 330474 h 681910"/>
                <a:gd name="connsiteX2" fmla="*/ 483867 w 973301"/>
                <a:gd name="connsiteY2" fmla="*/ 619175 h 681910"/>
                <a:gd name="connsiteX3" fmla="*/ 42128 w 973301"/>
                <a:gd name="connsiteY3" fmla="*/ 508719 h 681910"/>
                <a:gd name="connsiteX4" fmla="*/ 278450 w 973301"/>
                <a:gd name="connsiteY4" fmla="*/ 4850 h 681910"/>
                <a:gd name="connsiteX5" fmla="*/ 558028 w 973301"/>
                <a:gd name="connsiteY5" fmla="*/ 212919 h 681910"/>
                <a:gd name="connsiteX6" fmla="*/ 857444 w 973301"/>
                <a:gd name="connsiteY6" fmla="*/ 145449 h 681910"/>
                <a:gd name="connsiteX7" fmla="*/ 970603 w 973301"/>
                <a:gd name="connsiteY7" fmla="*/ 408756 h 681910"/>
                <a:gd name="connsiteX0" fmla="*/ 238218 w 973301"/>
                <a:gd name="connsiteY0" fmla="*/ 506290 h 684483"/>
                <a:gd name="connsiteX1" fmla="*/ 413338 w 973301"/>
                <a:gd name="connsiteY1" fmla="*/ 333047 h 684483"/>
                <a:gd name="connsiteX2" fmla="*/ 483867 w 973301"/>
                <a:gd name="connsiteY2" fmla="*/ 621748 h 684483"/>
                <a:gd name="connsiteX3" fmla="*/ 42128 w 973301"/>
                <a:gd name="connsiteY3" fmla="*/ 511292 h 684483"/>
                <a:gd name="connsiteX4" fmla="*/ 278450 w 973301"/>
                <a:gd name="connsiteY4" fmla="*/ 7423 h 684483"/>
                <a:gd name="connsiteX5" fmla="*/ 549765 w 973301"/>
                <a:gd name="connsiteY5" fmla="*/ 190704 h 684483"/>
                <a:gd name="connsiteX6" fmla="*/ 857444 w 973301"/>
                <a:gd name="connsiteY6" fmla="*/ 148022 h 684483"/>
                <a:gd name="connsiteX7" fmla="*/ 970603 w 973301"/>
                <a:gd name="connsiteY7" fmla="*/ 411329 h 684483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1535 h 679728"/>
                <a:gd name="connsiteX1" fmla="*/ 413338 w 973301"/>
                <a:gd name="connsiteY1" fmla="*/ 328292 h 679728"/>
                <a:gd name="connsiteX2" fmla="*/ 483867 w 973301"/>
                <a:gd name="connsiteY2" fmla="*/ 616993 h 679728"/>
                <a:gd name="connsiteX3" fmla="*/ 42128 w 973301"/>
                <a:gd name="connsiteY3" fmla="*/ 506537 h 679728"/>
                <a:gd name="connsiteX4" fmla="*/ 278450 w 973301"/>
                <a:gd name="connsiteY4" fmla="*/ 2668 h 679728"/>
                <a:gd name="connsiteX5" fmla="*/ 549765 w 973301"/>
                <a:gd name="connsiteY5" fmla="*/ 185949 h 679728"/>
                <a:gd name="connsiteX6" fmla="*/ 857444 w 973301"/>
                <a:gd name="connsiteY6" fmla="*/ 143267 h 679728"/>
                <a:gd name="connsiteX7" fmla="*/ 970603 w 973301"/>
                <a:gd name="connsiteY7" fmla="*/ 406574 h 679728"/>
                <a:gd name="connsiteX0" fmla="*/ 239713 w 974796"/>
                <a:gd name="connsiteY0" fmla="*/ 509581 h 687774"/>
                <a:gd name="connsiteX1" fmla="*/ 414833 w 974796"/>
                <a:gd name="connsiteY1" fmla="*/ 336338 h 687774"/>
                <a:gd name="connsiteX2" fmla="*/ 485362 w 974796"/>
                <a:gd name="connsiteY2" fmla="*/ 625039 h 687774"/>
                <a:gd name="connsiteX3" fmla="*/ 43623 w 974796"/>
                <a:gd name="connsiteY3" fmla="*/ 514583 h 687774"/>
                <a:gd name="connsiteX4" fmla="*/ 268928 w 974796"/>
                <a:gd name="connsiteY4" fmla="*/ 2452 h 687774"/>
                <a:gd name="connsiteX5" fmla="*/ 551260 w 974796"/>
                <a:gd name="connsiteY5" fmla="*/ 193995 h 687774"/>
                <a:gd name="connsiteX6" fmla="*/ 858939 w 974796"/>
                <a:gd name="connsiteY6" fmla="*/ 151313 h 687774"/>
                <a:gd name="connsiteX7" fmla="*/ 972098 w 974796"/>
                <a:gd name="connsiteY7" fmla="*/ 414620 h 687774"/>
                <a:gd name="connsiteX0" fmla="*/ 239713 w 974796"/>
                <a:gd name="connsiteY0" fmla="*/ 508440 h 686633"/>
                <a:gd name="connsiteX1" fmla="*/ 414833 w 974796"/>
                <a:gd name="connsiteY1" fmla="*/ 335197 h 686633"/>
                <a:gd name="connsiteX2" fmla="*/ 485362 w 974796"/>
                <a:gd name="connsiteY2" fmla="*/ 623898 h 686633"/>
                <a:gd name="connsiteX3" fmla="*/ 43623 w 974796"/>
                <a:gd name="connsiteY3" fmla="*/ 513442 h 686633"/>
                <a:gd name="connsiteX4" fmla="*/ 268928 w 974796"/>
                <a:gd name="connsiteY4" fmla="*/ 1311 h 686633"/>
                <a:gd name="connsiteX5" fmla="*/ 551260 w 974796"/>
                <a:gd name="connsiteY5" fmla="*/ 192854 h 686633"/>
                <a:gd name="connsiteX6" fmla="*/ 858939 w 974796"/>
                <a:gd name="connsiteY6" fmla="*/ 150172 h 686633"/>
                <a:gd name="connsiteX7" fmla="*/ 972098 w 974796"/>
                <a:gd name="connsiteY7" fmla="*/ 413479 h 68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4796" h="686633">
                  <a:moveTo>
                    <a:pt x="239713" y="508440"/>
                  </a:moveTo>
                  <a:cubicBezTo>
                    <a:pt x="220051" y="400199"/>
                    <a:pt x="313311" y="308483"/>
                    <a:pt x="414833" y="335197"/>
                  </a:cubicBezTo>
                  <a:cubicBezTo>
                    <a:pt x="568709" y="355231"/>
                    <a:pt x="571103" y="526747"/>
                    <a:pt x="485362" y="623898"/>
                  </a:cubicBezTo>
                  <a:cubicBezTo>
                    <a:pt x="359231" y="741315"/>
                    <a:pt x="103653" y="687971"/>
                    <a:pt x="43623" y="513442"/>
                  </a:cubicBezTo>
                  <a:cubicBezTo>
                    <a:pt x="-86006" y="165544"/>
                    <a:pt x="98347" y="15949"/>
                    <a:pt x="268928" y="1311"/>
                  </a:cubicBezTo>
                  <a:cubicBezTo>
                    <a:pt x="423631" y="-11041"/>
                    <a:pt x="534267" y="64743"/>
                    <a:pt x="551260" y="192854"/>
                  </a:cubicBezTo>
                  <a:cubicBezTo>
                    <a:pt x="632704" y="84983"/>
                    <a:pt x="783005" y="98296"/>
                    <a:pt x="858939" y="150172"/>
                  </a:cubicBezTo>
                  <a:cubicBezTo>
                    <a:pt x="963678" y="201219"/>
                    <a:pt x="983037" y="310103"/>
                    <a:pt x="972098" y="413479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FD87FE77-A7A0-4382-B5AD-97FC735F34D7}"/>
                </a:ext>
              </a:extLst>
            </p:cNvPr>
            <p:cNvSpPr/>
            <p:nvPr/>
          </p:nvSpPr>
          <p:spPr>
            <a:xfrm>
              <a:off x="6646452" y="3560646"/>
              <a:ext cx="483425" cy="783120"/>
            </a:xfrm>
            <a:custGeom>
              <a:avLst/>
              <a:gdLst>
                <a:gd name="connsiteX0" fmla="*/ 0 w 647934"/>
                <a:gd name="connsiteY0" fmla="*/ 277685 h 1051840"/>
                <a:gd name="connsiteX1" fmla="*/ 330979 w 647934"/>
                <a:gd name="connsiteY1" fmla="*/ 0 h 1051840"/>
                <a:gd name="connsiteX2" fmla="*/ 560982 w 647934"/>
                <a:gd name="connsiteY2" fmla="*/ 171099 h 1051840"/>
                <a:gd name="connsiteX3" fmla="*/ 468420 w 647934"/>
                <a:gd name="connsiteY3" fmla="*/ 493663 h 1051840"/>
                <a:gd name="connsiteX4" fmla="*/ 647934 w 647934"/>
                <a:gd name="connsiteY4" fmla="*/ 793789 h 1051840"/>
                <a:gd name="connsiteX5" fmla="*/ 468420 w 647934"/>
                <a:gd name="connsiteY5" fmla="*/ 1051840 h 1051840"/>
                <a:gd name="connsiteX0" fmla="*/ 0 w 647934"/>
                <a:gd name="connsiteY0" fmla="*/ 277685 h 1051840"/>
                <a:gd name="connsiteX1" fmla="*/ 330979 w 647934"/>
                <a:gd name="connsiteY1" fmla="*/ 0 h 1051840"/>
                <a:gd name="connsiteX2" fmla="*/ 560982 w 647934"/>
                <a:gd name="connsiteY2" fmla="*/ 171099 h 1051840"/>
                <a:gd name="connsiteX3" fmla="*/ 468420 w 647934"/>
                <a:gd name="connsiteY3" fmla="*/ 493663 h 1051840"/>
                <a:gd name="connsiteX4" fmla="*/ 647934 w 647934"/>
                <a:gd name="connsiteY4" fmla="*/ 793789 h 1051840"/>
                <a:gd name="connsiteX5" fmla="*/ 468420 w 647934"/>
                <a:gd name="connsiteY5" fmla="*/ 1051840 h 1051840"/>
                <a:gd name="connsiteX0" fmla="*/ 0 w 647937"/>
                <a:gd name="connsiteY0" fmla="*/ 277685 h 1051840"/>
                <a:gd name="connsiteX1" fmla="*/ 330979 w 647937"/>
                <a:gd name="connsiteY1" fmla="*/ 0 h 1051840"/>
                <a:gd name="connsiteX2" fmla="*/ 560982 w 647937"/>
                <a:gd name="connsiteY2" fmla="*/ 171099 h 1051840"/>
                <a:gd name="connsiteX3" fmla="*/ 468420 w 647937"/>
                <a:gd name="connsiteY3" fmla="*/ 493663 h 1051840"/>
                <a:gd name="connsiteX4" fmla="*/ 647934 w 647937"/>
                <a:gd name="connsiteY4" fmla="*/ 793789 h 1051840"/>
                <a:gd name="connsiteX5" fmla="*/ 468420 w 647937"/>
                <a:gd name="connsiteY5" fmla="*/ 1051840 h 1051840"/>
                <a:gd name="connsiteX0" fmla="*/ 0 w 647937"/>
                <a:gd name="connsiteY0" fmla="*/ 277685 h 1051840"/>
                <a:gd name="connsiteX1" fmla="*/ 330979 w 647937"/>
                <a:gd name="connsiteY1" fmla="*/ 0 h 1051840"/>
                <a:gd name="connsiteX2" fmla="*/ 560982 w 647937"/>
                <a:gd name="connsiteY2" fmla="*/ 171099 h 1051840"/>
                <a:gd name="connsiteX3" fmla="*/ 468420 w 647937"/>
                <a:gd name="connsiteY3" fmla="*/ 493663 h 1051840"/>
                <a:gd name="connsiteX4" fmla="*/ 647934 w 647937"/>
                <a:gd name="connsiteY4" fmla="*/ 793789 h 1051840"/>
                <a:gd name="connsiteX5" fmla="*/ 468420 w 647937"/>
                <a:gd name="connsiteY5" fmla="*/ 1051840 h 1051840"/>
                <a:gd name="connsiteX0" fmla="*/ 0 w 647937"/>
                <a:gd name="connsiteY0" fmla="*/ 277685 h 1035314"/>
                <a:gd name="connsiteX1" fmla="*/ 330979 w 647937"/>
                <a:gd name="connsiteY1" fmla="*/ 0 h 1035314"/>
                <a:gd name="connsiteX2" fmla="*/ 560982 w 647937"/>
                <a:gd name="connsiteY2" fmla="*/ 171099 h 1035314"/>
                <a:gd name="connsiteX3" fmla="*/ 468420 w 647937"/>
                <a:gd name="connsiteY3" fmla="*/ 493663 h 1035314"/>
                <a:gd name="connsiteX4" fmla="*/ 647934 w 647937"/>
                <a:gd name="connsiteY4" fmla="*/ 793789 h 1035314"/>
                <a:gd name="connsiteX5" fmla="*/ 465665 w 647937"/>
                <a:gd name="connsiteY5" fmla="*/ 1035314 h 1035314"/>
                <a:gd name="connsiteX0" fmla="*/ 0 w 642428"/>
                <a:gd name="connsiteY0" fmla="*/ 277685 h 1035314"/>
                <a:gd name="connsiteX1" fmla="*/ 330979 w 642428"/>
                <a:gd name="connsiteY1" fmla="*/ 0 h 1035314"/>
                <a:gd name="connsiteX2" fmla="*/ 560982 w 642428"/>
                <a:gd name="connsiteY2" fmla="*/ 171099 h 1035314"/>
                <a:gd name="connsiteX3" fmla="*/ 468420 w 642428"/>
                <a:gd name="connsiteY3" fmla="*/ 493663 h 1035314"/>
                <a:gd name="connsiteX4" fmla="*/ 642425 w 642428"/>
                <a:gd name="connsiteY4" fmla="*/ 769001 h 1035314"/>
                <a:gd name="connsiteX5" fmla="*/ 465665 w 642428"/>
                <a:gd name="connsiteY5" fmla="*/ 1035314 h 1035314"/>
                <a:gd name="connsiteX0" fmla="*/ 0 w 642428"/>
                <a:gd name="connsiteY0" fmla="*/ 277685 h 1035314"/>
                <a:gd name="connsiteX1" fmla="*/ 330979 w 642428"/>
                <a:gd name="connsiteY1" fmla="*/ 0 h 1035314"/>
                <a:gd name="connsiteX2" fmla="*/ 560982 w 642428"/>
                <a:gd name="connsiteY2" fmla="*/ 171099 h 1035314"/>
                <a:gd name="connsiteX3" fmla="*/ 468420 w 642428"/>
                <a:gd name="connsiteY3" fmla="*/ 493663 h 1035314"/>
                <a:gd name="connsiteX4" fmla="*/ 642425 w 642428"/>
                <a:gd name="connsiteY4" fmla="*/ 769001 h 1035314"/>
                <a:gd name="connsiteX5" fmla="*/ 465665 w 642428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489"/>
                <a:gd name="connsiteY0" fmla="*/ 277685 h 1035314"/>
                <a:gd name="connsiteX1" fmla="*/ 330979 w 642489"/>
                <a:gd name="connsiteY1" fmla="*/ 0 h 1035314"/>
                <a:gd name="connsiteX2" fmla="*/ 560982 w 642489"/>
                <a:gd name="connsiteY2" fmla="*/ 171099 h 1035314"/>
                <a:gd name="connsiteX3" fmla="*/ 446386 w 642489"/>
                <a:gd name="connsiteY3" fmla="*/ 490909 h 1035314"/>
                <a:gd name="connsiteX4" fmla="*/ 642425 w 642489"/>
                <a:gd name="connsiteY4" fmla="*/ 769001 h 1035314"/>
                <a:gd name="connsiteX5" fmla="*/ 465665 w 642489"/>
                <a:gd name="connsiteY5" fmla="*/ 1035314 h 1035314"/>
                <a:gd name="connsiteX0" fmla="*/ 0 w 642733"/>
                <a:gd name="connsiteY0" fmla="*/ 277685 h 1035314"/>
                <a:gd name="connsiteX1" fmla="*/ 330979 w 642733"/>
                <a:gd name="connsiteY1" fmla="*/ 0 h 1035314"/>
                <a:gd name="connsiteX2" fmla="*/ 560982 w 642733"/>
                <a:gd name="connsiteY2" fmla="*/ 171099 h 1035314"/>
                <a:gd name="connsiteX3" fmla="*/ 446386 w 642733"/>
                <a:gd name="connsiteY3" fmla="*/ 490909 h 1035314"/>
                <a:gd name="connsiteX4" fmla="*/ 642425 w 642733"/>
                <a:gd name="connsiteY4" fmla="*/ 769001 h 1035314"/>
                <a:gd name="connsiteX5" fmla="*/ 465665 w 642733"/>
                <a:gd name="connsiteY5" fmla="*/ 1035314 h 1035314"/>
                <a:gd name="connsiteX0" fmla="*/ 0 w 642733"/>
                <a:gd name="connsiteY0" fmla="*/ 277685 h 1035314"/>
                <a:gd name="connsiteX1" fmla="*/ 330979 w 642733"/>
                <a:gd name="connsiteY1" fmla="*/ 0 h 1035314"/>
                <a:gd name="connsiteX2" fmla="*/ 560982 w 642733"/>
                <a:gd name="connsiteY2" fmla="*/ 171099 h 1035314"/>
                <a:gd name="connsiteX3" fmla="*/ 446386 w 642733"/>
                <a:gd name="connsiteY3" fmla="*/ 490909 h 1035314"/>
                <a:gd name="connsiteX4" fmla="*/ 642425 w 642733"/>
                <a:gd name="connsiteY4" fmla="*/ 769001 h 1035314"/>
                <a:gd name="connsiteX5" fmla="*/ 465665 w 642733"/>
                <a:gd name="connsiteY5" fmla="*/ 1035314 h 1035314"/>
                <a:gd name="connsiteX0" fmla="*/ 0 w 642564"/>
                <a:gd name="connsiteY0" fmla="*/ 277685 h 1035314"/>
                <a:gd name="connsiteX1" fmla="*/ 330979 w 642564"/>
                <a:gd name="connsiteY1" fmla="*/ 0 h 1035314"/>
                <a:gd name="connsiteX2" fmla="*/ 560982 w 642564"/>
                <a:gd name="connsiteY2" fmla="*/ 171099 h 1035314"/>
                <a:gd name="connsiteX3" fmla="*/ 446386 w 642564"/>
                <a:gd name="connsiteY3" fmla="*/ 490909 h 1035314"/>
                <a:gd name="connsiteX4" fmla="*/ 642425 w 642564"/>
                <a:gd name="connsiteY4" fmla="*/ 769001 h 1035314"/>
                <a:gd name="connsiteX5" fmla="*/ 465665 w 642564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80359 h 1037988"/>
                <a:gd name="connsiteX1" fmla="*/ 330979 w 639815"/>
                <a:gd name="connsiteY1" fmla="*/ 2674 h 1037988"/>
                <a:gd name="connsiteX2" fmla="*/ 560982 w 639815"/>
                <a:gd name="connsiteY2" fmla="*/ 173773 h 1037988"/>
                <a:gd name="connsiteX3" fmla="*/ 446386 w 639815"/>
                <a:gd name="connsiteY3" fmla="*/ 493583 h 1037988"/>
                <a:gd name="connsiteX4" fmla="*/ 639670 w 639815"/>
                <a:gd name="connsiteY4" fmla="*/ 763412 h 1037988"/>
                <a:gd name="connsiteX5" fmla="*/ 465665 w 639815"/>
                <a:gd name="connsiteY5" fmla="*/ 1037988 h 1037988"/>
                <a:gd name="connsiteX0" fmla="*/ 0 w 639815"/>
                <a:gd name="connsiteY0" fmla="*/ 284735 h 1042364"/>
                <a:gd name="connsiteX1" fmla="*/ 330979 w 639815"/>
                <a:gd name="connsiteY1" fmla="*/ 7050 h 1042364"/>
                <a:gd name="connsiteX2" fmla="*/ 560982 w 639815"/>
                <a:gd name="connsiteY2" fmla="*/ 178149 h 1042364"/>
                <a:gd name="connsiteX3" fmla="*/ 446386 w 639815"/>
                <a:gd name="connsiteY3" fmla="*/ 497959 h 1042364"/>
                <a:gd name="connsiteX4" fmla="*/ 639670 w 639815"/>
                <a:gd name="connsiteY4" fmla="*/ 767788 h 1042364"/>
                <a:gd name="connsiteX5" fmla="*/ 465665 w 639815"/>
                <a:gd name="connsiteY5" fmla="*/ 1042364 h 1042364"/>
                <a:gd name="connsiteX0" fmla="*/ 0 w 639815"/>
                <a:gd name="connsiteY0" fmla="*/ 284735 h 1042364"/>
                <a:gd name="connsiteX1" fmla="*/ 330979 w 639815"/>
                <a:gd name="connsiteY1" fmla="*/ 7050 h 1042364"/>
                <a:gd name="connsiteX2" fmla="*/ 560982 w 639815"/>
                <a:gd name="connsiteY2" fmla="*/ 178149 h 1042364"/>
                <a:gd name="connsiteX3" fmla="*/ 446386 w 639815"/>
                <a:gd name="connsiteY3" fmla="*/ 497959 h 1042364"/>
                <a:gd name="connsiteX4" fmla="*/ 639670 w 639815"/>
                <a:gd name="connsiteY4" fmla="*/ 767788 h 1042364"/>
                <a:gd name="connsiteX5" fmla="*/ 465665 w 639815"/>
                <a:gd name="connsiteY5" fmla="*/ 1042364 h 1042364"/>
                <a:gd name="connsiteX0" fmla="*/ 0 w 639815"/>
                <a:gd name="connsiteY0" fmla="*/ 278763 h 1036392"/>
                <a:gd name="connsiteX1" fmla="*/ 330979 w 639815"/>
                <a:gd name="connsiteY1" fmla="*/ 1078 h 1036392"/>
                <a:gd name="connsiteX2" fmla="*/ 560982 w 639815"/>
                <a:gd name="connsiteY2" fmla="*/ 172177 h 1036392"/>
                <a:gd name="connsiteX3" fmla="*/ 446386 w 639815"/>
                <a:gd name="connsiteY3" fmla="*/ 491987 h 1036392"/>
                <a:gd name="connsiteX4" fmla="*/ 639670 w 639815"/>
                <a:gd name="connsiteY4" fmla="*/ 761816 h 1036392"/>
                <a:gd name="connsiteX5" fmla="*/ 465665 w 639815"/>
                <a:gd name="connsiteY5" fmla="*/ 1036392 h 1036392"/>
                <a:gd name="connsiteX0" fmla="*/ 0 w 639815"/>
                <a:gd name="connsiteY0" fmla="*/ 280192 h 1037821"/>
                <a:gd name="connsiteX1" fmla="*/ 330979 w 639815"/>
                <a:gd name="connsiteY1" fmla="*/ 2507 h 1037821"/>
                <a:gd name="connsiteX2" fmla="*/ 560982 w 639815"/>
                <a:gd name="connsiteY2" fmla="*/ 173606 h 1037821"/>
                <a:gd name="connsiteX3" fmla="*/ 446386 w 639815"/>
                <a:gd name="connsiteY3" fmla="*/ 493416 h 1037821"/>
                <a:gd name="connsiteX4" fmla="*/ 639670 w 639815"/>
                <a:gd name="connsiteY4" fmla="*/ 763245 h 1037821"/>
                <a:gd name="connsiteX5" fmla="*/ 465665 w 639815"/>
                <a:gd name="connsiteY5" fmla="*/ 1037821 h 1037821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26 w 639841"/>
                <a:gd name="connsiteY0" fmla="*/ 279060 h 1036689"/>
                <a:gd name="connsiteX1" fmla="*/ 331005 w 639841"/>
                <a:gd name="connsiteY1" fmla="*/ 1375 h 1036689"/>
                <a:gd name="connsiteX2" fmla="*/ 561008 w 639841"/>
                <a:gd name="connsiteY2" fmla="*/ 172474 h 1036689"/>
                <a:gd name="connsiteX3" fmla="*/ 446412 w 639841"/>
                <a:gd name="connsiteY3" fmla="*/ 492284 h 1036689"/>
                <a:gd name="connsiteX4" fmla="*/ 639696 w 639841"/>
                <a:gd name="connsiteY4" fmla="*/ 762113 h 1036689"/>
                <a:gd name="connsiteX5" fmla="*/ 465691 w 639841"/>
                <a:gd name="connsiteY5" fmla="*/ 1036689 h 1036689"/>
                <a:gd name="connsiteX0" fmla="*/ 26 w 639841"/>
                <a:gd name="connsiteY0" fmla="*/ 279103 h 1036732"/>
                <a:gd name="connsiteX1" fmla="*/ 331005 w 639841"/>
                <a:gd name="connsiteY1" fmla="*/ 1418 h 1036732"/>
                <a:gd name="connsiteX2" fmla="*/ 561008 w 639841"/>
                <a:gd name="connsiteY2" fmla="*/ 172517 h 1036732"/>
                <a:gd name="connsiteX3" fmla="*/ 446412 w 639841"/>
                <a:gd name="connsiteY3" fmla="*/ 492327 h 1036732"/>
                <a:gd name="connsiteX4" fmla="*/ 639696 w 639841"/>
                <a:gd name="connsiteY4" fmla="*/ 762156 h 1036732"/>
                <a:gd name="connsiteX5" fmla="*/ 465691 w 639841"/>
                <a:gd name="connsiteY5" fmla="*/ 1036732 h 1036732"/>
                <a:gd name="connsiteX0" fmla="*/ 26 w 639841"/>
                <a:gd name="connsiteY0" fmla="*/ 279060 h 1036689"/>
                <a:gd name="connsiteX1" fmla="*/ 331005 w 639841"/>
                <a:gd name="connsiteY1" fmla="*/ 1375 h 1036689"/>
                <a:gd name="connsiteX2" fmla="*/ 561008 w 639841"/>
                <a:gd name="connsiteY2" fmla="*/ 172474 h 1036689"/>
                <a:gd name="connsiteX3" fmla="*/ 446412 w 639841"/>
                <a:gd name="connsiteY3" fmla="*/ 492284 h 1036689"/>
                <a:gd name="connsiteX4" fmla="*/ 639696 w 639841"/>
                <a:gd name="connsiteY4" fmla="*/ 762113 h 1036689"/>
                <a:gd name="connsiteX5" fmla="*/ 465691 w 639841"/>
                <a:gd name="connsiteY5" fmla="*/ 1036689 h 1036689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40 w 620576"/>
                <a:gd name="connsiteY0" fmla="*/ 296331 h 1037435"/>
                <a:gd name="connsiteX1" fmla="*/ 311740 w 620576"/>
                <a:gd name="connsiteY1" fmla="*/ 2121 h 1037435"/>
                <a:gd name="connsiteX2" fmla="*/ 541743 w 620576"/>
                <a:gd name="connsiteY2" fmla="*/ 173220 h 1037435"/>
                <a:gd name="connsiteX3" fmla="*/ 427147 w 620576"/>
                <a:gd name="connsiteY3" fmla="*/ 493030 h 1037435"/>
                <a:gd name="connsiteX4" fmla="*/ 620431 w 620576"/>
                <a:gd name="connsiteY4" fmla="*/ 762859 h 1037435"/>
                <a:gd name="connsiteX5" fmla="*/ 446426 w 620576"/>
                <a:gd name="connsiteY5" fmla="*/ 1037435 h 1037435"/>
                <a:gd name="connsiteX0" fmla="*/ 5008 w 625544"/>
                <a:gd name="connsiteY0" fmla="*/ 297012 h 1038116"/>
                <a:gd name="connsiteX1" fmla="*/ 316708 w 625544"/>
                <a:gd name="connsiteY1" fmla="*/ 2802 h 1038116"/>
                <a:gd name="connsiteX2" fmla="*/ 546711 w 625544"/>
                <a:gd name="connsiteY2" fmla="*/ 173901 h 1038116"/>
                <a:gd name="connsiteX3" fmla="*/ 432115 w 625544"/>
                <a:gd name="connsiteY3" fmla="*/ 493711 h 1038116"/>
                <a:gd name="connsiteX4" fmla="*/ 625399 w 625544"/>
                <a:gd name="connsiteY4" fmla="*/ 763540 h 1038116"/>
                <a:gd name="connsiteX5" fmla="*/ 451394 w 625544"/>
                <a:gd name="connsiteY5" fmla="*/ 1038116 h 1038116"/>
                <a:gd name="connsiteX0" fmla="*/ 5008 w 625544"/>
                <a:gd name="connsiteY0" fmla="*/ 299704 h 1040808"/>
                <a:gd name="connsiteX1" fmla="*/ 316708 w 625544"/>
                <a:gd name="connsiteY1" fmla="*/ 2739 h 1040808"/>
                <a:gd name="connsiteX2" fmla="*/ 546711 w 625544"/>
                <a:gd name="connsiteY2" fmla="*/ 176593 h 1040808"/>
                <a:gd name="connsiteX3" fmla="*/ 432115 w 625544"/>
                <a:gd name="connsiteY3" fmla="*/ 496403 h 1040808"/>
                <a:gd name="connsiteX4" fmla="*/ 625399 w 625544"/>
                <a:gd name="connsiteY4" fmla="*/ 766232 h 1040808"/>
                <a:gd name="connsiteX5" fmla="*/ 451394 w 625544"/>
                <a:gd name="connsiteY5" fmla="*/ 1040808 h 1040808"/>
                <a:gd name="connsiteX0" fmla="*/ 4206 w 624742"/>
                <a:gd name="connsiteY0" fmla="*/ 298093 h 1039197"/>
                <a:gd name="connsiteX1" fmla="*/ 315906 w 624742"/>
                <a:gd name="connsiteY1" fmla="*/ 1128 h 1039197"/>
                <a:gd name="connsiteX2" fmla="*/ 545909 w 624742"/>
                <a:gd name="connsiteY2" fmla="*/ 174982 h 1039197"/>
                <a:gd name="connsiteX3" fmla="*/ 431313 w 624742"/>
                <a:gd name="connsiteY3" fmla="*/ 494792 h 1039197"/>
                <a:gd name="connsiteX4" fmla="*/ 624597 w 624742"/>
                <a:gd name="connsiteY4" fmla="*/ 764621 h 1039197"/>
                <a:gd name="connsiteX5" fmla="*/ 450592 w 624742"/>
                <a:gd name="connsiteY5" fmla="*/ 1039197 h 1039197"/>
                <a:gd name="connsiteX0" fmla="*/ 4206 w 624742"/>
                <a:gd name="connsiteY0" fmla="*/ 298093 h 1039197"/>
                <a:gd name="connsiteX1" fmla="*/ 315906 w 624742"/>
                <a:gd name="connsiteY1" fmla="*/ 1128 h 1039197"/>
                <a:gd name="connsiteX2" fmla="*/ 545909 w 624742"/>
                <a:gd name="connsiteY2" fmla="*/ 174982 h 1039197"/>
                <a:gd name="connsiteX3" fmla="*/ 431313 w 624742"/>
                <a:gd name="connsiteY3" fmla="*/ 494792 h 1039197"/>
                <a:gd name="connsiteX4" fmla="*/ 624597 w 624742"/>
                <a:gd name="connsiteY4" fmla="*/ 764621 h 1039197"/>
                <a:gd name="connsiteX5" fmla="*/ 450592 w 624742"/>
                <a:gd name="connsiteY5" fmla="*/ 1039197 h 1039197"/>
                <a:gd name="connsiteX0" fmla="*/ 4206 w 625023"/>
                <a:gd name="connsiteY0" fmla="*/ 298093 h 1039197"/>
                <a:gd name="connsiteX1" fmla="*/ 315906 w 625023"/>
                <a:gd name="connsiteY1" fmla="*/ 1128 h 1039197"/>
                <a:gd name="connsiteX2" fmla="*/ 545909 w 625023"/>
                <a:gd name="connsiteY2" fmla="*/ 174982 h 1039197"/>
                <a:gd name="connsiteX3" fmla="*/ 431313 w 625023"/>
                <a:gd name="connsiteY3" fmla="*/ 494792 h 1039197"/>
                <a:gd name="connsiteX4" fmla="*/ 624597 w 625023"/>
                <a:gd name="connsiteY4" fmla="*/ 764621 h 1039197"/>
                <a:gd name="connsiteX5" fmla="*/ 450592 w 625023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5059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5059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25804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417542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417542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399268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399268 w 641503"/>
                <a:gd name="connsiteY5" fmla="*/ 1039197 h 103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1503" h="1039197">
                  <a:moveTo>
                    <a:pt x="4206" y="298093"/>
                  </a:moveTo>
                  <a:cubicBezTo>
                    <a:pt x="-31441" y="73328"/>
                    <a:pt x="167021" y="-10969"/>
                    <a:pt x="315906" y="1128"/>
                  </a:cubicBezTo>
                  <a:cubicBezTo>
                    <a:pt x="428380" y="8585"/>
                    <a:pt x="527080" y="95916"/>
                    <a:pt x="545909" y="174982"/>
                  </a:cubicBezTo>
                  <a:cubicBezTo>
                    <a:pt x="579319" y="262305"/>
                    <a:pt x="557648" y="418486"/>
                    <a:pt x="431313" y="494792"/>
                  </a:cubicBezTo>
                  <a:cubicBezTo>
                    <a:pt x="576532" y="548013"/>
                    <a:pt x="647384" y="650808"/>
                    <a:pt x="641122" y="764621"/>
                  </a:cubicBezTo>
                  <a:cubicBezTo>
                    <a:pt x="633615" y="919493"/>
                    <a:pt x="546235" y="1010014"/>
                    <a:pt x="399268" y="1039197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5358CD66-FFCF-4EDE-92F0-4E8F5EAF8F6D}"/>
                </a:ext>
              </a:extLst>
            </p:cNvPr>
            <p:cNvSpPr/>
            <p:nvPr/>
          </p:nvSpPr>
          <p:spPr>
            <a:xfrm>
              <a:off x="6153240" y="3948272"/>
              <a:ext cx="785355" cy="780891"/>
            </a:xfrm>
            <a:custGeom>
              <a:avLst/>
              <a:gdLst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379321 w 970498"/>
                <a:gd name="connsiteY7" fmla="*/ 59964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379321 w 970498"/>
                <a:gd name="connsiteY7" fmla="*/ 599641 h 925619"/>
                <a:gd name="connsiteX0" fmla="*/ 344345 w 1031548"/>
                <a:gd name="connsiteY0" fmla="*/ 213173 h 925619"/>
                <a:gd name="connsiteX1" fmla="*/ 532274 w 1031548"/>
                <a:gd name="connsiteY1" fmla="*/ 0 h 925619"/>
                <a:gd name="connsiteX2" fmla="*/ 672519 w 1031548"/>
                <a:gd name="connsiteY2" fmla="*/ 311345 h 925619"/>
                <a:gd name="connsiteX3" fmla="*/ 1031548 w 1031548"/>
                <a:gd name="connsiteY3" fmla="*/ 535737 h 925619"/>
                <a:gd name="connsiteX4" fmla="*/ 599592 w 1031548"/>
                <a:gd name="connsiteY4" fmla="*/ 925619 h 925619"/>
                <a:gd name="connsiteX5" fmla="*/ 61050 w 1031548"/>
                <a:gd name="connsiteY5" fmla="*/ 852692 h 925619"/>
                <a:gd name="connsiteX6" fmla="*/ 102819 w 1031548"/>
                <a:gd name="connsiteY6" fmla="*/ 395289 h 925619"/>
                <a:gd name="connsiteX7" fmla="*/ 440371 w 1031548"/>
                <a:gd name="connsiteY7" fmla="*/ 599641 h 925619"/>
                <a:gd name="connsiteX0" fmla="*/ 344345 w 1031548"/>
                <a:gd name="connsiteY0" fmla="*/ 213173 h 925619"/>
                <a:gd name="connsiteX1" fmla="*/ 532274 w 1031548"/>
                <a:gd name="connsiteY1" fmla="*/ 0 h 925619"/>
                <a:gd name="connsiteX2" fmla="*/ 672519 w 1031548"/>
                <a:gd name="connsiteY2" fmla="*/ 311345 h 925619"/>
                <a:gd name="connsiteX3" fmla="*/ 1031548 w 1031548"/>
                <a:gd name="connsiteY3" fmla="*/ 535737 h 925619"/>
                <a:gd name="connsiteX4" fmla="*/ 599592 w 1031548"/>
                <a:gd name="connsiteY4" fmla="*/ 925619 h 925619"/>
                <a:gd name="connsiteX5" fmla="*/ 61050 w 1031548"/>
                <a:gd name="connsiteY5" fmla="*/ 852692 h 925619"/>
                <a:gd name="connsiteX6" fmla="*/ 102819 w 1031548"/>
                <a:gd name="connsiteY6" fmla="*/ 395289 h 925619"/>
                <a:gd name="connsiteX7" fmla="*/ 440371 w 1031548"/>
                <a:gd name="connsiteY7" fmla="*/ 599641 h 925619"/>
                <a:gd name="connsiteX0" fmla="*/ 347877 w 1035080"/>
                <a:gd name="connsiteY0" fmla="*/ 213173 h 925619"/>
                <a:gd name="connsiteX1" fmla="*/ 535806 w 1035080"/>
                <a:gd name="connsiteY1" fmla="*/ 0 h 925619"/>
                <a:gd name="connsiteX2" fmla="*/ 676051 w 1035080"/>
                <a:gd name="connsiteY2" fmla="*/ 311345 h 925619"/>
                <a:gd name="connsiteX3" fmla="*/ 1035080 w 1035080"/>
                <a:gd name="connsiteY3" fmla="*/ 535737 h 925619"/>
                <a:gd name="connsiteX4" fmla="*/ 603124 w 1035080"/>
                <a:gd name="connsiteY4" fmla="*/ 925619 h 925619"/>
                <a:gd name="connsiteX5" fmla="*/ 53565 w 1035080"/>
                <a:gd name="connsiteY5" fmla="*/ 871971 h 925619"/>
                <a:gd name="connsiteX6" fmla="*/ 106351 w 1035080"/>
                <a:gd name="connsiteY6" fmla="*/ 395289 h 925619"/>
                <a:gd name="connsiteX7" fmla="*/ 443903 w 1035080"/>
                <a:gd name="connsiteY7" fmla="*/ 599641 h 925619"/>
                <a:gd name="connsiteX0" fmla="*/ 375671 w 1062874"/>
                <a:gd name="connsiteY0" fmla="*/ 213173 h 925619"/>
                <a:gd name="connsiteX1" fmla="*/ 563600 w 1062874"/>
                <a:gd name="connsiteY1" fmla="*/ 0 h 925619"/>
                <a:gd name="connsiteX2" fmla="*/ 703845 w 1062874"/>
                <a:gd name="connsiteY2" fmla="*/ 311345 h 925619"/>
                <a:gd name="connsiteX3" fmla="*/ 1062874 w 1062874"/>
                <a:gd name="connsiteY3" fmla="*/ 535737 h 925619"/>
                <a:gd name="connsiteX4" fmla="*/ 630918 w 1062874"/>
                <a:gd name="connsiteY4" fmla="*/ 925619 h 925619"/>
                <a:gd name="connsiteX5" fmla="*/ 81359 w 1062874"/>
                <a:gd name="connsiteY5" fmla="*/ 871971 h 925619"/>
                <a:gd name="connsiteX6" fmla="*/ 134145 w 1062874"/>
                <a:gd name="connsiteY6" fmla="*/ 395289 h 925619"/>
                <a:gd name="connsiteX7" fmla="*/ 471697 w 1062874"/>
                <a:gd name="connsiteY7" fmla="*/ 599641 h 925619"/>
                <a:gd name="connsiteX0" fmla="*/ 375671 w 1062874"/>
                <a:gd name="connsiteY0" fmla="*/ 213173 h 973239"/>
                <a:gd name="connsiteX1" fmla="*/ 563600 w 1062874"/>
                <a:gd name="connsiteY1" fmla="*/ 0 h 973239"/>
                <a:gd name="connsiteX2" fmla="*/ 703845 w 1062874"/>
                <a:gd name="connsiteY2" fmla="*/ 311345 h 973239"/>
                <a:gd name="connsiteX3" fmla="*/ 1062874 w 1062874"/>
                <a:gd name="connsiteY3" fmla="*/ 535737 h 973239"/>
                <a:gd name="connsiteX4" fmla="*/ 630918 w 1062874"/>
                <a:gd name="connsiteY4" fmla="*/ 925619 h 973239"/>
                <a:gd name="connsiteX5" fmla="*/ 81359 w 1062874"/>
                <a:gd name="connsiteY5" fmla="*/ 871971 h 973239"/>
                <a:gd name="connsiteX6" fmla="*/ 134145 w 1062874"/>
                <a:gd name="connsiteY6" fmla="*/ 395289 h 973239"/>
                <a:gd name="connsiteX7" fmla="*/ 471697 w 1062874"/>
                <a:gd name="connsiteY7" fmla="*/ 599641 h 973239"/>
                <a:gd name="connsiteX0" fmla="*/ 375671 w 1062874"/>
                <a:gd name="connsiteY0" fmla="*/ 213173 h 973239"/>
                <a:gd name="connsiteX1" fmla="*/ 563600 w 1062874"/>
                <a:gd name="connsiteY1" fmla="*/ 0 h 973239"/>
                <a:gd name="connsiteX2" fmla="*/ 703845 w 1062874"/>
                <a:gd name="connsiteY2" fmla="*/ 311345 h 973239"/>
                <a:gd name="connsiteX3" fmla="*/ 1062874 w 1062874"/>
                <a:gd name="connsiteY3" fmla="*/ 535737 h 973239"/>
                <a:gd name="connsiteX4" fmla="*/ 606130 w 1062874"/>
                <a:gd name="connsiteY4" fmla="*/ 925619 h 973239"/>
                <a:gd name="connsiteX5" fmla="*/ 81359 w 1062874"/>
                <a:gd name="connsiteY5" fmla="*/ 871971 h 973239"/>
                <a:gd name="connsiteX6" fmla="*/ 134145 w 1062874"/>
                <a:gd name="connsiteY6" fmla="*/ 395289 h 973239"/>
                <a:gd name="connsiteX7" fmla="*/ 471697 w 1062874"/>
                <a:gd name="connsiteY7" fmla="*/ 599641 h 973239"/>
                <a:gd name="connsiteX0" fmla="*/ 375671 w 1062874"/>
                <a:gd name="connsiteY0" fmla="*/ 213173 h 979036"/>
                <a:gd name="connsiteX1" fmla="*/ 563600 w 1062874"/>
                <a:gd name="connsiteY1" fmla="*/ 0 h 979036"/>
                <a:gd name="connsiteX2" fmla="*/ 703845 w 1062874"/>
                <a:gd name="connsiteY2" fmla="*/ 311345 h 979036"/>
                <a:gd name="connsiteX3" fmla="*/ 1062874 w 1062874"/>
                <a:gd name="connsiteY3" fmla="*/ 535737 h 979036"/>
                <a:gd name="connsiteX4" fmla="*/ 597867 w 1062874"/>
                <a:gd name="connsiteY4" fmla="*/ 942144 h 979036"/>
                <a:gd name="connsiteX5" fmla="*/ 81359 w 1062874"/>
                <a:gd name="connsiteY5" fmla="*/ 871971 h 979036"/>
                <a:gd name="connsiteX6" fmla="*/ 134145 w 1062874"/>
                <a:gd name="connsiteY6" fmla="*/ 395289 h 979036"/>
                <a:gd name="connsiteX7" fmla="*/ 471697 w 1062874"/>
                <a:gd name="connsiteY7" fmla="*/ 599641 h 979036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33999"/>
                <a:gd name="connsiteX1" fmla="*/ 563600 w 1062874"/>
                <a:gd name="connsiteY1" fmla="*/ 0 h 1033999"/>
                <a:gd name="connsiteX2" fmla="*/ 703845 w 1062874"/>
                <a:gd name="connsiteY2" fmla="*/ 311345 h 1033999"/>
                <a:gd name="connsiteX3" fmla="*/ 1062874 w 1062874"/>
                <a:gd name="connsiteY3" fmla="*/ 535737 h 1033999"/>
                <a:gd name="connsiteX4" fmla="*/ 597867 w 1062874"/>
                <a:gd name="connsiteY4" fmla="*/ 942144 h 1033999"/>
                <a:gd name="connsiteX5" fmla="*/ 81359 w 1062874"/>
                <a:gd name="connsiteY5" fmla="*/ 871971 h 1033999"/>
                <a:gd name="connsiteX6" fmla="*/ 134145 w 1062874"/>
                <a:gd name="connsiteY6" fmla="*/ 395289 h 1033999"/>
                <a:gd name="connsiteX7" fmla="*/ 471697 w 1062874"/>
                <a:gd name="connsiteY7" fmla="*/ 599641 h 1033999"/>
                <a:gd name="connsiteX0" fmla="*/ 363975 w 1051178"/>
                <a:gd name="connsiteY0" fmla="*/ 213173 h 1033999"/>
                <a:gd name="connsiteX1" fmla="*/ 551904 w 1051178"/>
                <a:gd name="connsiteY1" fmla="*/ 0 h 1033999"/>
                <a:gd name="connsiteX2" fmla="*/ 692149 w 1051178"/>
                <a:gd name="connsiteY2" fmla="*/ 311345 h 1033999"/>
                <a:gd name="connsiteX3" fmla="*/ 1051178 w 1051178"/>
                <a:gd name="connsiteY3" fmla="*/ 535737 h 1033999"/>
                <a:gd name="connsiteX4" fmla="*/ 586171 w 1051178"/>
                <a:gd name="connsiteY4" fmla="*/ 942144 h 1033999"/>
                <a:gd name="connsiteX5" fmla="*/ 69663 w 1051178"/>
                <a:gd name="connsiteY5" fmla="*/ 871971 h 1033999"/>
                <a:gd name="connsiteX6" fmla="*/ 122449 w 1051178"/>
                <a:gd name="connsiteY6" fmla="*/ 395289 h 1033999"/>
                <a:gd name="connsiteX7" fmla="*/ 460001 w 1051178"/>
                <a:gd name="connsiteY7" fmla="*/ 599641 h 1033999"/>
                <a:gd name="connsiteX0" fmla="*/ 363975 w 1051178"/>
                <a:gd name="connsiteY0" fmla="*/ 213173 h 1030327"/>
                <a:gd name="connsiteX1" fmla="*/ 551904 w 1051178"/>
                <a:gd name="connsiteY1" fmla="*/ 0 h 1030327"/>
                <a:gd name="connsiteX2" fmla="*/ 692149 w 1051178"/>
                <a:gd name="connsiteY2" fmla="*/ 311345 h 1030327"/>
                <a:gd name="connsiteX3" fmla="*/ 1051178 w 1051178"/>
                <a:gd name="connsiteY3" fmla="*/ 535737 h 1030327"/>
                <a:gd name="connsiteX4" fmla="*/ 613713 w 1051178"/>
                <a:gd name="connsiteY4" fmla="*/ 936636 h 1030327"/>
                <a:gd name="connsiteX5" fmla="*/ 69663 w 1051178"/>
                <a:gd name="connsiteY5" fmla="*/ 871971 h 1030327"/>
                <a:gd name="connsiteX6" fmla="*/ 122449 w 1051178"/>
                <a:gd name="connsiteY6" fmla="*/ 395289 h 1030327"/>
                <a:gd name="connsiteX7" fmla="*/ 460001 w 1051178"/>
                <a:gd name="connsiteY7" fmla="*/ 599641 h 1030327"/>
                <a:gd name="connsiteX0" fmla="*/ 363975 w 1051178"/>
                <a:gd name="connsiteY0" fmla="*/ 213173 h 1030327"/>
                <a:gd name="connsiteX1" fmla="*/ 551904 w 1051178"/>
                <a:gd name="connsiteY1" fmla="*/ 0 h 1030327"/>
                <a:gd name="connsiteX2" fmla="*/ 692149 w 1051178"/>
                <a:gd name="connsiteY2" fmla="*/ 311345 h 1030327"/>
                <a:gd name="connsiteX3" fmla="*/ 1051178 w 1051178"/>
                <a:gd name="connsiteY3" fmla="*/ 535737 h 1030327"/>
                <a:gd name="connsiteX4" fmla="*/ 613713 w 1051178"/>
                <a:gd name="connsiteY4" fmla="*/ 936636 h 1030327"/>
                <a:gd name="connsiteX5" fmla="*/ 69663 w 1051178"/>
                <a:gd name="connsiteY5" fmla="*/ 871971 h 1030327"/>
                <a:gd name="connsiteX6" fmla="*/ 122449 w 1051178"/>
                <a:gd name="connsiteY6" fmla="*/ 395289 h 1030327"/>
                <a:gd name="connsiteX7" fmla="*/ 460001 w 1051178"/>
                <a:gd name="connsiteY7" fmla="*/ 599641 h 1030327"/>
                <a:gd name="connsiteX0" fmla="*/ 363975 w 1034653"/>
                <a:gd name="connsiteY0" fmla="*/ 213173 h 1030327"/>
                <a:gd name="connsiteX1" fmla="*/ 551904 w 1034653"/>
                <a:gd name="connsiteY1" fmla="*/ 0 h 1030327"/>
                <a:gd name="connsiteX2" fmla="*/ 692149 w 1034653"/>
                <a:gd name="connsiteY2" fmla="*/ 311345 h 1030327"/>
                <a:gd name="connsiteX3" fmla="*/ 1034653 w 1034653"/>
                <a:gd name="connsiteY3" fmla="*/ 538491 h 1030327"/>
                <a:gd name="connsiteX4" fmla="*/ 613713 w 1034653"/>
                <a:gd name="connsiteY4" fmla="*/ 936636 h 1030327"/>
                <a:gd name="connsiteX5" fmla="*/ 69663 w 1034653"/>
                <a:gd name="connsiteY5" fmla="*/ 871971 h 1030327"/>
                <a:gd name="connsiteX6" fmla="*/ 122449 w 1034653"/>
                <a:gd name="connsiteY6" fmla="*/ 395289 h 1030327"/>
                <a:gd name="connsiteX7" fmla="*/ 460001 w 1034653"/>
                <a:gd name="connsiteY7" fmla="*/ 599641 h 1030327"/>
                <a:gd name="connsiteX0" fmla="*/ 363975 w 1037690"/>
                <a:gd name="connsiteY0" fmla="*/ 213173 h 1030327"/>
                <a:gd name="connsiteX1" fmla="*/ 551904 w 1037690"/>
                <a:gd name="connsiteY1" fmla="*/ 0 h 1030327"/>
                <a:gd name="connsiteX2" fmla="*/ 692149 w 1037690"/>
                <a:gd name="connsiteY2" fmla="*/ 311345 h 1030327"/>
                <a:gd name="connsiteX3" fmla="*/ 1034653 w 1037690"/>
                <a:gd name="connsiteY3" fmla="*/ 538491 h 1030327"/>
                <a:gd name="connsiteX4" fmla="*/ 613713 w 1037690"/>
                <a:gd name="connsiteY4" fmla="*/ 936636 h 1030327"/>
                <a:gd name="connsiteX5" fmla="*/ 69663 w 1037690"/>
                <a:gd name="connsiteY5" fmla="*/ 871971 h 1030327"/>
                <a:gd name="connsiteX6" fmla="*/ 122449 w 1037690"/>
                <a:gd name="connsiteY6" fmla="*/ 395289 h 1030327"/>
                <a:gd name="connsiteX7" fmla="*/ 460001 w 1037690"/>
                <a:gd name="connsiteY7" fmla="*/ 599641 h 1030327"/>
                <a:gd name="connsiteX0" fmla="*/ 363975 w 1037917"/>
                <a:gd name="connsiteY0" fmla="*/ 213173 h 1030327"/>
                <a:gd name="connsiteX1" fmla="*/ 551904 w 1037917"/>
                <a:gd name="connsiteY1" fmla="*/ 0 h 1030327"/>
                <a:gd name="connsiteX2" fmla="*/ 692149 w 1037917"/>
                <a:gd name="connsiteY2" fmla="*/ 311345 h 1030327"/>
                <a:gd name="connsiteX3" fmla="*/ 1034653 w 1037917"/>
                <a:gd name="connsiteY3" fmla="*/ 538491 h 1030327"/>
                <a:gd name="connsiteX4" fmla="*/ 613713 w 1037917"/>
                <a:gd name="connsiteY4" fmla="*/ 936636 h 1030327"/>
                <a:gd name="connsiteX5" fmla="*/ 69663 w 1037917"/>
                <a:gd name="connsiteY5" fmla="*/ 871971 h 1030327"/>
                <a:gd name="connsiteX6" fmla="*/ 122449 w 1037917"/>
                <a:gd name="connsiteY6" fmla="*/ 395289 h 1030327"/>
                <a:gd name="connsiteX7" fmla="*/ 460001 w 1037917"/>
                <a:gd name="connsiteY7" fmla="*/ 599641 h 1030327"/>
                <a:gd name="connsiteX0" fmla="*/ 363975 w 1046257"/>
                <a:gd name="connsiteY0" fmla="*/ 213173 h 1030327"/>
                <a:gd name="connsiteX1" fmla="*/ 551904 w 1046257"/>
                <a:gd name="connsiteY1" fmla="*/ 0 h 1030327"/>
                <a:gd name="connsiteX2" fmla="*/ 692149 w 1046257"/>
                <a:gd name="connsiteY2" fmla="*/ 311345 h 1030327"/>
                <a:gd name="connsiteX3" fmla="*/ 1034653 w 1046257"/>
                <a:gd name="connsiteY3" fmla="*/ 538491 h 1030327"/>
                <a:gd name="connsiteX4" fmla="*/ 613713 w 1046257"/>
                <a:gd name="connsiteY4" fmla="*/ 936636 h 1030327"/>
                <a:gd name="connsiteX5" fmla="*/ 69663 w 1046257"/>
                <a:gd name="connsiteY5" fmla="*/ 871971 h 1030327"/>
                <a:gd name="connsiteX6" fmla="*/ 122449 w 1046257"/>
                <a:gd name="connsiteY6" fmla="*/ 395289 h 1030327"/>
                <a:gd name="connsiteX7" fmla="*/ 460001 w 1046257"/>
                <a:gd name="connsiteY7" fmla="*/ 599641 h 1030327"/>
                <a:gd name="connsiteX0" fmla="*/ 363975 w 1046257"/>
                <a:gd name="connsiteY0" fmla="*/ 213173 h 1030327"/>
                <a:gd name="connsiteX1" fmla="*/ 551904 w 1046257"/>
                <a:gd name="connsiteY1" fmla="*/ 0 h 1030327"/>
                <a:gd name="connsiteX2" fmla="*/ 692149 w 1046257"/>
                <a:gd name="connsiteY2" fmla="*/ 311345 h 1030327"/>
                <a:gd name="connsiteX3" fmla="*/ 1034653 w 1046257"/>
                <a:gd name="connsiteY3" fmla="*/ 538491 h 1030327"/>
                <a:gd name="connsiteX4" fmla="*/ 613713 w 1046257"/>
                <a:gd name="connsiteY4" fmla="*/ 936636 h 1030327"/>
                <a:gd name="connsiteX5" fmla="*/ 69663 w 1046257"/>
                <a:gd name="connsiteY5" fmla="*/ 871971 h 1030327"/>
                <a:gd name="connsiteX6" fmla="*/ 122449 w 1046257"/>
                <a:gd name="connsiteY6" fmla="*/ 395289 h 1030327"/>
                <a:gd name="connsiteX7" fmla="*/ 460001 w 1046257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92149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92149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270 h 1030424"/>
                <a:gd name="connsiteX1" fmla="*/ 551904 w 1041370"/>
                <a:gd name="connsiteY1" fmla="*/ 97 h 1030424"/>
                <a:gd name="connsiteX2" fmla="*/ 675624 w 1041370"/>
                <a:gd name="connsiteY2" fmla="*/ 300425 h 1030424"/>
                <a:gd name="connsiteX3" fmla="*/ 1034653 w 1041370"/>
                <a:gd name="connsiteY3" fmla="*/ 538588 h 1030424"/>
                <a:gd name="connsiteX4" fmla="*/ 613713 w 1041370"/>
                <a:gd name="connsiteY4" fmla="*/ 936733 h 1030424"/>
                <a:gd name="connsiteX5" fmla="*/ 69663 w 1041370"/>
                <a:gd name="connsiteY5" fmla="*/ 872068 h 1030424"/>
                <a:gd name="connsiteX6" fmla="*/ 122449 w 1041370"/>
                <a:gd name="connsiteY6" fmla="*/ 395386 h 1030424"/>
                <a:gd name="connsiteX7" fmla="*/ 460001 w 1041370"/>
                <a:gd name="connsiteY7" fmla="*/ 599738 h 1030424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266"/>
                <a:gd name="connsiteY0" fmla="*/ 237961 h 1016230"/>
                <a:gd name="connsiteX1" fmla="*/ 551904 w 1041266"/>
                <a:gd name="connsiteY1" fmla="*/ 0 h 1016230"/>
                <a:gd name="connsiteX2" fmla="*/ 675624 w 1041266"/>
                <a:gd name="connsiteY2" fmla="*/ 300328 h 1016230"/>
                <a:gd name="connsiteX3" fmla="*/ 1034653 w 1041266"/>
                <a:gd name="connsiteY3" fmla="*/ 538491 h 1016230"/>
                <a:gd name="connsiteX4" fmla="*/ 610959 w 1041266"/>
                <a:gd name="connsiteY4" fmla="*/ 914602 h 1016230"/>
                <a:gd name="connsiteX5" fmla="*/ 69663 w 1041266"/>
                <a:gd name="connsiteY5" fmla="*/ 871971 h 1016230"/>
                <a:gd name="connsiteX6" fmla="*/ 122449 w 1041266"/>
                <a:gd name="connsiteY6" fmla="*/ 395289 h 1016230"/>
                <a:gd name="connsiteX7" fmla="*/ 407671 w 1041266"/>
                <a:gd name="connsiteY7" fmla="*/ 709810 h 1016230"/>
                <a:gd name="connsiteX0" fmla="*/ 408043 w 1042386"/>
                <a:gd name="connsiteY0" fmla="*/ 237961 h 1016230"/>
                <a:gd name="connsiteX1" fmla="*/ 551904 w 1042386"/>
                <a:gd name="connsiteY1" fmla="*/ 0 h 1016230"/>
                <a:gd name="connsiteX2" fmla="*/ 675624 w 1042386"/>
                <a:gd name="connsiteY2" fmla="*/ 300328 h 1016230"/>
                <a:gd name="connsiteX3" fmla="*/ 1034653 w 1042386"/>
                <a:gd name="connsiteY3" fmla="*/ 538491 h 1016230"/>
                <a:gd name="connsiteX4" fmla="*/ 610959 w 1042386"/>
                <a:gd name="connsiteY4" fmla="*/ 914602 h 1016230"/>
                <a:gd name="connsiteX5" fmla="*/ 69663 w 1042386"/>
                <a:gd name="connsiteY5" fmla="*/ 871971 h 1016230"/>
                <a:gd name="connsiteX6" fmla="*/ 122449 w 1042386"/>
                <a:gd name="connsiteY6" fmla="*/ 395289 h 1016230"/>
                <a:gd name="connsiteX7" fmla="*/ 407671 w 1042386"/>
                <a:gd name="connsiteY7" fmla="*/ 709810 h 1016230"/>
                <a:gd name="connsiteX0" fmla="*/ 408043 w 1042386"/>
                <a:gd name="connsiteY0" fmla="*/ 237961 h 1031503"/>
                <a:gd name="connsiteX1" fmla="*/ 551904 w 1042386"/>
                <a:gd name="connsiteY1" fmla="*/ 0 h 1031503"/>
                <a:gd name="connsiteX2" fmla="*/ 675624 w 1042386"/>
                <a:gd name="connsiteY2" fmla="*/ 300328 h 1031503"/>
                <a:gd name="connsiteX3" fmla="*/ 1034653 w 1042386"/>
                <a:gd name="connsiteY3" fmla="*/ 538491 h 1031503"/>
                <a:gd name="connsiteX4" fmla="*/ 610959 w 1042386"/>
                <a:gd name="connsiteY4" fmla="*/ 914602 h 1031503"/>
                <a:gd name="connsiteX5" fmla="*/ 69663 w 1042386"/>
                <a:gd name="connsiteY5" fmla="*/ 871971 h 1031503"/>
                <a:gd name="connsiteX6" fmla="*/ 122449 w 1042386"/>
                <a:gd name="connsiteY6" fmla="*/ 395289 h 1031503"/>
                <a:gd name="connsiteX7" fmla="*/ 407671 w 1042386"/>
                <a:gd name="connsiteY7" fmla="*/ 709810 h 1031503"/>
                <a:gd name="connsiteX0" fmla="*/ 408043 w 1040983"/>
                <a:gd name="connsiteY0" fmla="*/ 237961 h 1031503"/>
                <a:gd name="connsiteX1" fmla="*/ 551904 w 1040983"/>
                <a:gd name="connsiteY1" fmla="*/ 0 h 1031503"/>
                <a:gd name="connsiteX2" fmla="*/ 675624 w 1040983"/>
                <a:gd name="connsiteY2" fmla="*/ 300328 h 1031503"/>
                <a:gd name="connsiteX3" fmla="*/ 1034653 w 1040983"/>
                <a:gd name="connsiteY3" fmla="*/ 538491 h 1031503"/>
                <a:gd name="connsiteX4" fmla="*/ 610959 w 1040983"/>
                <a:gd name="connsiteY4" fmla="*/ 914602 h 1031503"/>
                <a:gd name="connsiteX5" fmla="*/ 69663 w 1040983"/>
                <a:gd name="connsiteY5" fmla="*/ 871971 h 1031503"/>
                <a:gd name="connsiteX6" fmla="*/ 122449 w 1040983"/>
                <a:gd name="connsiteY6" fmla="*/ 395289 h 1031503"/>
                <a:gd name="connsiteX7" fmla="*/ 407671 w 1040983"/>
                <a:gd name="connsiteY7" fmla="*/ 709810 h 1031503"/>
                <a:gd name="connsiteX0" fmla="*/ 408043 w 1040983"/>
                <a:gd name="connsiteY0" fmla="*/ 237961 h 1036239"/>
                <a:gd name="connsiteX1" fmla="*/ 551904 w 1040983"/>
                <a:gd name="connsiteY1" fmla="*/ 0 h 1036239"/>
                <a:gd name="connsiteX2" fmla="*/ 675624 w 1040983"/>
                <a:gd name="connsiteY2" fmla="*/ 300328 h 1036239"/>
                <a:gd name="connsiteX3" fmla="*/ 1034653 w 1040983"/>
                <a:gd name="connsiteY3" fmla="*/ 538491 h 1036239"/>
                <a:gd name="connsiteX4" fmla="*/ 610959 w 1040983"/>
                <a:gd name="connsiteY4" fmla="*/ 914602 h 1036239"/>
                <a:gd name="connsiteX5" fmla="*/ 69663 w 1040983"/>
                <a:gd name="connsiteY5" fmla="*/ 871971 h 1036239"/>
                <a:gd name="connsiteX6" fmla="*/ 122449 w 1040983"/>
                <a:gd name="connsiteY6" fmla="*/ 395289 h 1036239"/>
                <a:gd name="connsiteX7" fmla="*/ 407671 w 1040983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75624 w 1040106"/>
                <a:gd name="connsiteY2" fmla="*/ 300328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2163"/>
                <a:gd name="connsiteY0" fmla="*/ 237961 h 1036239"/>
                <a:gd name="connsiteX1" fmla="*/ 551904 w 1042163"/>
                <a:gd name="connsiteY1" fmla="*/ 0 h 1036239"/>
                <a:gd name="connsiteX2" fmla="*/ 694904 w 1042163"/>
                <a:gd name="connsiteY2" fmla="*/ 308591 h 1036239"/>
                <a:gd name="connsiteX3" fmla="*/ 1034653 w 1042163"/>
                <a:gd name="connsiteY3" fmla="*/ 538491 h 1036239"/>
                <a:gd name="connsiteX4" fmla="*/ 610959 w 1042163"/>
                <a:gd name="connsiteY4" fmla="*/ 914602 h 1036239"/>
                <a:gd name="connsiteX5" fmla="*/ 69663 w 1042163"/>
                <a:gd name="connsiteY5" fmla="*/ 871971 h 1036239"/>
                <a:gd name="connsiteX6" fmla="*/ 122449 w 1042163"/>
                <a:gd name="connsiteY6" fmla="*/ 395289 h 1036239"/>
                <a:gd name="connsiteX7" fmla="*/ 407671 w 1042163"/>
                <a:gd name="connsiteY7" fmla="*/ 709810 h 103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2163" h="1036239">
                  <a:moveTo>
                    <a:pt x="408043" y="237961"/>
                  </a:moveTo>
                  <a:cubicBezTo>
                    <a:pt x="343992" y="128344"/>
                    <a:pt x="425913" y="2202"/>
                    <a:pt x="551904" y="0"/>
                  </a:cubicBezTo>
                  <a:cubicBezTo>
                    <a:pt x="692297" y="9220"/>
                    <a:pt x="799637" y="145134"/>
                    <a:pt x="694904" y="308591"/>
                  </a:cubicBezTo>
                  <a:cubicBezTo>
                    <a:pt x="913733" y="254856"/>
                    <a:pt x="1005866" y="388412"/>
                    <a:pt x="1034653" y="538491"/>
                  </a:cubicBezTo>
                  <a:cubicBezTo>
                    <a:pt x="1080710" y="748323"/>
                    <a:pt x="911934" y="1029765"/>
                    <a:pt x="610959" y="914602"/>
                  </a:cubicBezTo>
                  <a:cubicBezTo>
                    <a:pt x="529678" y="1130828"/>
                    <a:pt x="156451" y="1022057"/>
                    <a:pt x="69663" y="871971"/>
                  </a:cubicBezTo>
                  <a:cubicBezTo>
                    <a:pt x="-4549" y="766325"/>
                    <a:pt x="-59482" y="489919"/>
                    <a:pt x="122449" y="395289"/>
                  </a:cubicBezTo>
                  <a:cubicBezTo>
                    <a:pt x="315758" y="274283"/>
                    <a:pt x="605462" y="514080"/>
                    <a:pt x="407671" y="709810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58DBBCF3-CBF7-47CB-9B77-102ED58C0E51}"/>
                </a:ext>
              </a:extLst>
            </p:cNvPr>
            <p:cNvSpPr/>
            <p:nvPr/>
          </p:nvSpPr>
          <p:spPr>
            <a:xfrm>
              <a:off x="6150565" y="3902140"/>
              <a:ext cx="223711" cy="335071"/>
            </a:xfrm>
            <a:custGeom>
              <a:avLst/>
              <a:gdLst>
                <a:gd name="connsiteX0" fmla="*/ 0 w 210368"/>
                <a:gd name="connsiteY0" fmla="*/ 692812 h 692812"/>
                <a:gd name="connsiteX1" fmla="*/ 145855 w 210368"/>
                <a:gd name="connsiteY1" fmla="*/ 0 h 692812"/>
                <a:gd name="connsiteX2" fmla="*/ 210368 w 210368"/>
                <a:gd name="connsiteY2" fmla="*/ 350614 h 692812"/>
                <a:gd name="connsiteX0" fmla="*/ 0 w 204758"/>
                <a:gd name="connsiteY0" fmla="*/ 692812 h 692812"/>
                <a:gd name="connsiteX1" fmla="*/ 145855 w 204758"/>
                <a:gd name="connsiteY1" fmla="*/ 0 h 692812"/>
                <a:gd name="connsiteX2" fmla="*/ 204758 w 204758"/>
                <a:gd name="connsiteY2" fmla="*/ 350614 h 692812"/>
                <a:gd name="connsiteX0" fmla="*/ 0 w 259110"/>
                <a:gd name="connsiteY0" fmla="*/ 692812 h 692812"/>
                <a:gd name="connsiteX1" fmla="*/ 145855 w 259110"/>
                <a:gd name="connsiteY1" fmla="*/ 0 h 692812"/>
                <a:gd name="connsiteX2" fmla="*/ 204758 w 259110"/>
                <a:gd name="connsiteY2" fmla="*/ 350614 h 692812"/>
                <a:gd name="connsiteX0" fmla="*/ 0 w 259110"/>
                <a:gd name="connsiteY0" fmla="*/ 670372 h 670372"/>
                <a:gd name="connsiteX1" fmla="*/ 145855 w 259110"/>
                <a:gd name="connsiteY1" fmla="*/ 0 h 670372"/>
                <a:gd name="connsiteX2" fmla="*/ 204758 w 259110"/>
                <a:gd name="connsiteY2" fmla="*/ 328174 h 670372"/>
                <a:gd name="connsiteX0" fmla="*/ 0 w 276458"/>
                <a:gd name="connsiteY0" fmla="*/ 670372 h 670372"/>
                <a:gd name="connsiteX1" fmla="*/ 145855 w 276458"/>
                <a:gd name="connsiteY1" fmla="*/ 0 h 670372"/>
                <a:gd name="connsiteX2" fmla="*/ 204758 w 276458"/>
                <a:gd name="connsiteY2" fmla="*/ 328174 h 670372"/>
                <a:gd name="connsiteX0" fmla="*/ 0 w 276458"/>
                <a:gd name="connsiteY0" fmla="*/ 670381 h 670381"/>
                <a:gd name="connsiteX1" fmla="*/ 145855 w 276458"/>
                <a:gd name="connsiteY1" fmla="*/ 9 h 670381"/>
                <a:gd name="connsiteX2" fmla="*/ 204758 w 276458"/>
                <a:gd name="connsiteY2" fmla="*/ 328183 h 670381"/>
                <a:gd name="connsiteX0" fmla="*/ 17567 w 294025"/>
                <a:gd name="connsiteY0" fmla="*/ 670381 h 670381"/>
                <a:gd name="connsiteX1" fmla="*/ 163422 w 294025"/>
                <a:gd name="connsiteY1" fmla="*/ 9 h 670381"/>
                <a:gd name="connsiteX2" fmla="*/ 222325 w 294025"/>
                <a:gd name="connsiteY2" fmla="*/ 328183 h 670381"/>
                <a:gd name="connsiteX0" fmla="*/ 17567 w 327330"/>
                <a:gd name="connsiteY0" fmla="*/ 671068 h 671068"/>
                <a:gd name="connsiteX1" fmla="*/ 163422 w 327330"/>
                <a:gd name="connsiteY1" fmla="*/ 696 h 671068"/>
                <a:gd name="connsiteX2" fmla="*/ 222325 w 327330"/>
                <a:gd name="connsiteY2" fmla="*/ 328870 h 671068"/>
                <a:gd name="connsiteX0" fmla="*/ 17567 w 321664"/>
                <a:gd name="connsiteY0" fmla="*/ 671068 h 671068"/>
                <a:gd name="connsiteX1" fmla="*/ 163422 w 321664"/>
                <a:gd name="connsiteY1" fmla="*/ 696 h 671068"/>
                <a:gd name="connsiteX2" fmla="*/ 222325 w 321664"/>
                <a:gd name="connsiteY2" fmla="*/ 328870 h 671068"/>
                <a:gd name="connsiteX0" fmla="*/ 18431 w 322528"/>
                <a:gd name="connsiteY0" fmla="*/ 671068 h 671068"/>
                <a:gd name="connsiteX1" fmla="*/ 164286 w 322528"/>
                <a:gd name="connsiteY1" fmla="*/ 696 h 671068"/>
                <a:gd name="connsiteX2" fmla="*/ 223189 w 322528"/>
                <a:gd name="connsiteY2" fmla="*/ 328870 h 671068"/>
                <a:gd name="connsiteX0" fmla="*/ 18431 w 311947"/>
                <a:gd name="connsiteY0" fmla="*/ 671151 h 671151"/>
                <a:gd name="connsiteX1" fmla="*/ 164286 w 311947"/>
                <a:gd name="connsiteY1" fmla="*/ 779 h 671151"/>
                <a:gd name="connsiteX2" fmla="*/ 203910 w 311947"/>
                <a:gd name="connsiteY2" fmla="*/ 312427 h 671151"/>
                <a:gd name="connsiteX0" fmla="*/ 18431 w 319515"/>
                <a:gd name="connsiteY0" fmla="*/ 670768 h 670768"/>
                <a:gd name="connsiteX1" fmla="*/ 164286 w 319515"/>
                <a:gd name="connsiteY1" fmla="*/ 396 h 670768"/>
                <a:gd name="connsiteX2" fmla="*/ 203910 w 319515"/>
                <a:gd name="connsiteY2" fmla="*/ 312044 h 670768"/>
                <a:gd name="connsiteX0" fmla="*/ 16717 w 317801"/>
                <a:gd name="connsiteY0" fmla="*/ 670768 h 670768"/>
                <a:gd name="connsiteX1" fmla="*/ 162572 w 317801"/>
                <a:gd name="connsiteY1" fmla="*/ 396 h 670768"/>
                <a:gd name="connsiteX2" fmla="*/ 202196 w 317801"/>
                <a:gd name="connsiteY2" fmla="*/ 312044 h 670768"/>
                <a:gd name="connsiteX0" fmla="*/ 16717 w 320719"/>
                <a:gd name="connsiteY0" fmla="*/ 670412 h 670412"/>
                <a:gd name="connsiteX1" fmla="*/ 162572 w 320719"/>
                <a:gd name="connsiteY1" fmla="*/ 40 h 670412"/>
                <a:gd name="connsiteX2" fmla="*/ 202196 w 320719"/>
                <a:gd name="connsiteY2" fmla="*/ 311688 h 670412"/>
                <a:gd name="connsiteX0" fmla="*/ 16717 w 314294"/>
                <a:gd name="connsiteY0" fmla="*/ 670412 h 670412"/>
                <a:gd name="connsiteX1" fmla="*/ 162572 w 314294"/>
                <a:gd name="connsiteY1" fmla="*/ 40 h 670412"/>
                <a:gd name="connsiteX2" fmla="*/ 202196 w 314294"/>
                <a:gd name="connsiteY2" fmla="*/ 311688 h 670412"/>
                <a:gd name="connsiteX0" fmla="*/ 20002 w 313692"/>
                <a:gd name="connsiteY0" fmla="*/ 684181 h 684181"/>
                <a:gd name="connsiteX1" fmla="*/ 157594 w 313692"/>
                <a:gd name="connsiteY1" fmla="*/ 38 h 684181"/>
                <a:gd name="connsiteX2" fmla="*/ 205481 w 313692"/>
                <a:gd name="connsiteY2" fmla="*/ 325457 h 684181"/>
                <a:gd name="connsiteX0" fmla="*/ 20002 w 335146"/>
                <a:gd name="connsiteY0" fmla="*/ 684143 h 684143"/>
                <a:gd name="connsiteX1" fmla="*/ 157594 w 335146"/>
                <a:gd name="connsiteY1" fmla="*/ 0 h 684143"/>
                <a:gd name="connsiteX2" fmla="*/ 205481 w 335146"/>
                <a:gd name="connsiteY2" fmla="*/ 325419 h 684143"/>
                <a:gd name="connsiteX0" fmla="*/ 20002 w 322593"/>
                <a:gd name="connsiteY0" fmla="*/ 684143 h 684143"/>
                <a:gd name="connsiteX1" fmla="*/ 157594 w 322593"/>
                <a:gd name="connsiteY1" fmla="*/ 0 h 684143"/>
                <a:gd name="connsiteX2" fmla="*/ 177939 w 322593"/>
                <a:gd name="connsiteY2" fmla="*/ 275843 h 684143"/>
                <a:gd name="connsiteX0" fmla="*/ 20002 w 322593"/>
                <a:gd name="connsiteY0" fmla="*/ 684143 h 684143"/>
                <a:gd name="connsiteX1" fmla="*/ 157594 w 322593"/>
                <a:gd name="connsiteY1" fmla="*/ 0 h 684143"/>
                <a:gd name="connsiteX2" fmla="*/ 177939 w 322593"/>
                <a:gd name="connsiteY2" fmla="*/ 275843 h 684143"/>
                <a:gd name="connsiteX0" fmla="*/ 20002 w 305016"/>
                <a:gd name="connsiteY0" fmla="*/ 684145 h 684145"/>
                <a:gd name="connsiteX1" fmla="*/ 157594 w 305016"/>
                <a:gd name="connsiteY1" fmla="*/ 2 h 684145"/>
                <a:gd name="connsiteX2" fmla="*/ 177939 w 305016"/>
                <a:gd name="connsiteY2" fmla="*/ 275845 h 684145"/>
                <a:gd name="connsiteX0" fmla="*/ 20002 w 305016"/>
                <a:gd name="connsiteY0" fmla="*/ 684145 h 684145"/>
                <a:gd name="connsiteX1" fmla="*/ 157594 w 305016"/>
                <a:gd name="connsiteY1" fmla="*/ 2 h 684145"/>
                <a:gd name="connsiteX2" fmla="*/ 177939 w 305016"/>
                <a:gd name="connsiteY2" fmla="*/ 275845 h 684145"/>
                <a:gd name="connsiteX0" fmla="*/ 11876 w 318923"/>
                <a:gd name="connsiteY0" fmla="*/ 463808 h 463808"/>
                <a:gd name="connsiteX1" fmla="*/ 171501 w 318923"/>
                <a:gd name="connsiteY1" fmla="*/ 2 h 463808"/>
                <a:gd name="connsiteX2" fmla="*/ 191846 w 318923"/>
                <a:gd name="connsiteY2" fmla="*/ 275845 h 463808"/>
                <a:gd name="connsiteX0" fmla="*/ 11876 w 318923"/>
                <a:gd name="connsiteY0" fmla="*/ 444528 h 444528"/>
                <a:gd name="connsiteX1" fmla="*/ 171501 w 318923"/>
                <a:gd name="connsiteY1" fmla="*/ 2 h 444528"/>
                <a:gd name="connsiteX2" fmla="*/ 191846 w 318923"/>
                <a:gd name="connsiteY2" fmla="*/ 275845 h 444528"/>
                <a:gd name="connsiteX0" fmla="*/ 1452 w 308499"/>
                <a:gd name="connsiteY0" fmla="*/ 444528 h 444528"/>
                <a:gd name="connsiteX1" fmla="*/ 161077 w 308499"/>
                <a:gd name="connsiteY1" fmla="*/ 2 h 444528"/>
                <a:gd name="connsiteX2" fmla="*/ 181422 w 308499"/>
                <a:gd name="connsiteY2" fmla="*/ 275845 h 444528"/>
                <a:gd name="connsiteX0" fmla="*/ 1452 w 296864"/>
                <a:gd name="connsiteY0" fmla="*/ 444638 h 444638"/>
                <a:gd name="connsiteX1" fmla="*/ 161077 w 296864"/>
                <a:gd name="connsiteY1" fmla="*/ 112 h 444638"/>
                <a:gd name="connsiteX2" fmla="*/ 181422 w 296864"/>
                <a:gd name="connsiteY2" fmla="*/ 275955 h 44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6864" h="444638">
                  <a:moveTo>
                    <a:pt x="1452" y="444638"/>
                  </a:moveTo>
                  <a:cubicBezTo>
                    <a:pt x="-2260" y="204656"/>
                    <a:pt x="-11482" y="8739"/>
                    <a:pt x="161077" y="112"/>
                  </a:cubicBezTo>
                  <a:cubicBezTo>
                    <a:pt x="350238" y="-6281"/>
                    <a:pt x="327228" y="262274"/>
                    <a:pt x="181422" y="275955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9B54398-C39D-4BE1-B120-FF82E0338D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2008" y="3476077"/>
              <a:ext cx="1188" cy="974737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722866C-7AD0-4147-960D-E17E96C0160C}"/>
              </a:ext>
            </a:extLst>
          </p:cNvPr>
          <p:cNvGrpSpPr/>
          <p:nvPr/>
        </p:nvGrpSpPr>
        <p:grpSpPr>
          <a:xfrm flipH="1">
            <a:off x="4867025" y="2430334"/>
            <a:ext cx="1145945" cy="1726055"/>
            <a:chOff x="6150565" y="3254095"/>
            <a:chExt cx="979312" cy="1475068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FBF5CFAB-BF2F-49FE-818F-CF350C17C34D}"/>
                </a:ext>
              </a:extLst>
            </p:cNvPr>
            <p:cNvSpPr/>
            <p:nvPr/>
          </p:nvSpPr>
          <p:spPr>
            <a:xfrm>
              <a:off x="6154072" y="3254095"/>
              <a:ext cx="734589" cy="517434"/>
            </a:xfrm>
            <a:custGeom>
              <a:avLst/>
              <a:gdLst>
                <a:gd name="connsiteX0" fmla="*/ 182319 w 931229"/>
                <a:gd name="connsiteY0" fmla="*/ 476834 h 617079"/>
                <a:gd name="connsiteX1" fmla="*/ 423541 w 931229"/>
                <a:gd name="connsiteY1" fmla="*/ 339394 h 617079"/>
                <a:gd name="connsiteX2" fmla="*/ 516103 w 931229"/>
                <a:gd name="connsiteY2" fmla="*/ 617079 h 617079"/>
                <a:gd name="connsiteX3" fmla="*/ 0 w 931229"/>
                <a:gd name="connsiteY3" fmla="*/ 448785 h 617079"/>
                <a:gd name="connsiteX4" fmla="*/ 274881 w 931229"/>
                <a:gd name="connsiteY4" fmla="*/ 0 h 617079"/>
                <a:gd name="connsiteX5" fmla="*/ 504883 w 931229"/>
                <a:gd name="connsiteY5" fmla="*/ 235612 h 617079"/>
                <a:gd name="connsiteX6" fmla="*/ 765740 w 931229"/>
                <a:gd name="connsiteY6" fmla="*/ 159879 h 617079"/>
                <a:gd name="connsiteX7" fmla="*/ 931229 w 931229"/>
                <a:gd name="connsiteY7" fmla="*/ 403906 h 617079"/>
                <a:gd name="connsiteX0" fmla="*/ 182319 w 931922"/>
                <a:gd name="connsiteY0" fmla="*/ 476834 h 617079"/>
                <a:gd name="connsiteX1" fmla="*/ 423541 w 931922"/>
                <a:gd name="connsiteY1" fmla="*/ 339394 h 617079"/>
                <a:gd name="connsiteX2" fmla="*/ 516103 w 931922"/>
                <a:gd name="connsiteY2" fmla="*/ 617079 h 617079"/>
                <a:gd name="connsiteX3" fmla="*/ 0 w 931922"/>
                <a:gd name="connsiteY3" fmla="*/ 448785 h 617079"/>
                <a:gd name="connsiteX4" fmla="*/ 274881 w 931922"/>
                <a:gd name="connsiteY4" fmla="*/ 0 h 617079"/>
                <a:gd name="connsiteX5" fmla="*/ 504883 w 931922"/>
                <a:gd name="connsiteY5" fmla="*/ 235612 h 617079"/>
                <a:gd name="connsiteX6" fmla="*/ 765740 w 931922"/>
                <a:gd name="connsiteY6" fmla="*/ 159879 h 617079"/>
                <a:gd name="connsiteX7" fmla="*/ 931229 w 931922"/>
                <a:gd name="connsiteY7" fmla="*/ 403906 h 617079"/>
                <a:gd name="connsiteX0" fmla="*/ 182319 w 931922"/>
                <a:gd name="connsiteY0" fmla="*/ 476834 h 617079"/>
                <a:gd name="connsiteX1" fmla="*/ 423541 w 931922"/>
                <a:gd name="connsiteY1" fmla="*/ 339394 h 617079"/>
                <a:gd name="connsiteX2" fmla="*/ 516103 w 931922"/>
                <a:gd name="connsiteY2" fmla="*/ 617079 h 617079"/>
                <a:gd name="connsiteX3" fmla="*/ 0 w 931922"/>
                <a:gd name="connsiteY3" fmla="*/ 448785 h 617079"/>
                <a:gd name="connsiteX4" fmla="*/ 274881 w 931922"/>
                <a:gd name="connsiteY4" fmla="*/ 0 h 617079"/>
                <a:gd name="connsiteX5" fmla="*/ 504883 w 931922"/>
                <a:gd name="connsiteY5" fmla="*/ 235612 h 617079"/>
                <a:gd name="connsiteX6" fmla="*/ 765740 w 931922"/>
                <a:gd name="connsiteY6" fmla="*/ 159879 h 617079"/>
                <a:gd name="connsiteX7" fmla="*/ 931229 w 931922"/>
                <a:gd name="connsiteY7" fmla="*/ 403906 h 617079"/>
                <a:gd name="connsiteX0" fmla="*/ 182319 w 931968"/>
                <a:gd name="connsiteY0" fmla="*/ 476834 h 617079"/>
                <a:gd name="connsiteX1" fmla="*/ 423541 w 931968"/>
                <a:gd name="connsiteY1" fmla="*/ 339394 h 617079"/>
                <a:gd name="connsiteX2" fmla="*/ 516103 w 931968"/>
                <a:gd name="connsiteY2" fmla="*/ 617079 h 617079"/>
                <a:gd name="connsiteX3" fmla="*/ 0 w 931968"/>
                <a:gd name="connsiteY3" fmla="*/ 448785 h 617079"/>
                <a:gd name="connsiteX4" fmla="*/ 274881 w 931968"/>
                <a:gd name="connsiteY4" fmla="*/ 0 h 617079"/>
                <a:gd name="connsiteX5" fmla="*/ 504883 w 931968"/>
                <a:gd name="connsiteY5" fmla="*/ 235612 h 617079"/>
                <a:gd name="connsiteX6" fmla="*/ 765740 w 931968"/>
                <a:gd name="connsiteY6" fmla="*/ 159879 h 617079"/>
                <a:gd name="connsiteX7" fmla="*/ 931229 w 93196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504883 w 932698"/>
                <a:gd name="connsiteY5" fmla="*/ 235612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504883 w 932698"/>
                <a:gd name="connsiteY5" fmla="*/ 235612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2698"/>
                <a:gd name="connsiteY0" fmla="*/ 476834 h 617079"/>
                <a:gd name="connsiteX1" fmla="*/ 423541 w 932698"/>
                <a:gd name="connsiteY1" fmla="*/ 339394 h 617079"/>
                <a:gd name="connsiteX2" fmla="*/ 516103 w 932698"/>
                <a:gd name="connsiteY2" fmla="*/ 617079 h 617079"/>
                <a:gd name="connsiteX3" fmla="*/ 0 w 932698"/>
                <a:gd name="connsiteY3" fmla="*/ 448785 h 617079"/>
                <a:gd name="connsiteX4" fmla="*/ 274881 w 932698"/>
                <a:gd name="connsiteY4" fmla="*/ 0 h 617079"/>
                <a:gd name="connsiteX5" fmla="*/ 477341 w 932698"/>
                <a:gd name="connsiteY5" fmla="*/ 243874 h 617079"/>
                <a:gd name="connsiteX6" fmla="*/ 765740 w 932698"/>
                <a:gd name="connsiteY6" fmla="*/ 159879 h 617079"/>
                <a:gd name="connsiteX7" fmla="*/ 931229 w 932698"/>
                <a:gd name="connsiteY7" fmla="*/ 403906 h 617079"/>
                <a:gd name="connsiteX0" fmla="*/ 182319 w 933062"/>
                <a:gd name="connsiteY0" fmla="*/ 476834 h 617079"/>
                <a:gd name="connsiteX1" fmla="*/ 423541 w 933062"/>
                <a:gd name="connsiteY1" fmla="*/ 339394 h 617079"/>
                <a:gd name="connsiteX2" fmla="*/ 516103 w 933062"/>
                <a:gd name="connsiteY2" fmla="*/ 617079 h 617079"/>
                <a:gd name="connsiteX3" fmla="*/ 0 w 933062"/>
                <a:gd name="connsiteY3" fmla="*/ 448785 h 617079"/>
                <a:gd name="connsiteX4" fmla="*/ 274881 w 933062"/>
                <a:gd name="connsiteY4" fmla="*/ 0 h 617079"/>
                <a:gd name="connsiteX5" fmla="*/ 477341 w 933062"/>
                <a:gd name="connsiteY5" fmla="*/ 243874 h 617079"/>
                <a:gd name="connsiteX6" fmla="*/ 765740 w 933062"/>
                <a:gd name="connsiteY6" fmla="*/ 159879 h 617079"/>
                <a:gd name="connsiteX7" fmla="*/ 931229 w 933062"/>
                <a:gd name="connsiteY7" fmla="*/ 403906 h 617079"/>
                <a:gd name="connsiteX0" fmla="*/ 182319 w 933062"/>
                <a:gd name="connsiteY0" fmla="*/ 476834 h 617079"/>
                <a:gd name="connsiteX1" fmla="*/ 423541 w 933062"/>
                <a:gd name="connsiteY1" fmla="*/ 339394 h 617079"/>
                <a:gd name="connsiteX2" fmla="*/ 516103 w 933062"/>
                <a:gd name="connsiteY2" fmla="*/ 617079 h 617079"/>
                <a:gd name="connsiteX3" fmla="*/ 0 w 933062"/>
                <a:gd name="connsiteY3" fmla="*/ 448785 h 617079"/>
                <a:gd name="connsiteX4" fmla="*/ 274881 w 933062"/>
                <a:gd name="connsiteY4" fmla="*/ 0 h 617079"/>
                <a:gd name="connsiteX5" fmla="*/ 477341 w 933062"/>
                <a:gd name="connsiteY5" fmla="*/ 243874 h 617079"/>
                <a:gd name="connsiteX6" fmla="*/ 765740 w 933062"/>
                <a:gd name="connsiteY6" fmla="*/ 159879 h 617079"/>
                <a:gd name="connsiteX7" fmla="*/ 931229 w 933062"/>
                <a:gd name="connsiteY7" fmla="*/ 403906 h 617079"/>
                <a:gd name="connsiteX0" fmla="*/ 182319 w 934161"/>
                <a:gd name="connsiteY0" fmla="*/ 476834 h 617079"/>
                <a:gd name="connsiteX1" fmla="*/ 423541 w 934161"/>
                <a:gd name="connsiteY1" fmla="*/ 339394 h 617079"/>
                <a:gd name="connsiteX2" fmla="*/ 516103 w 934161"/>
                <a:gd name="connsiteY2" fmla="*/ 617079 h 617079"/>
                <a:gd name="connsiteX3" fmla="*/ 0 w 934161"/>
                <a:gd name="connsiteY3" fmla="*/ 448785 h 617079"/>
                <a:gd name="connsiteX4" fmla="*/ 274881 w 934161"/>
                <a:gd name="connsiteY4" fmla="*/ 0 h 617079"/>
                <a:gd name="connsiteX5" fmla="*/ 477341 w 934161"/>
                <a:gd name="connsiteY5" fmla="*/ 243874 h 617079"/>
                <a:gd name="connsiteX6" fmla="*/ 787773 w 934161"/>
                <a:gd name="connsiteY6" fmla="*/ 162633 h 617079"/>
                <a:gd name="connsiteX7" fmla="*/ 931229 w 934161"/>
                <a:gd name="connsiteY7" fmla="*/ 403906 h 617079"/>
                <a:gd name="connsiteX0" fmla="*/ 182319 w 933800"/>
                <a:gd name="connsiteY0" fmla="*/ 476834 h 617079"/>
                <a:gd name="connsiteX1" fmla="*/ 423541 w 933800"/>
                <a:gd name="connsiteY1" fmla="*/ 339394 h 617079"/>
                <a:gd name="connsiteX2" fmla="*/ 516103 w 933800"/>
                <a:gd name="connsiteY2" fmla="*/ 617079 h 617079"/>
                <a:gd name="connsiteX3" fmla="*/ 0 w 933800"/>
                <a:gd name="connsiteY3" fmla="*/ 448785 h 617079"/>
                <a:gd name="connsiteX4" fmla="*/ 274881 w 933800"/>
                <a:gd name="connsiteY4" fmla="*/ 0 h 617079"/>
                <a:gd name="connsiteX5" fmla="*/ 477341 w 933800"/>
                <a:gd name="connsiteY5" fmla="*/ 243874 h 617079"/>
                <a:gd name="connsiteX6" fmla="*/ 782265 w 933800"/>
                <a:gd name="connsiteY6" fmla="*/ 143353 h 617079"/>
                <a:gd name="connsiteX7" fmla="*/ 931229 w 933800"/>
                <a:gd name="connsiteY7" fmla="*/ 403906 h 617079"/>
                <a:gd name="connsiteX0" fmla="*/ 182319 w 933800"/>
                <a:gd name="connsiteY0" fmla="*/ 476834 h 617079"/>
                <a:gd name="connsiteX1" fmla="*/ 423541 w 933800"/>
                <a:gd name="connsiteY1" fmla="*/ 339394 h 617079"/>
                <a:gd name="connsiteX2" fmla="*/ 516103 w 933800"/>
                <a:gd name="connsiteY2" fmla="*/ 617079 h 617079"/>
                <a:gd name="connsiteX3" fmla="*/ 0 w 933800"/>
                <a:gd name="connsiteY3" fmla="*/ 448785 h 617079"/>
                <a:gd name="connsiteX4" fmla="*/ 274881 w 933800"/>
                <a:gd name="connsiteY4" fmla="*/ 0 h 617079"/>
                <a:gd name="connsiteX5" fmla="*/ 477341 w 933800"/>
                <a:gd name="connsiteY5" fmla="*/ 243874 h 617079"/>
                <a:gd name="connsiteX6" fmla="*/ 782265 w 933800"/>
                <a:gd name="connsiteY6" fmla="*/ 143353 h 617079"/>
                <a:gd name="connsiteX7" fmla="*/ 931229 w 933800"/>
                <a:gd name="connsiteY7" fmla="*/ 403906 h 617079"/>
                <a:gd name="connsiteX0" fmla="*/ 182319 w 935016"/>
                <a:gd name="connsiteY0" fmla="*/ 476834 h 617079"/>
                <a:gd name="connsiteX1" fmla="*/ 423541 w 935016"/>
                <a:gd name="connsiteY1" fmla="*/ 339394 h 617079"/>
                <a:gd name="connsiteX2" fmla="*/ 516103 w 935016"/>
                <a:gd name="connsiteY2" fmla="*/ 617079 h 617079"/>
                <a:gd name="connsiteX3" fmla="*/ 0 w 935016"/>
                <a:gd name="connsiteY3" fmla="*/ 448785 h 617079"/>
                <a:gd name="connsiteX4" fmla="*/ 274881 w 935016"/>
                <a:gd name="connsiteY4" fmla="*/ 0 h 617079"/>
                <a:gd name="connsiteX5" fmla="*/ 477341 w 935016"/>
                <a:gd name="connsiteY5" fmla="*/ 243874 h 617079"/>
                <a:gd name="connsiteX6" fmla="*/ 782265 w 935016"/>
                <a:gd name="connsiteY6" fmla="*/ 143353 h 617079"/>
                <a:gd name="connsiteX7" fmla="*/ 931229 w 935016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77341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74881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6834 h 617079"/>
                <a:gd name="connsiteX1" fmla="*/ 423541 w 932773"/>
                <a:gd name="connsiteY1" fmla="*/ 339394 h 617079"/>
                <a:gd name="connsiteX2" fmla="*/ 516103 w 932773"/>
                <a:gd name="connsiteY2" fmla="*/ 617079 h 617079"/>
                <a:gd name="connsiteX3" fmla="*/ 0 w 932773"/>
                <a:gd name="connsiteY3" fmla="*/ 448785 h 617079"/>
                <a:gd name="connsiteX4" fmla="*/ 239076 w 932773"/>
                <a:gd name="connsiteY4" fmla="*/ 0 h 617079"/>
                <a:gd name="connsiteX5" fmla="*/ 491112 w 932773"/>
                <a:gd name="connsiteY5" fmla="*/ 243874 h 617079"/>
                <a:gd name="connsiteX6" fmla="*/ 782265 w 932773"/>
                <a:gd name="connsiteY6" fmla="*/ 143353 h 617079"/>
                <a:gd name="connsiteX7" fmla="*/ 931229 w 932773"/>
                <a:gd name="connsiteY7" fmla="*/ 403906 h 617079"/>
                <a:gd name="connsiteX0" fmla="*/ 182319 w 932773"/>
                <a:gd name="connsiteY0" fmla="*/ 478537 h 618782"/>
                <a:gd name="connsiteX1" fmla="*/ 423541 w 932773"/>
                <a:gd name="connsiteY1" fmla="*/ 341097 h 618782"/>
                <a:gd name="connsiteX2" fmla="*/ 516103 w 932773"/>
                <a:gd name="connsiteY2" fmla="*/ 618782 h 618782"/>
                <a:gd name="connsiteX3" fmla="*/ 0 w 932773"/>
                <a:gd name="connsiteY3" fmla="*/ 450488 h 618782"/>
                <a:gd name="connsiteX4" fmla="*/ 239076 w 932773"/>
                <a:gd name="connsiteY4" fmla="*/ 1703 h 618782"/>
                <a:gd name="connsiteX5" fmla="*/ 491112 w 932773"/>
                <a:gd name="connsiteY5" fmla="*/ 245577 h 618782"/>
                <a:gd name="connsiteX6" fmla="*/ 782265 w 932773"/>
                <a:gd name="connsiteY6" fmla="*/ 145056 h 618782"/>
                <a:gd name="connsiteX7" fmla="*/ 931229 w 932773"/>
                <a:gd name="connsiteY7" fmla="*/ 405609 h 618782"/>
                <a:gd name="connsiteX0" fmla="*/ 182319 w 932773"/>
                <a:gd name="connsiteY0" fmla="*/ 478537 h 618782"/>
                <a:gd name="connsiteX1" fmla="*/ 423541 w 932773"/>
                <a:gd name="connsiteY1" fmla="*/ 341097 h 618782"/>
                <a:gd name="connsiteX2" fmla="*/ 516103 w 932773"/>
                <a:gd name="connsiteY2" fmla="*/ 618782 h 618782"/>
                <a:gd name="connsiteX3" fmla="*/ 0 w 932773"/>
                <a:gd name="connsiteY3" fmla="*/ 450488 h 618782"/>
                <a:gd name="connsiteX4" fmla="*/ 239076 w 932773"/>
                <a:gd name="connsiteY4" fmla="*/ 1703 h 618782"/>
                <a:gd name="connsiteX5" fmla="*/ 491112 w 932773"/>
                <a:gd name="connsiteY5" fmla="*/ 245577 h 618782"/>
                <a:gd name="connsiteX6" fmla="*/ 782265 w 932773"/>
                <a:gd name="connsiteY6" fmla="*/ 145056 h 618782"/>
                <a:gd name="connsiteX7" fmla="*/ 931229 w 932773"/>
                <a:gd name="connsiteY7" fmla="*/ 405609 h 618782"/>
                <a:gd name="connsiteX0" fmla="*/ 160286 w 910740"/>
                <a:gd name="connsiteY0" fmla="*/ 478537 h 618782"/>
                <a:gd name="connsiteX1" fmla="*/ 401508 w 910740"/>
                <a:gd name="connsiteY1" fmla="*/ 341097 h 618782"/>
                <a:gd name="connsiteX2" fmla="*/ 494070 w 910740"/>
                <a:gd name="connsiteY2" fmla="*/ 618782 h 618782"/>
                <a:gd name="connsiteX3" fmla="*/ 0 w 910740"/>
                <a:gd name="connsiteY3" fmla="*/ 450488 h 618782"/>
                <a:gd name="connsiteX4" fmla="*/ 217043 w 910740"/>
                <a:gd name="connsiteY4" fmla="*/ 1703 h 618782"/>
                <a:gd name="connsiteX5" fmla="*/ 469079 w 910740"/>
                <a:gd name="connsiteY5" fmla="*/ 245577 h 618782"/>
                <a:gd name="connsiteX6" fmla="*/ 760232 w 910740"/>
                <a:gd name="connsiteY6" fmla="*/ 145056 h 618782"/>
                <a:gd name="connsiteX7" fmla="*/ 909196 w 910740"/>
                <a:gd name="connsiteY7" fmla="*/ 405609 h 618782"/>
                <a:gd name="connsiteX0" fmla="*/ 205095 w 955549"/>
                <a:gd name="connsiteY0" fmla="*/ 478537 h 618782"/>
                <a:gd name="connsiteX1" fmla="*/ 446317 w 955549"/>
                <a:gd name="connsiteY1" fmla="*/ 341097 h 618782"/>
                <a:gd name="connsiteX2" fmla="*/ 538879 w 955549"/>
                <a:gd name="connsiteY2" fmla="*/ 618782 h 618782"/>
                <a:gd name="connsiteX3" fmla="*/ 44809 w 955549"/>
                <a:gd name="connsiteY3" fmla="*/ 450488 h 618782"/>
                <a:gd name="connsiteX4" fmla="*/ 261852 w 955549"/>
                <a:gd name="connsiteY4" fmla="*/ 1703 h 618782"/>
                <a:gd name="connsiteX5" fmla="*/ 513888 w 955549"/>
                <a:gd name="connsiteY5" fmla="*/ 245577 h 618782"/>
                <a:gd name="connsiteX6" fmla="*/ 805041 w 955549"/>
                <a:gd name="connsiteY6" fmla="*/ 145056 h 618782"/>
                <a:gd name="connsiteX7" fmla="*/ 954005 w 955549"/>
                <a:gd name="connsiteY7" fmla="*/ 405609 h 618782"/>
                <a:gd name="connsiteX0" fmla="*/ 205095 w 955549"/>
                <a:gd name="connsiteY0" fmla="*/ 478537 h 618782"/>
                <a:gd name="connsiteX1" fmla="*/ 446317 w 955549"/>
                <a:gd name="connsiteY1" fmla="*/ 341097 h 618782"/>
                <a:gd name="connsiteX2" fmla="*/ 538879 w 955549"/>
                <a:gd name="connsiteY2" fmla="*/ 618782 h 618782"/>
                <a:gd name="connsiteX3" fmla="*/ 44809 w 955549"/>
                <a:gd name="connsiteY3" fmla="*/ 450488 h 618782"/>
                <a:gd name="connsiteX4" fmla="*/ 261852 w 955549"/>
                <a:gd name="connsiteY4" fmla="*/ 1703 h 618782"/>
                <a:gd name="connsiteX5" fmla="*/ 513888 w 955549"/>
                <a:gd name="connsiteY5" fmla="*/ 245577 h 618782"/>
                <a:gd name="connsiteX6" fmla="*/ 805041 w 955549"/>
                <a:gd name="connsiteY6" fmla="*/ 145056 h 618782"/>
                <a:gd name="connsiteX7" fmla="*/ 954005 w 955549"/>
                <a:gd name="connsiteY7" fmla="*/ 405609 h 618782"/>
                <a:gd name="connsiteX0" fmla="*/ 205095 w 955549"/>
                <a:gd name="connsiteY0" fmla="*/ 478537 h 607765"/>
                <a:gd name="connsiteX1" fmla="*/ 446317 w 955549"/>
                <a:gd name="connsiteY1" fmla="*/ 341097 h 607765"/>
                <a:gd name="connsiteX2" fmla="*/ 527862 w 955549"/>
                <a:gd name="connsiteY2" fmla="*/ 607765 h 607765"/>
                <a:gd name="connsiteX3" fmla="*/ 44809 w 955549"/>
                <a:gd name="connsiteY3" fmla="*/ 450488 h 607765"/>
                <a:gd name="connsiteX4" fmla="*/ 261852 w 955549"/>
                <a:gd name="connsiteY4" fmla="*/ 1703 h 607765"/>
                <a:gd name="connsiteX5" fmla="*/ 513888 w 955549"/>
                <a:gd name="connsiteY5" fmla="*/ 245577 h 607765"/>
                <a:gd name="connsiteX6" fmla="*/ 805041 w 955549"/>
                <a:gd name="connsiteY6" fmla="*/ 145056 h 607765"/>
                <a:gd name="connsiteX7" fmla="*/ 954005 w 955549"/>
                <a:gd name="connsiteY7" fmla="*/ 405609 h 607765"/>
                <a:gd name="connsiteX0" fmla="*/ 205095 w 955549"/>
                <a:gd name="connsiteY0" fmla="*/ 478537 h 664635"/>
                <a:gd name="connsiteX1" fmla="*/ 446317 w 955549"/>
                <a:gd name="connsiteY1" fmla="*/ 34109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46317 w 955549"/>
                <a:gd name="connsiteY1" fmla="*/ 34109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47853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402249 w 955549"/>
                <a:gd name="connsiteY1" fmla="*/ 352114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05095 w 955549"/>
                <a:gd name="connsiteY0" fmla="*/ 511587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4635"/>
                <a:gd name="connsiteX1" fmla="*/ 396740 w 955549"/>
                <a:gd name="connsiteY1" fmla="*/ 327327 h 664635"/>
                <a:gd name="connsiteX2" fmla="*/ 527862 w 955549"/>
                <a:gd name="connsiteY2" fmla="*/ 607765 h 664635"/>
                <a:gd name="connsiteX3" fmla="*/ 44809 w 955549"/>
                <a:gd name="connsiteY3" fmla="*/ 450488 h 664635"/>
                <a:gd name="connsiteX4" fmla="*/ 261852 w 955549"/>
                <a:gd name="connsiteY4" fmla="*/ 1703 h 664635"/>
                <a:gd name="connsiteX5" fmla="*/ 513888 w 955549"/>
                <a:gd name="connsiteY5" fmla="*/ 245577 h 664635"/>
                <a:gd name="connsiteX6" fmla="*/ 805041 w 955549"/>
                <a:gd name="connsiteY6" fmla="*/ 145056 h 664635"/>
                <a:gd name="connsiteX7" fmla="*/ 954005 w 955549"/>
                <a:gd name="connsiteY7" fmla="*/ 405609 h 664635"/>
                <a:gd name="connsiteX0" fmla="*/ 221620 w 955549"/>
                <a:gd name="connsiteY0" fmla="*/ 500570 h 666793"/>
                <a:gd name="connsiteX1" fmla="*/ 396740 w 955549"/>
                <a:gd name="connsiteY1" fmla="*/ 327327 h 666793"/>
                <a:gd name="connsiteX2" fmla="*/ 478286 w 955549"/>
                <a:gd name="connsiteY2" fmla="*/ 610520 h 666793"/>
                <a:gd name="connsiteX3" fmla="*/ 44809 w 955549"/>
                <a:gd name="connsiteY3" fmla="*/ 450488 h 666793"/>
                <a:gd name="connsiteX4" fmla="*/ 261852 w 955549"/>
                <a:gd name="connsiteY4" fmla="*/ 1703 h 666793"/>
                <a:gd name="connsiteX5" fmla="*/ 513888 w 955549"/>
                <a:gd name="connsiteY5" fmla="*/ 245577 h 666793"/>
                <a:gd name="connsiteX6" fmla="*/ 805041 w 955549"/>
                <a:gd name="connsiteY6" fmla="*/ 145056 h 666793"/>
                <a:gd name="connsiteX7" fmla="*/ 954005 w 955549"/>
                <a:gd name="connsiteY7" fmla="*/ 405609 h 666793"/>
                <a:gd name="connsiteX0" fmla="*/ 221620 w 955549"/>
                <a:gd name="connsiteY0" fmla="*/ 500570 h 666793"/>
                <a:gd name="connsiteX1" fmla="*/ 396740 w 955549"/>
                <a:gd name="connsiteY1" fmla="*/ 327327 h 666793"/>
                <a:gd name="connsiteX2" fmla="*/ 478286 w 955549"/>
                <a:gd name="connsiteY2" fmla="*/ 610520 h 666793"/>
                <a:gd name="connsiteX3" fmla="*/ 44809 w 955549"/>
                <a:gd name="connsiteY3" fmla="*/ 450488 h 666793"/>
                <a:gd name="connsiteX4" fmla="*/ 261852 w 955549"/>
                <a:gd name="connsiteY4" fmla="*/ 1703 h 666793"/>
                <a:gd name="connsiteX5" fmla="*/ 513888 w 955549"/>
                <a:gd name="connsiteY5" fmla="*/ 245577 h 666793"/>
                <a:gd name="connsiteX6" fmla="*/ 805041 w 955549"/>
                <a:gd name="connsiteY6" fmla="*/ 145056 h 666793"/>
                <a:gd name="connsiteX7" fmla="*/ 954005 w 955549"/>
                <a:gd name="connsiteY7" fmla="*/ 405609 h 666793"/>
                <a:gd name="connsiteX0" fmla="*/ 228696 w 962625"/>
                <a:gd name="connsiteY0" fmla="*/ 500570 h 673975"/>
                <a:gd name="connsiteX1" fmla="*/ 403816 w 962625"/>
                <a:gd name="connsiteY1" fmla="*/ 327327 h 673975"/>
                <a:gd name="connsiteX2" fmla="*/ 485362 w 962625"/>
                <a:gd name="connsiteY2" fmla="*/ 610520 h 673975"/>
                <a:gd name="connsiteX3" fmla="*/ 43623 w 962625"/>
                <a:gd name="connsiteY3" fmla="*/ 480784 h 673975"/>
                <a:gd name="connsiteX4" fmla="*/ 268928 w 962625"/>
                <a:gd name="connsiteY4" fmla="*/ 1703 h 673975"/>
                <a:gd name="connsiteX5" fmla="*/ 520964 w 962625"/>
                <a:gd name="connsiteY5" fmla="*/ 245577 h 673975"/>
                <a:gd name="connsiteX6" fmla="*/ 812117 w 962625"/>
                <a:gd name="connsiteY6" fmla="*/ 145056 h 673975"/>
                <a:gd name="connsiteX7" fmla="*/ 961081 w 962625"/>
                <a:gd name="connsiteY7" fmla="*/ 405609 h 673975"/>
                <a:gd name="connsiteX0" fmla="*/ 238218 w 972147"/>
                <a:gd name="connsiteY0" fmla="*/ 500570 h 681004"/>
                <a:gd name="connsiteX1" fmla="*/ 413338 w 972147"/>
                <a:gd name="connsiteY1" fmla="*/ 327327 h 681004"/>
                <a:gd name="connsiteX2" fmla="*/ 494884 w 972147"/>
                <a:gd name="connsiteY2" fmla="*/ 610520 h 681004"/>
                <a:gd name="connsiteX3" fmla="*/ 42128 w 972147"/>
                <a:gd name="connsiteY3" fmla="*/ 505572 h 681004"/>
                <a:gd name="connsiteX4" fmla="*/ 278450 w 972147"/>
                <a:gd name="connsiteY4" fmla="*/ 1703 h 681004"/>
                <a:gd name="connsiteX5" fmla="*/ 530486 w 972147"/>
                <a:gd name="connsiteY5" fmla="*/ 245577 h 681004"/>
                <a:gd name="connsiteX6" fmla="*/ 821639 w 972147"/>
                <a:gd name="connsiteY6" fmla="*/ 145056 h 681004"/>
                <a:gd name="connsiteX7" fmla="*/ 970603 w 972147"/>
                <a:gd name="connsiteY7" fmla="*/ 405609 h 681004"/>
                <a:gd name="connsiteX0" fmla="*/ 238218 w 972147"/>
                <a:gd name="connsiteY0" fmla="*/ 500570 h 684851"/>
                <a:gd name="connsiteX1" fmla="*/ 413338 w 972147"/>
                <a:gd name="connsiteY1" fmla="*/ 327327 h 684851"/>
                <a:gd name="connsiteX2" fmla="*/ 483867 w 972147"/>
                <a:gd name="connsiteY2" fmla="*/ 616028 h 684851"/>
                <a:gd name="connsiteX3" fmla="*/ 42128 w 972147"/>
                <a:gd name="connsiteY3" fmla="*/ 505572 h 684851"/>
                <a:gd name="connsiteX4" fmla="*/ 278450 w 972147"/>
                <a:gd name="connsiteY4" fmla="*/ 1703 h 684851"/>
                <a:gd name="connsiteX5" fmla="*/ 530486 w 972147"/>
                <a:gd name="connsiteY5" fmla="*/ 245577 h 684851"/>
                <a:gd name="connsiteX6" fmla="*/ 821639 w 972147"/>
                <a:gd name="connsiteY6" fmla="*/ 145056 h 684851"/>
                <a:gd name="connsiteX7" fmla="*/ 970603 w 972147"/>
                <a:gd name="connsiteY7" fmla="*/ 405609 h 684851"/>
                <a:gd name="connsiteX0" fmla="*/ 238218 w 972147"/>
                <a:gd name="connsiteY0" fmla="*/ 500570 h 678763"/>
                <a:gd name="connsiteX1" fmla="*/ 413338 w 972147"/>
                <a:gd name="connsiteY1" fmla="*/ 327327 h 678763"/>
                <a:gd name="connsiteX2" fmla="*/ 483867 w 972147"/>
                <a:gd name="connsiteY2" fmla="*/ 616028 h 678763"/>
                <a:gd name="connsiteX3" fmla="*/ 42128 w 972147"/>
                <a:gd name="connsiteY3" fmla="*/ 505572 h 678763"/>
                <a:gd name="connsiteX4" fmla="*/ 278450 w 972147"/>
                <a:gd name="connsiteY4" fmla="*/ 1703 h 678763"/>
                <a:gd name="connsiteX5" fmla="*/ 530486 w 972147"/>
                <a:gd name="connsiteY5" fmla="*/ 245577 h 678763"/>
                <a:gd name="connsiteX6" fmla="*/ 821639 w 972147"/>
                <a:gd name="connsiteY6" fmla="*/ 145056 h 678763"/>
                <a:gd name="connsiteX7" fmla="*/ 970603 w 972147"/>
                <a:gd name="connsiteY7" fmla="*/ 405609 h 678763"/>
                <a:gd name="connsiteX0" fmla="*/ 238218 w 972147"/>
                <a:gd name="connsiteY0" fmla="*/ 501130 h 679323"/>
                <a:gd name="connsiteX1" fmla="*/ 413338 w 972147"/>
                <a:gd name="connsiteY1" fmla="*/ 327887 h 679323"/>
                <a:gd name="connsiteX2" fmla="*/ 483867 w 972147"/>
                <a:gd name="connsiteY2" fmla="*/ 616588 h 679323"/>
                <a:gd name="connsiteX3" fmla="*/ 42128 w 972147"/>
                <a:gd name="connsiteY3" fmla="*/ 506132 h 679323"/>
                <a:gd name="connsiteX4" fmla="*/ 278450 w 972147"/>
                <a:gd name="connsiteY4" fmla="*/ 2263 h 679323"/>
                <a:gd name="connsiteX5" fmla="*/ 535994 w 972147"/>
                <a:gd name="connsiteY5" fmla="*/ 210332 h 679323"/>
                <a:gd name="connsiteX6" fmla="*/ 821639 w 972147"/>
                <a:gd name="connsiteY6" fmla="*/ 145616 h 679323"/>
                <a:gd name="connsiteX7" fmla="*/ 970603 w 972147"/>
                <a:gd name="connsiteY7" fmla="*/ 406169 h 679323"/>
                <a:gd name="connsiteX0" fmla="*/ 238218 w 972147"/>
                <a:gd name="connsiteY0" fmla="*/ 501130 h 679323"/>
                <a:gd name="connsiteX1" fmla="*/ 413338 w 972147"/>
                <a:gd name="connsiteY1" fmla="*/ 327887 h 679323"/>
                <a:gd name="connsiteX2" fmla="*/ 483867 w 972147"/>
                <a:gd name="connsiteY2" fmla="*/ 616588 h 679323"/>
                <a:gd name="connsiteX3" fmla="*/ 42128 w 972147"/>
                <a:gd name="connsiteY3" fmla="*/ 506132 h 679323"/>
                <a:gd name="connsiteX4" fmla="*/ 278450 w 972147"/>
                <a:gd name="connsiteY4" fmla="*/ 2263 h 679323"/>
                <a:gd name="connsiteX5" fmla="*/ 535994 w 972147"/>
                <a:gd name="connsiteY5" fmla="*/ 210332 h 679323"/>
                <a:gd name="connsiteX6" fmla="*/ 821639 w 972147"/>
                <a:gd name="connsiteY6" fmla="*/ 145616 h 679323"/>
                <a:gd name="connsiteX7" fmla="*/ 970603 w 972147"/>
                <a:gd name="connsiteY7" fmla="*/ 406169 h 679323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1584 h 679777"/>
                <a:gd name="connsiteX1" fmla="*/ 413338 w 972147"/>
                <a:gd name="connsiteY1" fmla="*/ 328341 h 679777"/>
                <a:gd name="connsiteX2" fmla="*/ 483867 w 972147"/>
                <a:gd name="connsiteY2" fmla="*/ 617042 h 679777"/>
                <a:gd name="connsiteX3" fmla="*/ 42128 w 972147"/>
                <a:gd name="connsiteY3" fmla="*/ 506586 h 679777"/>
                <a:gd name="connsiteX4" fmla="*/ 278450 w 972147"/>
                <a:gd name="connsiteY4" fmla="*/ 2717 h 679777"/>
                <a:gd name="connsiteX5" fmla="*/ 535994 w 972147"/>
                <a:gd name="connsiteY5" fmla="*/ 210786 h 679777"/>
                <a:gd name="connsiteX6" fmla="*/ 821639 w 972147"/>
                <a:gd name="connsiteY6" fmla="*/ 146070 h 679777"/>
                <a:gd name="connsiteX7" fmla="*/ 970603 w 972147"/>
                <a:gd name="connsiteY7" fmla="*/ 406623 h 679777"/>
                <a:gd name="connsiteX0" fmla="*/ 238218 w 972147"/>
                <a:gd name="connsiteY0" fmla="*/ 502590 h 680783"/>
                <a:gd name="connsiteX1" fmla="*/ 413338 w 972147"/>
                <a:gd name="connsiteY1" fmla="*/ 329347 h 680783"/>
                <a:gd name="connsiteX2" fmla="*/ 483867 w 972147"/>
                <a:gd name="connsiteY2" fmla="*/ 618048 h 680783"/>
                <a:gd name="connsiteX3" fmla="*/ 42128 w 972147"/>
                <a:gd name="connsiteY3" fmla="*/ 507592 h 680783"/>
                <a:gd name="connsiteX4" fmla="*/ 278450 w 972147"/>
                <a:gd name="connsiteY4" fmla="*/ 3723 h 680783"/>
                <a:gd name="connsiteX5" fmla="*/ 535994 w 972147"/>
                <a:gd name="connsiteY5" fmla="*/ 211792 h 680783"/>
                <a:gd name="connsiteX6" fmla="*/ 821639 w 972147"/>
                <a:gd name="connsiteY6" fmla="*/ 147076 h 680783"/>
                <a:gd name="connsiteX7" fmla="*/ 970603 w 972147"/>
                <a:gd name="connsiteY7" fmla="*/ 407629 h 680783"/>
                <a:gd name="connsiteX0" fmla="*/ 238218 w 972381"/>
                <a:gd name="connsiteY0" fmla="*/ 502590 h 680783"/>
                <a:gd name="connsiteX1" fmla="*/ 413338 w 972381"/>
                <a:gd name="connsiteY1" fmla="*/ 329347 h 680783"/>
                <a:gd name="connsiteX2" fmla="*/ 483867 w 972381"/>
                <a:gd name="connsiteY2" fmla="*/ 618048 h 680783"/>
                <a:gd name="connsiteX3" fmla="*/ 42128 w 972381"/>
                <a:gd name="connsiteY3" fmla="*/ 507592 h 680783"/>
                <a:gd name="connsiteX4" fmla="*/ 278450 w 972381"/>
                <a:gd name="connsiteY4" fmla="*/ 3723 h 680783"/>
                <a:gd name="connsiteX5" fmla="*/ 535994 w 972381"/>
                <a:gd name="connsiteY5" fmla="*/ 211792 h 680783"/>
                <a:gd name="connsiteX6" fmla="*/ 829902 w 972381"/>
                <a:gd name="connsiteY6" fmla="*/ 119534 h 680783"/>
                <a:gd name="connsiteX7" fmla="*/ 970603 w 972381"/>
                <a:gd name="connsiteY7" fmla="*/ 407629 h 680783"/>
                <a:gd name="connsiteX0" fmla="*/ 238218 w 972381"/>
                <a:gd name="connsiteY0" fmla="*/ 502590 h 680783"/>
                <a:gd name="connsiteX1" fmla="*/ 413338 w 972381"/>
                <a:gd name="connsiteY1" fmla="*/ 329347 h 680783"/>
                <a:gd name="connsiteX2" fmla="*/ 483867 w 972381"/>
                <a:gd name="connsiteY2" fmla="*/ 618048 h 680783"/>
                <a:gd name="connsiteX3" fmla="*/ 42128 w 972381"/>
                <a:gd name="connsiteY3" fmla="*/ 507592 h 680783"/>
                <a:gd name="connsiteX4" fmla="*/ 278450 w 972381"/>
                <a:gd name="connsiteY4" fmla="*/ 3723 h 680783"/>
                <a:gd name="connsiteX5" fmla="*/ 535994 w 972381"/>
                <a:gd name="connsiteY5" fmla="*/ 211792 h 680783"/>
                <a:gd name="connsiteX6" fmla="*/ 829902 w 972381"/>
                <a:gd name="connsiteY6" fmla="*/ 119534 h 680783"/>
                <a:gd name="connsiteX7" fmla="*/ 970603 w 972381"/>
                <a:gd name="connsiteY7" fmla="*/ 407629 h 680783"/>
                <a:gd name="connsiteX0" fmla="*/ 238218 w 973905"/>
                <a:gd name="connsiteY0" fmla="*/ 502590 h 680783"/>
                <a:gd name="connsiteX1" fmla="*/ 413338 w 973905"/>
                <a:gd name="connsiteY1" fmla="*/ 329347 h 680783"/>
                <a:gd name="connsiteX2" fmla="*/ 483867 w 973905"/>
                <a:gd name="connsiteY2" fmla="*/ 618048 h 680783"/>
                <a:gd name="connsiteX3" fmla="*/ 42128 w 973905"/>
                <a:gd name="connsiteY3" fmla="*/ 507592 h 680783"/>
                <a:gd name="connsiteX4" fmla="*/ 278450 w 973905"/>
                <a:gd name="connsiteY4" fmla="*/ 3723 h 680783"/>
                <a:gd name="connsiteX5" fmla="*/ 535994 w 973905"/>
                <a:gd name="connsiteY5" fmla="*/ 211792 h 680783"/>
                <a:gd name="connsiteX6" fmla="*/ 857444 w 973905"/>
                <a:gd name="connsiteY6" fmla="*/ 144322 h 680783"/>
                <a:gd name="connsiteX7" fmla="*/ 970603 w 973905"/>
                <a:gd name="connsiteY7" fmla="*/ 407629 h 680783"/>
                <a:gd name="connsiteX0" fmla="*/ 238218 w 973905"/>
                <a:gd name="connsiteY0" fmla="*/ 502590 h 680783"/>
                <a:gd name="connsiteX1" fmla="*/ 413338 w 973905"/>
                <a:gd name="connsiteY1" fmla="*/ 329347 h 680783"/>
                <a:gd name="connsiteX2" fmla="*/ 483867 w 973905"/>
                <a:gd name="connsiteY2" fmla="*/ 618048 h 680783"/>
                <a:gd name="connsiteX3" fmla="*/ 42128 w 973905"/>
                <a:gd name="connsiteY3" fmla="*/ 507592 h 680783"/>
                <a:gd name="connsiteX4" fmla="*/ 278450 w 973905"/>
                <a:gd name="connsiteY4" fmla="*/ 3723 h 680783"/>
                <a:gd name="connsiteX5" fmla="*/ 535994 w 973905"/>
                <a:gd name="connsiteY5" fmla="*/ 211792 h 680783"/>
                <a:gd name="connsiteX6" fmla="*/ 857444 w 973905"/>
                <a:gd name="connsiteY6" fmla="*/ 144322 h 680783"/>
                <a:gd name="connsiteX7" fmla="*/ 970603 w 973905"/>
                <a:gd name="connsiteY7" fmla="*/ 407629 h 680783"/>
                <a:gd name="connsiteX0" fmla="*/ 238218 w 975028"/>
                <a:gd name="connsiteY0" fmla="*/ 502590 h 680783"/>
                <a:gd name="connsiteX1" fmla="*/ 413338 w 975028"/>
                <a:gd name="connsiteY1" fmla="*/ 329347 h 680783"/>
                <a:gd name="connsiteX2" fmla="*/ 483867 w 975028"/>
                <a:gd name="connsiteY2" fmla="*/ 618048 h 680783"/>
                <a:gd name="connsiteX3" fmla="*/ 42128 w 975028"/>
                <a:gd name="connsiteY3" fmla="*/ 507592 h 680783"/>
                <a:gd name="connsiteX4" fmla="*/ 278450 w 975028"/>
                <a:gd name="connsiteY4" fmla="*/ 3723 h 680783"/>
                <a:gd name="connsiteX5" fmla="*/ 535994 w 975028"/>
                <a:gd name="connsiteY5" fmla="*/ 211792 h 680783"/>
                <a:gd name="connsiteX6" fmla="*/ 857444 w 975028"/>
                <a:gd name="connsiteY6" fmla="*/ 144322 h 680783"/>
                <a:gd name="connsiteX7" fmla="*/ 970603 w 975028"/>
                <a:gd name="connsiteY7" fmla="*/ 407629 h 680783"/>
                <a:gd name="connsiteX0" fmla="*/ 238218 w 975028"/>
                <a:gd name="connsiteY0" fmla="*/ 502590 h 680783"/>
                <a:gd name="connsiteX1" fmla="*/ 413338 w 975028"/>
                <a:gd name="connsiteY1" fmla="*/ 329347 h 680783"/>
                <a:gd name="connsiteX2" fmla="*/ 483867 w 975028"/>
                <a:gd name="connsiteY2" fmla="*/ 618048 h 680783"/>
                <a:gd name="connsiteX3" fmla="*/ 42128 w 975028"/>
                <a:gd name="connsiteY3" fmla="*/ 507592 h 680783"/>
                <a:gd name="connsiteX4" fmla="*/ 278450 w 975028"/>
                <a:gd name="connsiteY4" fmla="*/ 3723 h 680783"/>
                <a:gd name="connsiteX5" fmla="*/ 535994 w 975028"/>
                <a:gd name="connsiteY5" fmla="*/ 211792 h 680783"/>
                <a:gd name="connsiteX6" fmla="*/ 857444 w 975028"/>
                <a:gd name="connsiteY6" fmla="*/ 144322 h 680783"/>
                <a:gd name="connsiteX7" fmla="*/ 970603 w 975028"/>
                <a:gd name="connsiteY7" fmla="*/ 407629 h 680783"/>
                <a:gd name="connsiteX0" fmla="*/ 238218 w 975375"/>
                <a:gd name="connsiteY0" fmla="*/ 502590 h 680783"/>
                <a:gd name="connsiteX1" fmla="*/ 413338 w 975375"/>
                <a:gd name="connsiteY1" fmla="*/ 329347 h 680783"/>
                <a:gd name="connsiteX2" fmla="*/ 483867 w 975375"/>
                <a:gd name="connsiteY2" fmla="*/ 618048 h 680783"/>
                <a:gd name="connsiteX3" fmla="*/ 42128 w 975375"/>
                <a:gd name="connsiteY3" fmla="*/ 507592 h 680783"/>
                <a:gd name="connsiteX4" fmla="*/ 278450 w 975375"/>
                <a:gd name="connsiteY4" fmla="*/ 3723 h 680783"/>
                <a:gd name="connsiteX5" fmla="*/ 535994 w 975375"/>
                <a:gd name="connsiteY5" fmla="*/ 211792 h 680783"/>
                <a:gd name="connsiteX6" fmla="*/ 857444 w 975375"/>
                <a:gd name="connsiteY6" fmla="*/ 144322 h 680783"/>
                <a:gd name="connsiteX7" fmla="*/ 970603 w 975375"/>
                <a:gd name="connsiteY7" fmla="*/ 407629 h 680783"/>
                <a:gd name="connsiteX0" fmla="*/ 238218 w 975375"/>
                <a:gd name="connsiteY0" fmla="*/ 502590 h 680783"/>
                <a:gd name="connsiteX1" fmla="*/ 413338 w 975375"/>
                <a:gd name="connsiteY1" fmla="*/ 329347 h 680783"/>
                <a:gd name="connsiteX2" fmla="*/ 483867 w 975375"/>
                <a:gd name="connsiteY2" fmla="*/ 618048 h 680783"/>
                <a:gd name="connsiteX3" fmla="*/ 42128 w 975375"/>
                <a:gd name="connsiteY3" fmla="*/ 507592 h 680783"/>
                <a:gd name="connsiteX4" fmla="*/ 278450 w 975375"/>
                <a:gd name="connsiteY4" fmla="*/ 3723 h 680783"/>
                <a:gd name="connsiteX5" fmla="*/ 535994 w 975375"/>
                <a:gd name="connsiteY5" fmla="*/ 211792 h 680783"/>
                <a:gd name="connsiteX6" fmla="*/ 857444 w 975375"/>
                <a:gd name="connsiteY6" fmla="*/ 144322 h 680783"/>
                <a:gd name="connsiteX7" fmla="*/ 970603 w 975375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35994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35994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2590 h 680783"/>
                <a:gd name="connsiteX1" fmla="*/ 413338 w 973301"/>
                <a:gd name="connsiteY1" fmla="*/ 329347 h 680783"/>
                <a:gd name="connsiteX2" fmla="*/ 483867 w 973301"/>
                <a:gd name="connsiteY2" fmla="*/ 618048 h 680783"/>
                <a:gd name="connsiteX3" fmla="*/ 42128 w 973301"/>
                <a:gd name="connsiteY3" fmla="*/ 507592 h 680783"/>
                <a:gd name="connsiteX4" fmla="*/ 278450 w 973301"/>
                <a:gd name="connsiteY4" fmla="*/ 3723 h 680783"/>
                <a:gd name="connsiteX5" fmla="*/ 558028 w 973301"/>
                <a:gd name="connsiteY5" fmla="*/ 211792 h 680783"/>
                <a:gd name="connsiteX6" fmla="*/ 857444 w 973301"/>
                <a:gd name="connsiteY6" fmla="*/ 144322 h 680783"/>
                <a:gd name="connsiteX7" fmla="*/ 970603 w 973301"/>
                <a:gd name="connsiteY7" fmla="*/ 407629 h 680783"/>
                <a:gd name="connsiteX0" fmla="*/ 238218 w 973301"/>
                <a:gd name="connsiteY0" fmla="*/ 503717 h 681910"/>
                <a:gd name="connsiteX1" fmla="*/ 413338 w 973301"/>
                <a:gd name="connsiteY1" fmla="*/ 330474 h 681910"/>
                <a:gd name="connsiteX2" fmla="*/ 483867 w 973301"/>
                <a:gd name="connsiteY2" fmla="*/ 619175 h 681910"/>
                <a:gd name="connsiteX3" fmla="*/ 42128 w 973301"/>
                <a:gd name="connsiteY3" fmla="*/ 508719 h 681910"/>
                <a:gd name="connsiteX4" fmla="*/ 278450 w 973301"/>
                <a:gd name="connsiteY4" fmla="*/ 4850 h 681910"/>
                <a:gd name="connsiteX5" fmla="*/ 558028 w 973301"/>
                <a:gd name="connsiteY5" fmla="*/ 212919 h 681910"/>
                <a:gd name="connsiteX6" fmla="*/ 857444 w 973301"/>
                <a:gd name="connsiteY6" fmla="*/ 145449 h 681910"/>
                <a:gd name="connsiteX7" fmla="*/ 970603 w 973301"/>
                <a:gd name="connsiteY7" fmla="*/ 408756 h 681910"/>
                <a:gd name="connsiteX0" fmla="*/ 238218 w 973301"/>
                <a:gd name="connsiteY0" fmla="*/ 503717 h 681910"/>
                <a:gd name="connsiteX1" fmla="*/ 413338 w 973301"/>
                <a:gd name="connsiteY1" fmla="*/ 330474 h 681910"/>
                <a:gd name="connsiteX2" fmla="*/ 483867 w 973301"/>
                <a:gd name="connsiteY2" fmla="*/ 619175 h 681910"/>
                <a:gd name="connsiteX3" fmla="*/ 42128 w 973301"/>
                <a:gd name="connsiteY3" fmla="*/ 508719 h 681910"/>
                <a:gd name="connsiteX4" fmla="*/ 278450 w 973301"/>
                <a:gd name="connsiteY4" fmla="*/ 4850 h 681910"/>
                <a:gd name="connsiteX5" fmla="*/ 558028 w 973301"/>
                <a:gd name="connsiteY5" fmla="*/ 212919 h 681910"/>
                <a:gd name="connsiteX6" fmla="*/ 857444 w 973301"/>
                <a:gd name="connsiteY6" fmla="*/ 145449 h 681910"/>
                <a:gd name="connsiteX7" fmla="*/ 970603 w 973301"/>
                <a:gd name="connsiteY7" fmla="*/ 408756 h 681910"/>
                <a:gd name="connsiteX0" fmla="*/ 238218 w 973301"/>
                <a:gd name="connsiteY0" fmla="*/ 506290 h 684483"/>
                <a:gd name="connsiteX1" fmla="*/ 413338 w 973301"/>
                <a:gd name="connsiteY1" fmla="*/ 333047 h 684483"/>
                <a:gd name="connsiteX2" fmla="*/ 483867 w 973301"/>
                <a:gd name="connsiteY2" fmla="*/ 621748 h 684483"/>
                <a:gd name="connsiteX3" fmla="*/ 42128 w 973301"/>
                <a:gd name="connsiteY3" fmla="*/ 511292 h 684483"/>
                <a:gd name="connsiteX4" fmla="*/ 278450 w 973301"/>
                <a:gd name="connsiteY4" fmla="*/ 7423 h 684483"/>
                <a:gd name="connsiteX5" fmla="*/ 549765 w 973301"/>
                <a:gd name="connsiteY5" fmla="*/ 190704 h 684483"/>
                <a:gd name="connsiteX6" fmla="*/ 857444 w 973301"/>
                <a:gd name="connsiteY6" fmla="*/ 148022 h 684483"/>
                <a:gd name="connsiteX7" fmla="*/ 970603 w 973301"/>
                <a:gd name="connsiteY7" fmla="*/ 411329 h 684483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3104 h 681297"/>
                <a:gd name="connsiteX1" fmla="*/ 413338 w 973301"/>
                <a:gd name="connsiteY1" fmla="*/ 329861 h 681297"/>
                <a:gd name="connsiteX2" fmla="*/ 483867 w 973301"/>
                <a:gd name="connsiteY2" fmla="*/ 618562 h 681297"/>
                <a:gd name="connsiteX3" fmla="*/ 42128 w 973301"/>
                <a:gd name="connsiteY3" fmla="*/ 508106 h 681297"/>
                <a:gd name="connsiteX4" fmla="*/ 278450 w 973301"/>
                <a:gd name="connsiteY4" fmla="*/ 4237 h 681297"/>
                <a:gd name="connsiteX5" fmla="*/ 549765 w 973301"/>
                <a:gd name="connsiteY5" fmla="*/ 187518 h 681297"/>
                <a:gd name="connsiteX6" fmla="*/ 857444 w 973301"/>
                <a:gd name="connsiteY6" fmla="*/ 144836 h 681297"/>
                <a:gd name="connsiteX7" fmla="*/ 970603 w 973301"/>
                <a:gd name="connsiteY7" fmla="*/ 408143 h 681297"/>
                <a:gd name="connsiteX0" fmla="*/ 238218 w 973301"/>
                <a:gd name="connsiteY0" fmla="*/ 501535 h 679728"/>
                <a:gd name="connsiteX1" fmla="*/ 413338 w 973301"/>
                <a:gd name="connsiteY1" fmla="*/ 328292 h 679728"/>
                <a:gd name="connsiteX2" fmla="*/ 483867 w 973301"/>
                <a:gd name="connsiteY2" fmla="*/ 616993 h 679728"/>
                <a:gd name="connsiteX3" fmla="*/ 42128 w 973301"/>
                <a:gd name="connsiteY3" fmla="*/ 506537 h 679728"/>
                <a:gd name="connsiteX4" fmla="*/ 278450 w 973301"/>
                <a:gd name="connsiteY4" fmla="*/ 2668 h 679728"/>
                <a:gd name="connsiteX5" fmla="*/ 549765 w 973301"/>
                <a:gd name="connsiteY5" fmla="*/ 185949 h 679728"/>
                <a:gd name="connsiteX6" fmla="*/ 857444 w 973301"/>
                <a:gd name="connsiteY6" fmla="*/ 143267 h 679728"/>
                <a:gd name="connsiteX7" fmla="*/ 970603 w 973301"/>
                <a:gd name="connsiteY7" fmla="*/ 406574 h 679728"/>
                <a:gd name="connsiteX0" fmla="*/ 239713 w 974796"/>
                <a:gd name="connsiteY0" fmla="*/ 509581 h 687774"/>
                <a:gd name="connsiteX1" fmla="*/ 414833 w 974796"/>
                <a:gd name="connsiteY1" fmla="*/ 336338 h 687774"/>
                <a:gd name="connsiteX2" fmla="*/ 485362 w 974796"/>
                <a:gd name="connsiteY2" fmla="*/ 625039 h 687774"/>
                <a:gd name="connsiteX3" fmla="*/ 43623 w 974796"/>
                <a:gd name="connsiteY3" fmla="*/ 514583 h 687774"/>
                <a:gd name="connsiteX4" fmla="*/ 268928 w 974796"/>
                <a:gd name="connsiteY4" fmla="*/ 2452 h 687774"/>
                <a:gd name="connsiteX5" fmla="*/ 551260 w 974796"/>
                <a:gd name="connsiteY5" fmla="*/ 193995 h 687774"/>
                <a:gd name="connsiteX6" fmla="*/ 858939 w 974796"/>
                <a:gd name="connsiteY6" fmla="*/ 151313 h 687774"/>
                <a:gd name="connsiteX7" fmla="*/ 972098 w 974796"/>
                <a:gd name="connsiteY7" fmla="*/ 414620 h 687774"/>
                <a:gd name="connsiteX0" fmla="*/ 239713 w 974796"/>
                <a:gd name="connsiteY0" fmla="*/ 508440 h 686633"/>
                <a:gd name="connsiteX1" fmla="*/ 414833 w 974796"/>
                <a:gd name="connsiteY1" fmla="*/ 335197 h 686633"/>
                <a:gd name="connsiteX2" fmla="*/ 485362 w 974796"/>
                <a:gd name="connsiteY2" fmla="*/ 623898 h 686633"/>
                <a:gd name="connsiteX3" fmla="*/ 43623 w 974796"/>
                <a:gd name="connsiteY3" fmla="*/ 513442 h 686633"/>
                <a:gd name="connsiteX4" fmla="*/ 268928 w 974796"/>
                <a:gd name="connsiteY4" fmla="*/ 1311 h 686633"/>
                <a:gd name="connsiteX5" fmla="*/ 551260 w 974796"/>
                <a:gd name="connsiteY5" fmla="*/ 192854 h 686633"/>
                <a:gd name="connsiteX6" fmla="*/ 858939 w 974796"/>
                <a:gd name="connsiteY6" fmla="*/ 150172 h 686633"/>
                <a:gd name="connsiteX7" fmla="*/ 972098 w 974796"/>
                <a:gd name="connsiteY7" fmla="*/ 413479 h 68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4796" h="686633">
                  <a:moveTo>
                    <a:pt x="239713" y="508440"/>
                  </a:moveTo>
                  <a:cubicBezTo>
                    <a:pt x="220051" y="400199"/>
                    <a:pt x="313311" y="308483"/>
                    <a:pt x="414833" y="335197"/>
                  </a:cubicBezTo>
                  <a:cubicBezTo>
                    <a:pt x="568709" y="355231"/>
                    <a:pt x="571103" y="526747"/>
                    <a:pt x="485362" y="623898"/>
                  </a:cubicBezTo>
                  <a:cubicBezTo>
                    <a:pt x="359231" y="741315"/>
                    <a:pt x="103653" y="687971"/>
                    <a:pt x="43623" y="513442"/>
                  </a:cubicBezTo>
                  <a:cubicBezTo>
                    <a:pt x="-86006" y="165544"/>
                    <a:pt x="98347" y="15949"/>
                    <a:pt x="268928" y="1311"/>
                  </a:cubicBezTo>
                  <a:cubicBezTo>
                    <a:pt x="423631" y="-11041"/>
                    <a:pt x="534267" y="64743"/>
                    <a:pt x="551260" y="192854"/>
                  </a:cubicBezTo>
                  <a:cubicBezTo>
                    <a:pt x="632704" y="84983"/>
                    <a:pt x="783005" y="98296"/>
                    <a:pt x="858939" y="150172"/>
                  </a:cubicBezTo>
                  <a:cubicBezTo>
                    <a:pt x="963678" y="201219"/>
                    <a:pt x="983037" y="310103"/>
                    <a:pt x="972098" y="413479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F8869393-AB37-4852-808C-1F7FF8D21166}"/>
                </a:ext>
              </a:extLst>
            </p:cNvPr>
            <p:cNvSpPr/>
            <p:nvPr/>
          </p:nvSpPr>
          <p:spPr>
            <a:xfrm>
              <a:off x="6646452" y="3560646"/>
              <a:ext cx="483425" cy="783120"/>
            </a:xfrm>
            <a:custGeom>
              <a:avLst/>
              <a:gdLst>
                <a:gd name="connsiteX0" fmla="*/ 0 w 647934"/>
                <a:gd name="connsiteY0" fmla="*/ 277685 h 1051840"/>
                <a:gd name="connsiteX1" fmla="*/ 330979 w 647934"/>
                <a:gd name="connsiteY1" fmla="*/ 0 h 1051840"/>
                <a:gd name="connsiteX2" fmla="*/ 560982 w 647934"/>
                <a:gd name="connsiteY2" fmla="*/ 171099 h 1051840"/>
                <a:gd name="connsiteX3" fmla="*/ 468420 w 647934"/>
                <a:gd name="connsiteY3" fmla="*/ 493663 h 1051840"/>
                <a:gd name="connsiteX4" fmla="*/ 647934 w 647934"/>
                <a:gd name="connsiteY4" fmla="*/ 793789 h 1051840"/>
                <a:gd name="connsiteX5" fmla="*/ 468420 w 647934"/>
                <a:gd name="connsiteY5" fmla="*/ 1051840 h 1051840"/>
                <a:gd name="connsiteX0" fmla="*/ 0 w 647934"/>
                <a:gd name="connsiteY0" fmla="*/ 277685 h 1051840"/>
                <a:gd name="connsiteX1" fmla="*/ 330979 w 647934"/>
                <a:gd name="connsiteY1" fmla="*/ 0 h 1051840"/>
                <a:gd name="connsiteX2" fmla="*/ 560982 w 647934"/>
                <a:gd name="connsiteY2" fmla="*/ 171099 h 1051840"/>
                <a:gd name="connsiteX3" fmla="*/ 468420 w 647934"/>
                <a:gd name="connsiteY3" fmla="*/ 493663 h 1051840"/>
                <a:gd name="connsiteX4" fmla="*/ 647934 w 647934"/>
                <a:gd name="connsiteY4" fmla="*/ 793789 h 1051840"/>
                <a:gd name="connsiteX5" fmla="*/ 468420 w 647934"/>
                <a:gd name="connsiteY5" fmla="*/ 1051840 h 1051840"/>
                <a:gd name="connsiteX0" fmla="*/ 0 w 647937"/>
                <a:gd name="connsiteY0" fmla="*/ 277685 h 1051840"/>
                <a:gd name="connsiteX1" fmla="*/ 330979 w 647937"/>
                <a:gd name="connsiteY1" fmla="*/ 0 h 1051840"/>
                <a:gd name="connsiteX2" fmla="*/ 560982 w 647937"/>
                <a:gd name="connsiteY2" fmla="*/ 171099 h 1051840"/>
                <a:gd name="connsiteX3" fmla="*/ 468420 w 647937"/>
                <a:gd name="connsiteY3" fmla="*/ 493663 h 1051840"/>
                <a:gd name="connsiteX4" fmla="*/ 647934 w 647937"/>
                <a:gd name="connsiteY4" fmla="*/ 793789 h 1051840"/>
                <a:gd name="connsiteX5" fmla="*/ 468420 w 647937"/>
                <a:gd name="connsiteY5" fmla="*/ 1051840 h 1051840"/>
                <a:gd name="connsiteX0" fmla="*/ 0 w 647937"/>
                <a:gd name="connsiteY0" fmla="*/ 277685 h 1051840"/>
                <a:gd name="connsiteX1" fmla="*/ 330979 w 647937"/>
                <a:gd name="connsiteY1" fmla="*/ 0 h 1051840"/>
                <a:gd name="connsiteX2" fmla="*/ 560982 w 647937"/>
                <a:gd name="connsiteY2" fmla="*/ 171099 h 1051840"/>
                <a:gd name="connsiteX3" fmla="*/ 468420 w 647937"/>
                <a:gd name="connsiteY3" fmla="*/ 493663 h 1051840"/>
                <a:gd name="connsiteX4" fmla="*/ 647934 w 647937"/>
                <a:gd name="connsiteY4" fmla="*/ 793789 h 1051840"/>
                <a:gd name="connsiteX5" fmla="*/ 468420 w 647937"/>
                <a:gd name="connsiteY5" fmla="*/ 1051840 h 1051840"/>
                <a:gd name="connsiteX0" fmla="*/ 0 w 647937"/>
                <a:gd name="connsiteY0" fmla="*/ 277685 h 1035314"/>
                <a:gd name="connsiteX1" fmla="*/ 330979 w 647937"/>
                <a:gd name="connsiteY1" fmla="*/ 0 h 1035314"/>
                <a:gd name="connsiteX2" fmla="*/ 560982 w 647937"/>
                <a:gd name="connsiteY2" fmla="*/ 171099 h 1035314"/>
                <a:gd name="connsiteX3" fmla="*/ 468420 w 647937"/>
                <a:gd name="connsiteY3" fmla="*/ 493663 h 1035314"/>
                <a:gd name="connsiteX4" fmla="*/ 647934 w 647937"/>
                <a:gd name="connsiteY4" fmla="*/ 793789 h 1035314"/>
                <a:gd name="connsiteX5" fmla="*/ 465665 w 647937"/>
                <a:gd name="connsiteY5" fmla="*/ 1035314 h 1035314"/>
                <a:gd name="connsiteX0" fmla="*/ 0 w 642428"/>
                <a:gd name="connsiteY0" fmla="*/ 277685 h 1035314"/>
                <a:gd name="connsiteX1" fmla="*/ 330979 w 642428"/>
                <a:gd name="connsiteY1" fmla="*/ 0 h 1035314"/>
                <a:gd name="connsiteX2" fmla="*/ 560982 w 642428"/>
                <a:gd name="connsiteY2" fmla="*/ 171099 h 1035314"/>
                <a:gd name="connsiteX3" fmla="*/ 468420 w 642428"/>
                <a:gd name="connsiteY3" fmla="*/ 493663 h 1035314"/>
                <a:gd name="connsiteX4" fmla="*/ 642425 w 642428"/>
                <a:gd name="connsiteY4" fmla="*/ 769001 h 1035314"/>
                <a:gd name="connsiteX5" fmla="*/ 465665 w 642428"/>
                <a:gd name="connsiteY5" fmla="*/ 1035314 h 1035314"/>
                <a:gd name="connsiteX0" fmla="*/ 0 w 642428"/>
                <a:gd name="connsiteY0" fmla="*/ 277685 h 1035314"/>
                <a:gd name="connsiteX1" fmla="*/ 330979 w 642428"/>
                <a:gd name="connsiteY1" fmla="*/ 0 h 1035314"/>
                <a:gd name="connsiteX2" fmla="*/ 560982 w 642428"/>
                <a:gd name="connsiteY2" fmla="*/ 171099 h 1035314"/>
                <a:gd name="connsiteX3" fmla="*/ 468420 w 642428"/>
                <a:gd name="connsiteY3" fmla="*/ 493663 h 1035314"/>
                <a:gd name="connsiteX4" fmla="*/ 642425 w 642428"/>
                <a:gd name="connsiteY4" fmla="*/ 769001 h 1035314"/>
                <a:gd name="connsiteX5" fmla="*/ 465665 w 642428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501"/>
                <a:gd name="connsiteY0" fmla="*/ 277685 h 1035314"/>
                <a:gd name="connsiteX1" fmla="*/ 330979 w 642501"/>
                <a:gd name="connsiteY1" fmla="*/ 0 h 1035314"/>
                <a:gd name="connsiteX2" fmla="*/ 560982 w 642501"/>
                <a:gd name="connsiteY2" fmla="*/ 171099 h 1035314"/>
                <a:gd name="connsiteX3" fmla="*/ 468420 w 642501"/>
                <a:gd name="connsiteY3" fmla="*/ 493663 h 1035314"/>
                <a:gd name="connsiteX4" fmla="*/ 642425 w 642501"/>
                <a:gd name="connsiteY4" fmla="*/ 769001 h 1035314"/>
                <a:gd name="connsiteX5" fmla="*/ 465665 w 642501"/>
                <a:gd name="connsiteY5" fmla="*/ 1035314 h 1035314"/>
                <a:gd name="connsiteX0" fmla="*/ 0 w 642489"/>
                <a:gd name="connsiteY0" fmla="*/ 277685 h 1035314"/>
                <a:gd name="connsiteX1" fmla="*/ 330979 w 642489"/>
                <a:gd name="connsiteY1" fmla="*/ 0 h 1035314"/>
                <a:gd name="connsiteX2" fmla="*/ 560982 w 642489"/>
                <a:gd name="connsiteY2" fmla="*/ 171099 h 1035314"/>
                <a:gd name="connsiteX3" fmla="*/ 446386 w 642489"/>
                <a:gd name="connsiteY3" fmla="*/ 490909 h 1035314"/>
                <a:gd name="connsiteX4" fmla="*/ 642425 w 642489"/>
                <a:gd name="connsiteY4" fmla="*/ 769001 h 1035314"/>
                <a:gd name="connsiteX5" fmla="*/ 465665 w 642489"/>
                <a:gd name="connsiteY5" fmla="*/ 1035314 h 1035314"/>
                <a:gd name="connsiteX0" fmla="*/ 0 w 642733"/>
                <a:gd name="connsiteY0" fmla="*/ 277685 h 1035314"/>
                <a:gd name="connsiteX1" fmla="*/ 330979 w 642733"/>
                <a:gd name="connsiteY1" fmla="*/ 0 h 1035314"/>
                <a:gd name="connsiteX2" fmla="*/ 560982 w 642733"/>
                <a:gd name="connsiteY2" fmla="*/ 171099 h 1035314"/>
                <a:gd name="connsiteX3" fmla="*/ 446386 w 642733"/>
                <a:gd name="connsiteY3" fmla="*/ 490909 h 1035314"/>
                <a:gd name="connsiteX4" fmla="*/ 642425 w 642733"/>
                <a:gd name="connsiteY4" fmla="*/ 769001 h 1035314"/>
                <a:gd name="connsiteX5" fmla="*/ 465665 w 642733"/>
                <a:gd name="connsiteY5" fmla="*/ 1035314 h 1035314"/>
                <a:gd name="connsiteX0" fmla="*/ 0 w 642733"/>
                <a:gd name="connsiteY0" fmla="*/ 277685 h 1035314"/>
                <a:gd name="connsiteX1" fmla="*/ 330979 w 642733"/>
                <a:gd name="connsiteY1" fmla="*/ 0 h 1035314"/>
                <a:gd name="connsiteX2" fmla="*/ 560982 w 642733"/>
                <a:gd name="connsiteY2" fmla="*/ 171099 h 1035314"/>
                <a:gd name="connsiteX3" fmla="*/ 446386 w 642733"/>
                <a:gd name="connsiteY3" fmla="*/ 490909 h 1035314"/>
                <a:gd name="connsiteX4" fmla="*/ 642425 w 642733"/>
                <a:gd name="connsiteY4" fmla="*/ 769001 h 1035314"/>
                <a:gd name="connsiteX5" fmla="*/ 465665 w 642733"/>
                <a:gd name="connsiteY5" fmla="*/ 1035314 h 1035314"/>
                <a:gd name="connsiteX0" fmla="*/ 0 w 642564"/>
                <a:gd name="connsiteY0" fmla="*/ 277685 h 1035314"/>
                <a:gd name="connsiteX1" fmla="*/ 330979 w 642564"/>
                <a:gd name="connsiteY1" fmla="*/ 0 h 1035314"/>
                <a:gd name="connsiteX2" fmla="*/ 560982 w 642564"/>
                <a:gd name="connsiteY2" fmla="*/ 171099 h 1035314"/>
                <a:gd name="connsiteX3" fmla="*/ 446386 w 642564"/>
                <a:gd name="connsiteY3" fmla="*/ 490909 h 1035314"/>
                <a:gd name="connsiteX4" fmla="*/ 642425 w 642564"/>
                <a:gd name="connsiteY4" fmla="*/ 769001 h 1035314"/>
                <a:gd name="connsiteX5" fmla="*/ 465665 w 642564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77685 h 1035314"/>
                <a:gd name="connsiteX1" fmla="*/ 330979 w 639815"/>
                <a:gd name="connsiteY1" fmla="*/ 0 h 1035314"/>
                <a:gd name="connsiteX2" fmla="*/ 560982 w 639815"/>
                <a:gd name="connsiteY2" fmla="*/ 171099 h 1035314"/>
                <a:gd name="connsiteX3" fmla="*/ 446386 w 639815"/>
                <a:gd name="connsiteY3" fmla="*/ 490909 h 1035314"/>
                <a:gd name="connsiteX4" fmla="*/ 639670 w 639815"/>
                <a:gd name="connsiteY4" fmla="*/ 760738 h 1035314"/>
                <a:gd name="connsiteX5" fmla="*/ 465665 w 639815"/>
                <a:gd name="connsiteY5" fmla="*/ 1035314 h 1035314"/>
                <a:gd name="connsiteX0" fmla="*/ 0 w 639815"/>
                <a:gd name="connsiteY0" fmla="*/ 280359 h 1037988"/>
                <a:gd name="connsiteX1" fmla="*/ 330979 w 639815"/>
                <a:gd name="connsiteY1" fmla="*/ 2674 h 1037988"/>
                <a:gd name="connsiteX2" fmla="*/ 560982 w 639815"/>
                <a:gd name="connsiteY2" fmla="*/ 173773 h 1037988"/>
                <a:gd name="connsiteX3" fmla="*/ 446386 w 639815"/>
                <a:gd name="connsiteY3" fmla="*/ 493583 h 1037988"/>
                <a:gd name="connsiteX4" fmla="*/ 639670 w 639815"/>
                <a:gd name="connsiteY4" fmla="*/ 763412 h 1037988"/>
                <a:gd name="connsiteX5" fmla="*/ 465665 w 639815"/>
                <a:gd name="connsiteY5" fmla="*/ 1037988 h 1037988"/>
                <a:gd name="connsiteX0" fmla="*/ 0 w 639815"/>
                <a:gd name="connsiteY0" fmla="*/ 284735 h 1042364"/>
                <a:gd name="connsiteX1" fmla="*/ 330979 w 639815"/>
                <a:gd name="connsiteY1" fmla="*/ 7050 h 1042364"/>
                <a:gd name="connsiteX2" fmla="*/ 560982 w 639815"/>
                <a:gd name="connsiteY2" fmla="*/ 178149 h 1042364"/>
                <a:gd name="connsiteX3" fmla="*/ 446386 w 639815"/>
                <a:gd name="connsiteY3" fmla="*/ 497959 h 1042364"/>
                <a:gd name="connsiteX4" fmla="*/ 639670 w 639815"/>
                <a:gd name="connsiteY4" fmla="*/ 767788 h 1042364"/>
                <a:gd name="connsiteX5" fmla="*/ 465665 w 639815"/>
                <a:gd name="connsiteY5" fmla="*/ 1042364 h 1042364"/>
                <a:gd name="connsiteX0" fmla="*/ 0 w 639815"/>
                <a:gd name="connsiteY0" fmla="*/ 284735 h 1042364"/>
                <a:gd name="connsiteX1" fmla="*/ 330979 w 639815"/>
                <a:gd name="connsiteY1" fmla="*/ 7050 h 1042364"/>
                <a:gd name="connsiteX2" fmla="*/ 560982 w 639815"/>
                <a:gd name="connsiteY2" fmla="*/ 178149 h 1042364"/>
                <a:gd name="connsiteX3" fmla="*/ 446386 w 639815"/>
                <a:gd name="connsiteY3" fmla="*/ 497959 h 1042364"/>
                <a:gd name="connsiteX4" fmla="*/ 639670 w 639815"/>
                <a:gd name="connsiteY4" fmla="*/ 767788 h 1042364"/>
                <a:gd name="connsiteX5" fmla="*/ 465665 w 639815"/>
                <a:gd name="connsiteY5" fmla="*/ 1042364 h 1042364"/>
                <a:gd name="connsiteX0" fmla="*/ 0 w 639815"/>
                <a:gd name="connsiteY0" fmla="*/ 278763 h 1036392"/>
                <a:gd name="connsiteX1" fmla="*/ 330979 w 639815"/>
                <a:gd name="connsiteY1" fmla="*/ 1078 h 1036392"/>
                <a:gd name="connsiteX2" fmla="*/ 560982 w 639815"/>
                <a:gd name="connsiteY2" fmla="*/ 172177 h 1036392"/>
                <a:gd name="connsiteX3" fmla="*/ 446386 w 639815"/>
                <a:gd name="connsiteY3" fmla="*/ 491987 h 1036392"/>
                <a:gd name="connsiteX4" fmla="*/ 639670 w 639815"/>
                <a:gd name="connsiteY4" fmla="*/ 761816 h 1036392"/>
                <a:gd name="connsiteX5" fmla="*/ 465665 w 639815"/>
                <a:gd name="connsiteY5" fmla="*/ 1036392 h 1036392"/>
                <a:gd name="connsiteX0" fmla="*/ 0 w 639815"/>
                <a:gd name="connsiteY0" fmla="*/ 280192 h 1037821"/>
                <a:gd name="connsiteX1" fmla="*/ 330979 w 639815"/>
                <a:gd name="connsiteY1" fmla="*/ 2507 h 1037821"/>
                <a:gd name="connsiteX2" fmla="*/ 560982 w 639815"/>
                <a:gd name="connsiteY2" fmla="*/ 173606 h 1037821"/>
                <a:gd name="connsiteX3" fmla="*/ 446386 w 639815"/>
                <a:gd name="connsiteY3" fmla="*/ 493416 h 1037821"/>
                <a:gd name="connsiteX4" fmla="*/ 639670 w 639815"/>
                <a:gd name="connsiteY4" fmla="*/ 763245 h 1037821"/>
                <a:gd name="connsiteX5" fmla="*/ 465665 w 639815"/>
                <a:gd name="connsiteY5" fmla="*/ 1037821 h 1037821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32 w 639847"/>
                <a:gd name="connsiteY0" fmla="*/ 279537 h 1037166"/>
                <a:gd name="connsiteX1" fmla="*/ 331011 w 639847"/>
                <a:gd name="connsiteY1" fmla="*/ 1852 h 1037166"/>
                <a:gd name="connsiteX2" fmla="*/ 561014 w 639847"/>
                <a:gd name="connsiteY2" fmla="*/ 172951 h 1037166"/>
                <a:gd name="connsiteX3" fmla="*/ 446418 w 639847"/>
                <a:gd name="connsiteY3" fmla="*/ 492761 h 1037166"/>
                <a:gd name="connsiteX4" fmla="*/ 639702 w 639847"/>
                <a:gd name="connsiteY4" fmla="*/ 762590 h 1037166"/>
                <a:gd name="connsiteX5" fmla="*/ 465697 w 639847"/>
                <a:gd name="connsiteY5" fmla="*/ 1037166 h 1037166"/>
                <a:gd name="connsiteX0" fmla="*/ 26 w 639841"/>
                <a:gd name="connsiteY0" fmla="*/ 279060 h 1036689"/>
                <a:gd name="connsiteX1" fmla="*/ 331005 w 639841"/>
                <a:gd name="connsiteY1" fmla="*/ 1375 h 1036689"/>
                <a:gd name="connsiteX2" fmla="*/ 561008 w 639841"/>
                <a:gd name="connsiteY2" fmla="*/ 172474 h 1036689"/>
                <a:gd name="connsiteX3" fmla="*/ 446412 w 639841"/>
                <a:gd name="connsiteY3" fmla="*/ 492284 h 1036689"/>
                <a:gd name="connsiteX4" fmla="*/ 639696 w 639841"/>
                <a:gd name="connsiteY4" fmla="*/ 762113 h 1036689"/>
                <a:gd name="connsiteX5" fmla="*/ 465691 w 639841"/>
                <a:gd name="connsiteY5" fmla="*/ 1036689 h 1036689"/>
                <a:gd name="connsiteX0" fmla="*/ 26 w 639841"/>
                <a:gd name="connsiteY0" fmla="*/ 279103 h 1036732"/>
                <a:gd name="connsiteX1" fmla="*/ 331005 w 639841"/>
                <a:gd name="connsiteY1" fmla="*/ 1418 h 1036732"/>
                <a:gd name="connsiteX2" fmla="*/ 561008 w 639841"/>
                <a:gd name="connsiteY2" fmla="*/ 172517 h 1036732"/>
                <a:gd name="connsiteX3" fmla="*/ 446412 w 639841"/>
                <a:gd name="connsiteY3" fmla="*/ 492327 h 1036732"/>
                <a:gd name="connsiteX4" fmla="*/ 639696 w 639841"/>
                <a:gd name="connsiteY4" fmla="*/ 762156 h 1036732"/>
                <a:gd name="connsiteX5" fmla="*/ 465691 w 639841"/>
                <a:gd name="connsiteY5" fmla="*/ 1036732 h 1036732"/>
                <a:gd name="connsiteX0" fmla="*/ 26 w 639841"/>
                <a:gd name="connsiteY0" fmla="*/ 279060 h 1036689"/>
                <a:gd name="connsiteX1" fmla="*/ 331005 w 639841"/>
                <a:gd name="connsiteY1" fmla="*/ 1375 h 1036689"/>
                <a:gd name="connsiteX2" fmla="*/ 561008 w 639841"/>
                <a:gd name="connsiteY2" fmla="*/ 172474 h 1036689"/>
                <a:gd name="connsiteX3" fmla="*/ 446412 w 639841"/>
                <a:gd name="connsiteY3" fmla="*/ 492284 h 1036689"/>
                <a:gd name="connsiteX4" fmla="*/ 639696 w 639841"/>
                <a:gd name="connsiteY4" fmla="*/ 762113 h 1036689"/>
                <a:gd name="connsiteX5" fmla="*/ 465691 w 639841"/>
                <a:gd name="connsiteY5" fmla="*/ 1036689 h 1036689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34 w 639849"/>
                <a:gd name="connsiteY0" fmla="*/ 280063 h 1037692"/>
                <a:gd name="connsiteX1" fmla="*/ 331013 w 639849"/>
                <a:gd name="connsiteY1" fmla="*/ 2378 h 1037692"/>
                <a:gd name="connsiteX2" fmla="*/ 561016 w 639849"/>
                <a:gd name="connsiteY2" fmla="*/ 173477 h 1037692"/>
                <a:gd name="connsiteX3" fmla="*/ 446420 w 639849"/>
                <a:gd name="connsiteY3" fmla="*/ 493287 h 1037692"/>
                <a:gd name="connsiteX4" fmla="*/ 639704 w 639849"/>
                <a:gd name="connsiteY4" fmla="*/ 763116 h 1037692"/>
                <a:gd name="connsiteX5" fmla="*/ 465699 w 639849"/>
                <a:gd name="connsiteY5" fmla="*/ 1037692 h 1037692"/>
                <a:gd name="connsiteX0" fmla="*/ 40 w 620576"/>
                <a:gd name="connsiteY0" fmla="*/ 296331 h 1037435"/>
                <a:gd name="connsiteX1" fmla="*/ 311740 w 620576"/>
                <a:gd name="connsiteY1" fmla="*/ 2121 h 1037435"/>
                <a:gd name="connsiteX2" fmla="*/ 541743 w 620576"/>
                <a:gd name="connsiteY2" fmla="*/ 173220 h 1037435"/>
                <a:gd name="connsiteX3" fmla="*/ 427147 w 620576"/>
                <a:gd name="connsiteY3" fmla="*/ 493030 h 1037435"/>
                <a:gd name="connsiteX4" fmla="*/ 620431 w 620576"/>
                <a:gd name="connsiteY4" fmla="*/ 762859 h 1037435"/>
                <a:gd name="connsiteX5" fmla="*/ 446426 w 620576"/>
                <a:gd name="connsiteY5" fmla="*/ 1037435 h 1037435"/>
                <a:gd name="connsiteX0" fmla="*/ 5008 w 625544"/>
                <a:gd name="connsiteY0" fmla="*/ 297012 h 1038116"/>
                <a:gd name="connsiteX1" fmla="*/ 316708 w 625544"/>
                <a:gd name="connsiteY1" fmla="*/ 2802 h 1038116"/>
                <a:gd name="connsiteX2" fmla="*/ 546711 w 625544"/>
                <a:gd name="connsiteY2" fmla="*/ 173901 h 1038116"/>
                <a:gd name="connsiteX3" fmla="*/ 432115 w 625544"/>
                <a:gd name="connsiteY3" fmla="*/ 493711 h 1038116"/>
                <a:gd name="connsiteX4" fmla="*/ 625399 w 625544"/>
                <a:gd name="connsiteY4" fmla="*/ 763540 h 1038116"/>
                <a:gd name="connsiteX5" fmla="*/ 451394 w 625544"/>
                <a:gd name="connsiteY5" fmla="*/ 1038116 h 1038116"/>
                <a:gd name="connsiteX0" fmla="*/ 5008 w 625544"/>
                <a:gd name="connsiteY0" fmla="*/ 299704 h 1040808"/>
                <a:gd name="connsiteX1" fmla="*/ 316708 w 625544"/>
                <a:gd name="connsiteY1" fmla="*/ 2739 h 1040808"/>
                <a:gd name="connsiteX2" fmla="*/ 546711 w 625544"/>
                <a:gd name="connsiteY2" fmla="*/ 176593 h 1040808"/>
                <a:gd name="connsiteX3" fmla="*/ 432115 w 625544"/>
                <a:gd name="connsiteY3" fmla="*/ 496403 h 1040808"/>
                <a:gd name="connsiteX4" fmla="*/ 625399 w 625544"/>
                <a:gd name="connsiteY4" fmla="*/ 766232 h 1040808"/>
                <a:gd name="connsiteX5" fmla="*/ 451394 w 625544"/>
                <a:gd name="connsiteY5" fmla="*/ 1040808 h 1040808"/>
                <a:gd name="connsiteX0" fmla="*/ 4206 w 624742"/>
                <a:gd name="connsiteY0" fmla="*/ 298093 h 1039197"/>
                <a:gd name="connsiteX1" fmla="*/ 315906 w 624742"/>
                <a:gd name="connsiteY1" fmla="*/ 1128 h 1039197"/>
                <a:gd name="connsiteX2" fmla="*/ 545909 w 624742"/>
                <a:gd name="connsiteY2" fmla="*/ 174982 h 1039197"/>
                <a:gd name="connsiteX3" fmla="*/ 431313 w 624742"/>
                <a:gd name="connsiteY3" fmla="*/ 494792 h 1039197"/>
                <a:gd name="connsiteX4" fmla="*/ 624597 w 624742"/>
                <a:gd name="connsiteY4" fmla="*/ 764621 h 1039197"/>
                <a:gd name="connsiteX5" fmla="*/ 450592 w 624742"/>
                <a:gd name="connsiteY5" fmla="*/ 1039197 h 1039197"/>
                <a:gd name="connsiteX0" fmla="*/ 4206 w 624742"/>
                <a:gd name="connsiteY0" fmla="*/ 298093 h 1039197"/>
                <a:gd name="connsiteX1" fmla="*/ 315906 w 624742"/>
                <a:gd name="connsiteY1" fmla="*/ 1128 h 1039197"/>
                <a:gd name="connsiteX2" fmla="*/ 545909 w 624742"/>
                <a:gd name="connsiteY2" fmla="*/ 174982 h 1039197"/>
                <a:gd name="connsiteX3" fmla="*/ 431313 w 624742"/>
                <a:gd name="connsiteY3" fmla="*/ 494792 h 1039197"/>
                <a:gd name="connsiteX4" fmla="*/ 624597 w 624742"/>
                <a:gd name="connsiteY4" fmla="*/ 764621 h 1039197"/>
                <a:gd name="connsiteX5" fmla="*/ 450592 w 624742"/>
                <a:gd name="connsiteY5" fmla="*/ 1039197 h 1039197"/>
                <a:gd name="connsiteX0" fmla="*/ 4206 w 625023"/>
                <a:gd name="connsiteY0" fmla="*/ 298093 h 1039197"/>
                <a:gd name="connsiteX1" fmla="*/ 315906 w 625023"/>
                <a:gd name="connsiteY1" fmla="*/ 1128 h 1039197"/>
                <a:gd name="connsiteX2" fmla="*/ 545909 w 625023"/>
                <a:gd name="connsiteY2" fmla="*/ 174982 h 1039197"/>
                <a:gd name="connsiteX3" fmla="*/ 431313 w 625023"/>
                <a:gd name="connsiteY3" fmla="*/ 494792 h 1039197"/>
                <a:gd name="connsiteX4" fmla="*/ 624597 w 625023"/>
                <a:gd name="connsiteY4" fmla="*/ 764621 h 1039197"/>
                <a:gd name="connsiteX5" fmla="*/ 450592 w 625023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5059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5059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25804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467"/>
                <a:gd name="connsiteY0" fmla="*/ 298093 h 1039197"/>
                <a:gd name="connsiteX1" fmla="*/ 315906 w 641467"/>
                <a:gd name="connsiteY1" fmla="*/ 1128 h 1039197"/>
                <a:gd name="connsiteX2" fmla="*/ 545909 w 641467"/>
                <a:gd name="connsiteY2" fmla="*/ 174982 h 1039197"/>
                <a:gd name="connsiteX3" fmla="*/ 431313 w 641467"/>
                <a:gd name="connsiteY3" fmla="*/ 494792 h 1039197"/>
                <a:gd name="connsiteX4" fmla="*/ 641122 w 641467"/>
                <a:gd name="connsiteY4" fmla="*/ 764621 h 1039197"/>
                <a:gd name="connsiteX5" fmla="*/ 417542 w 641467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417542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417542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399268 w 641503"/>
                <a:gd name="connsiteY5" fmla="*/ 1039197 h 1039197"/>
                <a:gd name="connsiteX0" fmla="*/ 4206 w 641503"/>
                <a:gd name="connsiteY0" fmla="*/ 298093 h 1039197"/>
                <a:gd name="connsiteX1" fmla="*/ 315906 w 641503"/>
                <a:gd name="connsiteY1" fmla="*/ 1128 h 1039197"/>
                <a:gd name="connsiteX2" fmla="*/ 545909 w 641503"/>
                <a:gd name="connsiteY2" fmla="*/ 174982 h 1039197"/>
                <a:gd name="connsiteX3" fmla="*/ 431313 w 641503"/>
                <a:gd name="connsiteY3" fmla="*/ 494792 h 1039197"/>
                <a:gd name="connsiteX4" fmla="*/ 641122 w 641503"/>
                <a:gd name="connsiteY4" fmla="*/ 764621 h 1039197"/>
                <a:gd name="connsiteX5" fmla="*/ 399268 w 641503"/>
                <a:gd name="connsiteY5" fmla="*/ 1039197 h 103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1503" h="1039197">
                  <a:moveTo>
                    <a:pt x="4206" y="298093"/>
                  </a:moveTo>
                  <a:cubicBezTo>
                    <a:pt x="-31441" y="73328"/>
                    <a:pt x="167021" y="-10969"/>
                    <a:pt x="315906" y="1128"/>
                  </a:cubicBezTo>
                  <a:cubicBezTo>
                    <a:pt x="428380" y="8585"/>
                    <a:pt x="527080" y="95916"/>
                    <a:pt x="545909" y="174982"/>
                  </a:cubicBezTo>
                  <a:cubicBezTo>
                    <a:pt x="579319" y="262305"/>
                    <a:pt x="557648" y="418486"/>
                    <a:pt x="431313" y="494792"/>
                  </a:cubicBezTo>
                  <a:cubicBezTo>
                    <a:pt x="576532" y="548013"/>
                    <a:pt x="647384" y="650808"/>
                    <a:pt x="641122" y="764621"/>
                  </a:cubicBezTo>
                  <a:cubicBezTo>
                    <a:pt x="633615" y="919493"/>
                    <a:pt x="546235" y="1010014"/>
                    <a:pt x="399268" y="1039197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DCAE1699-2080-49FA-B70B-27C2A08FFB9A}"/>
                </a:ext>
              </a:extLst>
            </p:cNvPr>
            <p:cNvSpPr/>
            <p:nvPr/>
          </p:nvSpPr>
          <p:spPr>
            <a:xfrm>
              <a:off x="6153240" y="3948272"/>
              <a:ext cx="785355" cy="780891"/>
            </a:xfrm>
            <a:custGeom>
              <a:avLst/>
              <a:gdLst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25244 w 970498"/>
                <a:gd name="connsiteY6" fmla="*/ 384272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415126 w 970498"/>
                <a:gd name="connsiteY7" fmla="*/ 56659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379321 w 970498"/>
                <a:gd name="connsiteY7" fmla="*/ 599641 h 925619"/>
                <a:gd name="connsiteX0" fmla="*/ 283295 w 970498"/>
                <a:gd name="connsiteY0" fmla="*/ 213173 h 925619"/>
                <a:gd name="connsiteX1" fmla="*/ 471224 w 970498"/>
                <a:gd name="connsiteY1" fmla="*/ 0 h 925619"/>
                <a:gd name="connsiteX2" fmla="*/ 611469 w 970498"/>
                <a:gd name="connsiteY2" fmla="*/ 311345 h 925619"/>
                <a:gd name="connsiteX3" fmla="*/ 970498 w 970498"/>
                <a:gd name="connsiteY3" fmla="*/ 535737 h 925619"/>
                <a:gd name="connsiteX4" fmla="*/ 538542 w 970498"/>
                <a:gd name="connsiteY4" fmla="*/ 925619 h 925619"/>
                <a:gd name="connsiteX5" fmla="*/ 0 w 970498"/>
                <a:gd name="connsiteY5" fmla="*/ 852692 h 925619"/>
                <a:gd name="connsiteX6" fmla="*/ 41769 w 970498"/>
                <a:gd name="connsiteY6" fmla="*/ 395289 h 925619"/>
                <a:gd name="connsiteX7" fmla="*/ 379321 w 970498"/>
                <a:gd name="connsiteY7" fmla="*/ 599641 h 925619"/>
                <a:gd name="connsiteX0" fmla="*/ 344345 w 1031548"/>
                <a:gd name="connsiteY0" fmla="*/ 213173 h 925619"/>
                <a:gd name="connsiteX1" fmla="*/ 532274 w 1031548"/>
                <a:gd name="connsiteY1" fmla="*/ 0 h 925619"/>
                <a:gd name="connsiteX2" fmla="*/ 672519 w 1031548"/>
                <a:gd name="connsiteY2" fmla="*/ 311345 h 925619"/>
                <a:gd name="connsiteX3" fmla="*/ 1031548 w 1031548"/>
                <a:gd name="connsiteY3" fmla="*/ 535737 h 925619"/>
                <a:gd name="connsiteX4" fmla="*/ 599592 w 1031548"/>
                <a:gd name="connsiteY4" fmla="*/ 925619 h 925619"/>
                <a:gd name="connsiteX5" fmla="*/ 61050 w 1031548"/>
                <a:gd name="connsiteY5" fmla="*/ 852692 h 925619"/>
                <a:gd name="connsiteX6" fmla="*/ 102819 w 1031548"/>
                <a:gd name="connsiteY6" fmla="*/ 395289 h 925619"/>
                <a:gd name="connsiteX7" fmla="*/ 440371 w 1031548"/>
                <a:gd name="connsiteY7" fmla="*/ 599641 h 925619"/>
                <a:gd name="connsiteX0" fmla="*/ 344345 w 1031548"/>
                <a:gd name="connsiteY0" fmla="*/ 213173 h 925619"/>
                <a:gd name="connsiteX1" fmla="*/ 532274 w 1031548"/>
                <a:gd name="connsiteY1" fmla="*/ 0 h 925619"/>
                <a:gd name="connsiteX2" fmla="*/ 672519 w 1031548"/>
                <a:gd name="connsiteY2" fmla="*/ 311345 h 925619"/>
                <a:gd name="connsiteX3" fmla="*/ 1031548 w 1031548"/>
                <a:gd name="connsiteY3" fmla="*/ 535737 h 925619"/>
                <a:gd name="connsiteX4" fmla="*/ 599592 w 1031548"/>
                <a:gd name="connsiteY4" fmla="*/ 925619 h 925619"/>
                <a:gd name="connsiteX5" fmla="*/ 61050 w 1031548"/>
                <a:gd name="connsiteY5" fmla="*/ 852692 h 925619"/>
                <a:gd name="connsiteX6" fmla="*/ 102819 w 1031548"/>
                <a:gd name="connsiteY6" fmla="*/ 395289 h 925619"/>
                <a:gd name="connsiteX7" fmla="*/ 440371 w 1031548"/>
                <a:gd name="connsiteY7" fmla="*/ 599641 h 925619"/>
                <a:gd name="connsiteX0" fmla="*/ 347877 w 1035080"/>
                <a:gd name="connsiteY0" fmla="*/ 213173 h 925619"/>
                <a:gd name="connsiteX1" fmla="*/ 535806 w 1035080"/>
                <a:gd name="connsiteY1" fmla="*/ 0 h 925619"/>
                <a:gd name="connsiteX2" fmla="*/ 676051 w 1035080"/>
                <a:gd name="connsiteY2" fmla="*/ 311345 h 925619"/>
                <a:gd name="connsiteX3" fmla="*/ 1035080 w 1035080"/>
                <a:gd name="connsiteY3" fmla="*/ 535737 h 925619"/>
                <a:gd name="connsiteX4" fmla="*/ 603124 w 1035080"/>
                <a:gd name="connsiteY4" fmla="*/ 925619 h 925619"/>
                <a:gd name="connsiteX5" fmla="*/ 53565 w 1035080"/>
                <a:gd name="connsiteY5" fmla="*/ 871971 h 925619"/>
                <a:gd name="connsiteX6" fmla="*/ 106351 w 1035080"/>
                <a:gd name="connsiteY6" fmla="*/ 395289 h 925619"/>
                <a:gd name="connsiteX7" fmla="*/ 443903 w 1035080"/>
                <a:gd name="connsiteY7" fmla="*/ 599641 h 925619"/>
                <a:gd name="connsiteX0" fmla="*/ 375671 w 1062874"/>
                <a:gd name="connsiteY0" fmla="*/ 213173 h 925619"/>
                <a:gd name="connsiteX1" fmla="*/ 563600 w 1062874"/>
                <a:gd name="connsiteY1" fmla="*/ 0 h 925619"/>
                <a:gd name="connsiteX2" fmla="*/ 703845 w 1062874"/>
                <a:gd name="connsiteY2" fmla="*/ 311345 h 925619"/>
                <a:gd name="connsiteX3" fmla="*/ 1062874 w 1062874"/>
                <a:gd name="connsiteY3" fmla="*/ 535737 h 925619"/>
                <a:gd name="connsiteX4" fmla="*/ 630918 w 1062874"/>
                <a:gd name="connsiteY4" fmla="*/ 925619 h 925619"/>
                <a:gd name="connsiteX5" fmla="*/ 81359 w 1062874"/>
                <a:gd name="connsiteY5" fmla="*/ 871971 h 925619"/>
                <a:gd name="connsiteX6" fmla="*/ 134145 w 1062874"/>
                <a:gd name="connsiteY6" fmla="*/ 395289 h 925619"/>
                <a:gd name="connsiteX7" fmla="*/ 471697 w 1062874"/>
                <a:gd name="connsiteY7" fmla="*/ 599641 h 925619"/>
                <a:gd name="connsiteX0" fmla="*/ 375671 w 1062874"/>
                <a:gd name="connsiteY0" fmla="*/ 213173 h 973239"/>
                <a:gd name="connsiteX1" fmla="*/ 563600 w 1062874"/>
                <a:gd name="connsiteY1" fmla="*/ 0 h 973239"/>
                <a:gd name="connsiteX2" fmla="*/ 703845 w 1062874"/>
                <a:gd name="connsiteY2" fmla="*/ 311345 h 973239"/>
                <a:gd name="connsiteX3" fmla="*/ 1062874 w 1062874"/>
                <a:gd name="connsiteY3" fmla="*/ 535737 h 973239"/>
                <a:gd name="connsiteX4" fmla="*/ 630918 w 1062874"/>
                <a:gd name="connsiteY4" fmla="*/ 925619 h 973239"/>
                <a:gd name="connsiteX5" fmla="*/ 81359 w 1062874"/>
                <a:gd name="connsiteY5" fmla="*/ 871971 h 973239"/>
                <a:gd name="connsiteX6" fmla="*/ 134145 w 1062874"/>
                <a:gd name="connsiteY6" fmla="*/ 395289 h 973239"/>
                <a:gd name="connsiteX7" fmla="*/ 471697 w 1062874"/>
                <a:gd name="connsiteY7" fmla="*/ 599641 h 973239"/>
                <a:gd name="connsiteX0" fmla="*/ 375671 w 1062874"/>
                <a:gd name="connsiteY0" fmla="*/ 213173 h 973239"/>
                <a:gd name="connsiteX1" fmla="*/ 563600 w 1062874"/>
                <a:gd name="connsiteY1" fmla="*/ 0 h 973239"/>
                <a:gd name="connsiteX2" fmla="*/ 703845 w 1062874"/>
                <a:gd name="connsiteY2" fmla="*/ 311345 h 973239"/>
                <a:gd name="connsiteX3" fmla="*/ 1062874 w 1062874"/>
                <a:gd name="connsiteY3" fmla="*/ 535737 h 973239"/>
                <a:gd name="connsiteX4" fmla="*/ 606130 w 1062874"/>
                <a:gd name="connsiteY4" fmla="*/ 925619 h 973239"/>
                <a:gd name="connsiteX5" fmla="*/ 81359 w 1062874"/>
                <a:gd name="connsiteY5" fmla="*/ 871971 h 973239"/>
                <a:gd name="connsiteX6" fmla="*/ 134145 w 1062874"/>
                <a:gd name="connsiteY6" fmla="*/ 395289 h 973239"/>
                <a:gd name="connsiteX7" fmla="*/ 471697 w 1062874"/>
                <a:gd name="connsiteY7" fmla="*/ 599641 h 973239"/>
                <a:gd name="connsiteX0" fmla="*/ 375671 w 1062874"/>
                <a:gd name="connsiteY0" fmla="*/ 213173 h 979036"/>
                <a:gd name="connsiteX1" fmla="*/ 563600 w 1062874"/>
                <a:gd name="connsiteY1" fmla="*/ 0 h 979036"/>
                <a:gd name="connsiteX2" fmla="*/ 703845 w 1062874"/>
                <a:gd name="connsiteY2" fmla="*/ 311345 h 979036"/>
                <a:gd name="connsiteX3" fmla="*/ 1062874 w 1062874"/>
                <a:gd name="connsiteY3" fmla="*/ 535737 h 979036"/>
                <a:gd name="connsiteX4" fmla="*/ 597867 w 1062874"/>
                <a:gd name="connsiteY4" fmla="*/ 942144 h 979036"/>
                <a:gd name="connsiteX5" fmla="*/ 81359 w 1062874"/>
                <a:gd name="connsiteY5" fmla="*/ 871971 h 979036"/>
                <a:gd name="connsiteX6" fmla="*/ 134145 w 1062874"/>
                <a:gd name="connsiteY6" fmla="*/ 395289 h 979036"/>
                <a:gd name="connsiteX7" fmla="*/ 471697 w 1062874"/>
                <a:gd name="connsiteY7" fmla="*/ 599641 h 979036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49379"/>
                <a:gd name="connsiteX1" fmla="*/ 563600 w 1062874"/>
                <a:gd name="connsiteY1" fmla="*/ 0 h 1049379"/>
                <a:gd name="connsiteX2" fmla="*/ 703845 w 1062874"/>
                <a:gd name="connsiteY2" fmla="*/ 311345 h 1049379"/>
                <a:gd name="connsiteX3" fmla="*/ 1062874 w 1062874"/>
                <a:gd name="connsiteY3" fmla="*/ 535737 h 1049379"/>
                <a:gd name="connsiteX4" fmla="*/ 597867 w 1062874"/>
                <a:gd name="connsiteY4" fmla="*/ 942144 h 1049379"/>
                <a:gd name="connsiteX5" fmla="*/ 81359 w 1062874"/>
                <a:gd name="connsiteY5" fmla="*/ 871971 h 1049379"/>
                <a:gd name="connsiteX6" fmla="*/ 134145 w 1062874"/>
                <a:gd name="connsiteY6" fmla="*/ 395289 h 1049379"/>
                <a:gd name="connsiteX7" fmla="*/ 471697 w 1062874"/>
                <a:gd name="connsiteY7" fmla="*/ 599641 h 1049379"/>
                <a:gd name="connsiteX0" fmla="*/ 375671 w 1062874"/>
                <a:gd name="connsiteY0" fmla="*/ 213173 h 1033999"/>
                <a:gd name="connsiteX1" fmla="*/ 563600 w 1062874"/>
                <a:gd name="connsiteY1" fmla="*/ 0 h 1033999"/>
                <a:gd name="connsiteX2" fmla="*/ 703845 w 1062874"/>
                <a:gd name="connsiteY2" fmla="*/ 311345 h 1033999"/>
                <a:gd name="connsiteX3" fmla="*/ 1062874 w 1062874"/>
                <a:gd name="connsiteY3" fmla="*/ 535737 h 1033999"/>
                <a:gd name="connsiteX4" fmla="*/ 597867 w 1062874"/>
                <a:gd name="connsiteY4" fmla="*/ 942144 h 1033999"/>
                <a:gd name="connsiteX5" fmla="*/ 81359 w 1062874"/>
                <a:gd name="connsiteY5" fmla="*/ 871971 h 1033999"/>
                <a:gd name="connsiteX6" fmla="*/ 134145 w 1062874"/>
                <a:gd name="connsiteY6" fmla="*/ 395289 h 1033999"/>
                <a:gd name="connsiteX7" fmla="*/ 471697 w 1062874"/>
                <a:gd name="connsiteY7" fmla="*/ 599641 h 1033999"/>
                <a:gd name="connsiteX0" fmla="*/ 363975 w 1051178"/>
                <a:gd name="connsiteY0" fmla="*/ 213173 h 1033999"/>
                <a:gd name="connsiteX1" fmla="*/ 551904 w 1051178"/>
                <a:gd name="connsiteY1" fmla="*/ 0 h 1033999"/>
                <a:gd name="connsiteX2" fmla="*/ 692149 w 1051178"/>
                <a:gd name="connsiteY2" fmla="*/ 311345 h 1033999"/>
                <a:gd name="connsiteX3" fmla="*/ 1051178 w 1051178"/>
                <a:gd name="connsiteY3" fmla="*/ 535737 h 1033999"/>
                <a:gd name="connsiteX4" fmla="*/ 586171 w 1051178"/>
                <a:gd name="connsiteY4" fmla="*/ 942144 h 1033999"/>
                <a:gd name="connsiteX5" fmla="*/ 69663 w 1051178"/>
                <a:gd name="connsiteY5" fmla="*/ 871971 h 1033999"/>
                <a:gd name="connsiteX6" fmla="*/ 122449 w 1051178"/>
                <a:gd name="connsiteY6" fmla="*/ 395289 h 1033999"/>
                <a:gd name="connsiteX7" fmla="*/ 460001 w 1051178"/>
                <a:gd name="connsiteY7" fmla="*/ 599641 h 1033999"/>
                <a:gd name="connsiteX0" fmla="*/ 363975 w 1051178"/>
                <a:gd name="connsiteY0" fmla="*/ 213173 h 1030327"/>
                <a:gd name="connsiteX1" fmla="*/ 551904 w 1051178"/>
                <a:gd name="connsiteY1" fmla="*/ 0 h 1030327"/>
                <a:gd name="connsiteX2" fmla="*/ 692149 w 1051178"/>
                <a:gd name="connsiteY2" fmla="*/ 311345 h 1030327"/>
                <a:gd name="connsiteX3" fmla="*/ 1051178 w 1051178"/>
                <a:gd name="connsiteY3" fmla="*/ 535737 h 1030327"/>
                <a:gd name="connsiteX4" fmla="*/ 613713 w 1051178"/>
                <a:gd name="connsiteY4" fmla="*/ 936636 h 1030327"/>
                <a:gd name="connsiteX5" fmla="*/ 69663 w 1051178"/>
                <a:gd name="connsiteY5" fmla="*/ 871971 h 1030327"/>
                <a:gd name="connsiteX6" fmla="*/ 122449 w 1051178"/>
                <a:gd name="connsiteY6" fmla="*/ 395289 h 1030327"/>
                <a:gd name="connsiteX7" fmla="*/ 460001 w 1051178"/>
                <a:gd name="connsiteY7" fmla="*/ 599641 h 1030327"/>
                <a:gd name="connsiteX0" fmla="*/ 363975 w 1051178"/>
                <a:gd name="connsiteY0" fmla="*/ 213173 h 1030327"/>
                <a:gd name="connsiteX1" fmla="*/ 551904 w 1051178"/>
                <a:gd name="connsiteY1" fmla="*/ 0 h 1030327"/>
                <a:gd name="connsiteX2" fmla="*/ 692149 w 1051178"/>
                <a:gd name="connsiteY2" fmla="*/ 311345 h 1030327"/>
                <a:gd name="connsiteX3" fmla="*/ 1051178 w 1051178"/>
                <a:gd name="connsiteY3" fmla="*/ 535737 h 1030327"/>
                <a:gd name="connsiteX4" fmla="*/ 613713 w 1051178"/>
                <a:gd name="connsiteY4" fmla="*/ 936636 h 1030327"/>
                <a:gd name="connsiteX5" fmla="*/ 69663 w 1051178"/>
                <a:gd name="connsiteY5" fmla="*/ 871971 h 1030327"/>
                <a:gd name="connsiteX6" fmla="*/ 122449 w 1051178"/>
                <a:gd name="connsiteY6" fmla="*/ 395289 h 1030327"/>
                <a:gd name="connsiteX7" fmla="*/ 460001 w 1051178"/>
                <a:gd name="connsiteY7" fmla="*/ 599641 h 1030327"/>
                <a:gd name="connsiteX0" fmla="*/ 363975 w 1034653"/>
                <a:gd name="connsiteY0" fmla="*/ 213173 h 1030327"/>
                <a:gd name="connsiteX1" fmla="*/ 551904 w 1034653"/>
                <a:gd name="connsiteY1" fmla="*/ 0 h 1030327"/>
                <a:gd name="connsiteX2" fmla="*/ 692149 w 1034653"/>
                <a:gd name="connsiteY2" fmla="*/ 311345 h 1030327"/>
                <a:gd name="connsiteX3" fmla="*/ 1034653 w 1034653"/>
                <a:gd name="connsiteY3" fmla="*/ 538491 h 1030327"/>
                <a:gd name="connsiteX4" fmla="*/ 613713 w 1034653"/>
                <a:gd name="connsiteY4" fmla="*/ 936636 h 1030327"/>
                <a:gd name="connsiteX5" fmla="*/ 69663 w 1034653"/>
                <a:gd name="connsiteY5" fmla="*/ 871971 h 1030327"/>
                <a:gd name="connsiteX6" fmla="*/ 122449 w 1034653"/>
                <a:gd name="connsiteY6" fmla="*/ 395289 h 1030327"/>
                <a:gd name="connsiteX7" fmla="*/ 460001 w 1034653"/>
                <a:gd name="connsiteY7" fmla="*/ 599641 h 1030327"/>
                <a:gd name="connsiteX0" fmla="*/ 363975 w 1037690"/>
                <a:gd name="connsiteY0" fmla="*/ 213173 h 1030327"/>
                <a:gd name="connsiteX1" fmla="*/ 551904 w 1037690"/>
                <a:gd name="connsiteY1" fmla="*/ 0 h 1030327"/>
                <a:gd name="connsiteX2" fmla="*/ 692149 w 1037690"/>
                <a:gd name="connsiteY2" fmla="*/ 311345 h 1030327"/>
                <a:gd name="connsiteX3" fmla="*/ 1034653 w 1037690"/>
                <a:gd name="connsiteY3" fmla="*/ 538491 h 1030327"/>
                <a:gd name="connsiteX4" fmla="*/ 613713 w 1037690"/>
                <a:gd name="connsiteY4" fmla="*/ 936636 h 1030327"/>
                <a:gd name="connsiteX5" fmla="*/ 69663 w 1037690"/>
                <a:gd name="connsiteY5" fmla="*/ 871971 h 1030327"/>
                <a:gd name="connsiteX6" fmla="*/ 122449 w 1037690"/>
                <a:gd name="connsiteY6" fmla="*/ 395289 h 1030327"/>
                <a:gd name="connsiteX7" fmla="*/ 460001 w 1037690"/>
                <a:gd name="connsiteY7" fmla="*/ 599641 h 1030327"/>
                <a:gd name="connsiteX0" fmla="*/ 363975 w 1037917"/>
                <a:gd name="connsiteY0" fmla="*/ 213173 h 1030327"/>
                <a:gd name="connsiteX1" fmla="*/ 551904 w 1037917"/>
                <a:gd name="connsiteY1" fmla="*/ 0 h 1030327"/>
                <a:gd name="connsiteX2" fmla="*/ 692149 w 1037917"/>
                <a:gd name="connsiteY2" fmla="*/ 311345 h 1030327"/>
                <a:gd name="connsiteX3" fmla="*/ 1034653 w 1037917"/>
                <a:gd name="connsiteY3" fmla="*/ 538491 h 1030327"/>
                <a:gd name="connsiteX4" fmla="*/ 613713 w 1037917"/>
                <a:gd name="connsiteY4" fmla="*/ 936636 h 1030327"/>
                <a:gd name="connsiteX5" fmla="*/ 69663 w 1037917"/>
                <a:gd name="connsiteY5" fmla="*/ 871971 h 1030327"/>
                <a:gd name="connsiteX6" fmla="*/ 122449 w 1037917"/>
                <a:gd name="connsiteY6" fmla="*/ 395289 h 1030327"/>
                <a:gd name="connsiteX7" fmla="*/ 460001 w 1037917"/>
                <a:gd name="connsiteY7" fmla="*/ 599641 h 1030327"/>
                <a:gd name="connsiteX0" fmla="*/ 363975 w 1046257"/>
                <a:gd name="connsiteY0" fmla="*/ 213173 h 1030327"/>
                <a:gd name="connsiteX1" fmla="*/ 551904 w 1046257"/>
                <a:gd name="connsiteY1" fmla="*/ 0 h 1030327"/>
                <a:gd name="connsiteX2" fmla="*/ 692149 w 1046257"/>
                <a:gd name="connsiteY2" fmla="*/ 311345 h 1030327"/>
                <a:gd name="connsiteX3" fmla="*/ 1034653 w 1046257"/>
                <a:gd name="connsiteY3" fmla="*/ 538491 h 1030327"/>
                <a:gd name="connsiteX4" fmla="*/ 613713 w 1046257"/>
                <a:gd name="connsiteY4" fmla="*/ 936636 h 1030327"/>
                <a:gd name="connsiteX5" fmla="*/ 69663 w 1046257"/>
                <a:gd name="connsiteY5" fmla="*/ 871971 h 1030327"/>
                <a:gd name="connsiteX6" fmla="*/ 122449 w 1046257"/>
                <a:gd name="connsiteY6" fmla="*/ 395289 h 1030327"/>
                <a:gd name="connsiteX7" fmla="*/ 460001 w 1046257"/>
                <a:gd name="connsiteY7" fmla="*/ 599641 h 1030327"/>
                <a:gd name="connsiteX0" fmla="*/ 363975 w 1046257"/>
                <a:gd name="connsiteY0" fmla="*/ 213173 h 1030327"/>
                <a:gd name="connsiteX1" fmla="*/ 551904 w 1046257"/>
                <a:gd name="connsiteY1" fmla="*/ 0 h 1030327"/>
                <a:gd name="connsiteX2" fmla="*/ 692149 w 1046257"/>
                <a:gd name="connsiteY2" fmla="*/ 311345 h 1030327"/>
                <a:gd name="connsiteX3" fmla="*/ 1034653 w 1046257"/>
                <a:gd name="connsiteY3" fmla="*/ 538491 h 1030327"/>
                <a:gd name="connsiteX4" fmla="*/ 613713 w 1046257"/>
                <a:gd name="connsiteY4" fmla="*/ 936636 h 1030327"/>
                <a:gd name="connsiteX5" fmla="*/ 69663 w 1046257"/>
                <a:gd name="connsiteY5" fmla="*/ 871971 h 1030327"/>
                <a:gd name="connsiteX6" fmla="*/ 122449 w 1046257"/>
                <a:gd name="connsiteY6" fmla="*/ 395289 h 1030327"/>
                <a:gd name="connsiteX7" fmla="*/ 460001 w 1046257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92149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92149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2870 w 1041370"/>
                <a:gd name="connsiteY2" fmla="*/ 311345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830 h 1030984"/>
                <a:gd name="connsiteX1" fmla="*/ 551904 w 1041370"/>
                <a:gd name="connsiteY1" fmla="*/ 657 h 1030984"/>
                <a:gd name="connsiteX2" fmla="*/ 675624 w 1041370"/>
                <a:gd name="connsiteY2" fmla="*/ 300985 h 1030984"/>
                <a:gd name="connsiteX3" fmla="*/ 1034653 w 1041370"/>
                <a:gd name="connsiteY3" fmla="*/ 539148 h 1030984"/>
                <a:gd name="connsiteX4" fmla="*/ 613713 w 1041370"/>
                <a:gd name="connsiteY4" fmla="*/ 937293 h 1030984"/>
                <a:gd name="connsiteX5" fmla="*/ 69663 w 1041370"/>
                <a:gd name="connsiteY5" fmla="*/ 872628 h 1030984"/>
                <a:gd name="connsiteX6" fmla="*/ 122449 w 1041370"/>
                <a:gd name="connsiteY6" fmla="*/ 395946 h 1030984"/>
                <a:gd name="connsiteX7" fmla="*/ 460001 w 1041370"/>
                <a:gd name="connsiteY7" fmla="*/ 600298 h 1030984"/>
                <a:gd name="connsiteX0" fmla="*/ 363975 w 1041370"/>
                <a:gd name="connsiteY0" fmla="*/ 213270 h 1030424"/>
                <a:gd name="connsiteX1" fmla="*/ 551904 w 1041370"/>
                <a:gd name="connsiteY1" fmla="*/ 97 h 1030424"/>
                <a:gd name="connsiteX2" fmla="*/ 675624 w 1041370"/>
                <a:gd name="connsiteY2" fmla="*/ 300425 h 1030424"/>
                <a:gd name="connsiteX3" fmla="*/ 1034653 w 1041370"/>
                <a:gd name="connsiteY3" fmla="*/ 538588 h 1030424"/>
                <a:gd name="connsiteX4" fmla="*/ 613713 w 1041370"/>
                <a:gd name="connsiteY4" fmla="*/ 936733 h 1030424"/>
                <a:gd name="connsiteX5" fmla="*/ 69663 w 1041370"/>
                <a:gd name="connsiteY5" fmla="*/ 872068 h 1030424"/>
                <a:gd name="connsiteX6" fmla="*/ 122449 w 1041370"/>
                <a:gd name="connsiteY6" fmla="*/ 395386 h 1030424"/>
                <a:gd name="connsiteX7" fmla="*/ 460001 w 1041370"/>
                <a:gd name="connsiteY7" fmla="*/ 599738 h 1030424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363975 w 1041370"/>
                <a:gd name="connsiteY0" fmla="*/ 213173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60001 w 1041370"/>
                <a:gd name="connsiteY7" fmla="*/ 599641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15934 w 1041370"/>
                <a:gd name="connsiteY7" fmla="*/ 693285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370"/>
                <a:gd name="connsiteY0" fmla="*/ 237961 h 1030327"/>
                <a:gd name="connsiteX1" fmla="*/ 551904 w 1041370"/>
                <a:gd name="connsiteY1" fmla="*/ 0 h 1030327"/>
                <a:gd name="connsiteX2" fmla="*/ 675624 w 1041370"/>
                <a:gd name="connsiteY2" fmla="*/ 300328 h 1030327"/>
                <a:gd name="connsiteX3" fmla="*/ 1034653 w 1041370"/>
                <a:gd name="connsiteY3" fmla="*/ 538491 h 1030327"/>
                <a:gd name="connsiteX4" fmla="*/ 613713 w 1041370"/>
                <a:gd name="connsiteY4" fmla="*/ 936636 h 1030327"/>
                <a:gd name="connsiteX5" fmla="*/ 69663 w 1041370"/>
                <a:gd name="connsiteY5" fmla="*/ 871971 h 1030327"/>
                <a:gd name="connsiteX6" fmla="*/ 122449 w 1041370"/>
                <a:gd name="connsiteY6" fmla="*/ 395289 h 1030327"/>
                <a:gd name="connsiteX7" fmla="*/ 407671 w 1041370"/>
                <a:gd name="connsiteY7" fmla="*/ 709810 h 1030327"/>
                <a:gd name="connsiteX0" fmla="*/ 408043 w 1041266"/>
                <a:gd name="connsiteY0" fmla="*/ 237961 h 1016230"/>
                <a:gd name="connsiteX1" fmla="*/ 551904 w 1041266"/>
                <a:gd name="connsiteY1" fmla="*/ 0 h 1016230"/>
                <a:gd name="connsiteX2" fmla="*/ 675624 w 1041266"/>
                <a:gd name="connsiteY2" fmla="*/ 300328 h 1016230"/>
                <a:gd name="connsiteX3" fmla="*/ 1034653 w 1041266"/>
                <a:gd name="connsiteY3" fmla="*/ 538491 h 1016230"/>
                <a:gd name="connsiteX4" fmla="*/ 610959 w 1041266"/>
                <a:gd name="connsiteY4" fmla="*/ 914602 h 1016230"/>
                <a:gd name="connsiteX5" fmla="*/ 69663 w 1041266"/>
                <a:gd name="connsiteY5" fmla="*/ 871971 h 1016230"/>
                <a:gd name="connsiteX6" fmla="*/ 122449 w 1041266"/>
                <a:gd name="connsiteY6" fmla="*/ 395289 h 1016230"/>
                <a:gd name="connsiteX7" fmla="*/ 407671 w 1041266"/>
                <a:gd name="connsiteY7" fmla="*/ 709810 h 1016230"/>
                <a:gd name="connsiteX0" fmla="*/ 408043 w 1042386"/>
                <a:gd name="connsiteY0" fmla="*/ 237961 h 1016230"/>
                <a:gd name="connsiteX1" fmla="*/ 551904 w 1042386"/>
                <a:gd name="connsiteY1" fmla="*/ 0 h 1016230"/>
                <a:gd name="connsiteX2" fmla="*/ 675624 w 1042386"/>
                <a:gd name="connsiteY2" fmla="*/ 300328 h 1016230"/>
                <a:gd name="connsiteX3" fmla="*/ 1034653 w 1042386"/>
                <a:gd name="connsiteY3" fmla="*/ 538491 h 1016230"/>
                <a:gd name="connsiteX4" fmla="*/ 610959 w 1042386"/>
                <a:gd name="connsiteY4" fmla="*/ 914602 h 1016230"/>
                <a:gd name="connsiteX5" fmla="*/ 69663 w 1042386"/>
                <a:gd name="connsiteY5" fmla="*/ 871971 h 1016230"/>
                <a:gd name="connsiteX6" fmla="*/ 122449 w 1042386"/>
                <a:gd name="connsiteY6" fmla="*/ 395289 h 1016230"/>
                <a:gd name="connsiteX7" fmla="*/ 407671 w 1042386"/>
                <a:gd name="connsiteY7" fmla="*/ 709810 h 1016230"/>
                <a:gd name="connsiteX0" fmla="*/ 408043 w 1042386"/>
                <a:gd name="connsiteY0" fmla="*/ 237961 h 1031503"/>
                <a:gd name="connsiteX1" fmla="*/ 551904 w 1042386"/>
                <a:gd name="connsiteY1" fmla="*/ 0 h 1031503"/>
                <a:gd name="connsiteX2" fmla="*/ 675624 w 1042386"/>
                <a:gd name="connsiteY2" fmla="*/ 300328 h 1031503"/>
                <a:gd name="connsiteX3" fmla="*/ 1034653 w 1042386"/>
                <a:gd name="connsiteY3" fmla="*/ 538491 h 1031503"/>
                <a:gd name="connsiteX4" fmla="*/ 610959 w 1042386"/>
                <a:gd name="connsiteY4" fmla="*/ 914602 h 1031503"/>
                <a:gd name="connsiteX5" fmla="*/ 69663 w 1042386"/>
                <a:gd name="connsiteY5" fmla="*/ 871971 h 1031503"/>
                <a:gd name="connsiteX6" fmla="*/ 122449 w 1042386"/>
                <a:gd name="connsiteY6" fmla="*/ 395289 h 1031503"/>
                <a:gd name="connsiteX7" fmla="*/ 407671 w 1042386"/>
                <a:gd name="connsiteY7" fmla="*/ 709810 h 1031503"/>
                <a:gd name="connsiteX0" fmla="*/ 408043 w 1040983"/>
                <a:gd name="connsiteY0" fmla="*/ 237961 h 1031503"/>
                <a:gd name="connsiteX1" fmla="*/ 551904 w 1040983"/>
                <a:gd name="connsiteY1" fmla="*/ 0 h 1031503"/>
                <a:gd name="connsiteX2" fmla="*/ 675624 w 1040983"/>
                <a:gd name="connsiteY2" fmla="*/ 300328 h 1031503"/>
                <a:gd name="connsiteX3" fmla="*/ 1034653 w 1040983"/>
                <a:gd name="connsiteY3" fmla="*/ 538491 h 1031503"/>
                <a:gd name="connsiteX4" fmla="*/ 610959 w 1040983"/>
                <a:gd name="connsiteY4" fmla="*/ 914602 h 1031503"/>
                <a:gd name="connsiteX5" fmla="*/ 69663 w 1040983"/>
                <a:gd name="connsiteY5" fmla="*/ 871971 h 1031503"/>
                <a:gd name="connsiteX6" fmla="*/ 122449 w 1040983"/>
                <a:gd name="connsiteY6" fmla="*/ 395289 h 1031503"/>
                <a:gd name="connsiteX7" fmla="*/ 407671 w 1040983"/>
                <a:gd name="connsiteY7" fmla="*/ 709810 h 1031503"/>
                <a:gd name="connsiteX0" fmla="*/ 408043 w 1040983"/>
                <a:gd name="connsiteY0" fmla="*/ 237961 h 1036239"/>
                <a:gd name="connsiteX1" fmla="*/ 551904 w 1040983"/>
                <a:gd name="connsiteY1" fmla="*/ 0 h 1036239"/>
                <a:gd name="connsiteX2" fmla="*/ 675624 w 1040983"/>
                <a:gd name="connsiteY2" fmla="*/ 300328 h 1036239"/>
                <a:gd name="connsiteX3" fmla="*/ 1034653 w 1040983"/>
                <a:gd name="connsiteY3" fmla="*/ 538491 h 1036239"/>
                <a:gd name="connsiteX4" fmla="*/ 610959 w 1040983"/>
                <a:gd name="connsiteY4" fmla="*/ 914602 h 1036239"/>
                <a:gd name="connsiteX5" fmla="*/ 69663 w 1040983"/>
                <a:gd name="connsiteY5" fmla="*/ 871971 h 1036239"/>
                <a:gd name="connsiteX6" fmla="*/ 122449 w 1040983"/>
                <a:gd name="connsiteY6" fmla="*/ 395289 h 1036239"/>
                <a:gd name="connsiteX7" fmla="*/ 407671 w 1040983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75624 w 1040106"/>
                <a:gd name="connsiteY2" fmla="*/ 300328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0106"/>
                <a:gd name="connsiteY0" fmla="*/ 237961 h 1036239"/>
                <a:gd name="connsiteX1" fmla="*/ 551904 w 1040106"/>
                <a:gd name="connsiteY1" fmla="*/ 0 h 1036239"/>
                <a:gd name="connsiteX2" fmla="*/ 694904 w 1040106"/>
                <a:gd name="connsiteY2" fmla="*/ 308591 h 1036239"/>
                <a:gd name="connsiteX3" fmla="*/ 1034653 w 1040106"/>
                <a:gd name="connsiteY3" fmla="*/ 538491 h 1036239"/>
                <a:gd name="connsiteX4" fmla="*/ 610959 w 1040106"/>
                <a:gd name="connsiteY4" fmla="*/ 914602 h 1036239"/>
                <a:gd name="connsiteX5" fmla="*/ 69663 w 1040106"/>
                <a:gd name="connsiteY5" fmla="*/ 871971 h 1036239"/>
                <a:gd name="connsiteX6" fmla="*/ 122449 w 1040106"/>
                <a:gd name="connsiteY6" fmla="*/ 395289 h 1036239"/>
                <a:gd name="connsiteX7" fmla="*/ 407671 w 1040106"/>
                <a:gd name="connsiteY7" fmla="*/ 709810 h 1036239"/>
                <a:gd name="connsiteX0" fmla="*/ 408043 w 1042163"/>
                <a:gd name="connsiteY0" fmla="*/ 237961 h 1036239"/>
                <a:gd name="connsiteX1" fmla="*/ 551904 w 1042163"/>
                <a:gd name="connsiteY1" fmla="*/ 0 h 1036239"/>
                <a:gd name="connsiteX2" fmla="*/ 694904 w 1042163"/>
                <a:gd name="connsiteY2" fmla="*/ 308591 h 1036239"/>
                <a:gd name="connsiteX3" fmla="*/ 1034653 w 1042163"/>
                <a:gd name="connsiteY3" fmla="*/ 538491 h 1036239"/>
                <a:gd name="connsiteX4" fmla="*/ 610959 w 1042163"/>
                <a:gd name="connsiteY4" fmla="*/ 914602 h 1036239"/>
                <a:gd name="connsiteX5" fmla="*/ 69663 w 1042163"/>
                <a:gd name="connsiteY5" fmla="*/ 871971 h 1036239"/>
                <a:gd name="connsiteX6" fmla="*/ 122449 w 1042163"/>
                <a:gd name="connsiteY6" fmla="*/ 395289 h 1036239"/>
                <a:gd name="connsiteX7" fmla="*/ 407671 w 1042163"/>
                <a:gd name="connsiteY7" fmla="*/ 709810 h 103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2163" h="1036239">
                  <a:moveTo>
                    <a:pt x="408043" y="237961"/>
                  </a:moveTo>
                  <a:cubicBezTo>
                    <a:pt x="343992" y="128344"/>
                    <a:pt x="425913" y="2202"/>
                    <a:pt x="551904" y="0"/>
                  </a:cubicBezTo>
                  <a:cubicBezTo>
                    <a:pt x="692297" y="9220"/>
                    <a:pt x="799637" y="145134"/>
                    <a:pt x="694904" y="308591"/>
                  </a:cubicBezTo>
                  <a:cubicBezTo>
                    <a:pt x="913733" y="254856"/>
                    <a:pt x="1005866" y="388412"/>
                    <a:pt x="1034653" y="538491"/>
                  </a:cubicBezTo>
                  <a:cubicBezTo>
                    <a:pt x="1080710" y="748323"/>
                    <a:pt x="911934" y="1029765"/>
                    <a:pt x="610959" y="914602"/>
                  </a:cubicBezTo>
                  <a:cubicBezTo>
                    <a:pt x="529678" y="1130828"/>
                    <a:pt x="156451" y="1022057"/>
                    <a:pt x="69663" y="871971"/>
                  </a:cubicBezTo>
                  <a:cubicBezTo>
                    <a:pt x="-4549" y="766325"/>
                    <a:pt x="-59482" y="489919"/>
                    <a:pt x="122449" y="395289"/>
                  </a:cubicBezTo>
                  <a:cubicBezTo>
                    <a:pt x="315758" y="274283"/>
                    <a:pt x="605462" y="514080"/>
                    <a:pt x="407671" y="709810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C99BDF46-D815-4F59-BB8E-0A2848928449}"/>
                </a:ext>
              </a:extLst>
            </p:cNvPr>
            <p:cNvSpPr/>
            <p:nvPr/>
          </p:nvSpPr>
          <p:spPr>
            <a:xfrm>
              <a:off x="6150565" y="3902140"/>
              <a:ext cx="223711" cy="335071"/>
            </a:xfrm>
            <a:custGeom>
              <a:avLst/>
              <a:gdLst>
                <a:gd name="connsiteX0" fmla="*/ 0 w 210368"/>
                <a:gd name="connsiteY0" fmla="*/ 692812 h 692812"/>
                <a:gd name="connsiteX1" fmla="*/ 145855 w 210368"/>
                <a:gd name="connsiteY1" fmla="*/ 0 h 692812"/>
                <a:gd name="connsiteX2" fmla="*/ 210368 w 210368"/>
                <a:gd name="connsiteY2" fmla="*/ 350614 h 692812"/>
                <a:gd name="connsiteX0" fmla="*/ 0 w 204758"/>
                <a:gd name="connsiteY0" fmla="*/ 692812 h 692812"/>
                <a:gd name="connsiteX1" fmla="*/ 145855 w 204758"/>
                <a:gd name="connsiteY1" fmla="*/ 0 h 692812"/>
                <a:gd name="connsiteX2" fmla="*/ 204758 w 204758"/>
                <a:gd name="connsiteY2" fmla="*/ 350614 h 692812"/>
                <a:gd name="connsiteX0" fmla="*/ 0 w 259110"/>
                <a:gd name="connsiteY0" fmla="*/ 692812 h 692812"/>
                <a:gd name="connsiteX1" fmla="*/ 145855 w 259110"/>
                <a:gd name="connsiteY1" fmla="*/ 0 h 692812"/>
                <a:gd name="connsiteX2" fmla="*/ 204758 w 259110"/>
                <a:gd name="connsiteY2" fmla="*/ 350614 h 692812"/>
                <a:gd name="connsiteX0" fmla="*/ 0 w 259110"/>
                <a:gd name="connsiteY0" fmla="*/ 670372 h 670372"/>
                <a:gd name="connsiteX1" fmla="*/ 145855 w 259110"/>
                <a:gd name="connsiteY1" fmla="*/ 0 h 670372"/>
                <a:gd name="connsiteX2" fmla="*/ 204758 w 259110"/>
                <a:gd name="connsiteY2" fmla="*/ 328174 h 670372"/>
                <a:gd name="connsiteX0" fmla="*/ 0 w 276458"/>
                <a:gd name="connsiteY0" fmla="*/ 670372 h 670372"/>
                <a:gd name="connsiteX1" fmla="*/ 145855 w 276458"/>
                <a:gd name="connsiteY1" fmla="*/ 0 h 670372"/>
                <a:gd name="connsiteX2" fmla="*/ 204758 w 276458"/>
                <a:gd name="connsiteY2" fmla="*/ 328174 h 670372"/>
                <a:gd name="connsiteX0" fmla="*/ 0 w 276458"/>
                <a:gd name="connsiteY0" fmla="*/ 670381 h 670381"/>
                <a:gd name="connsiteX1" fmla="*/ 145855 w 276458"/>
                <a:gd name="connsiteY1" fmla="*/ 9 h 670381"/>
                <a:gd name="connsiteX2" fmla="*/ 204758 w 276458"/>
                <a:gd name="connsiteY2" fmla="*/ 328183 h 670381"/>
                <a:gd name="connsiteX0" fmla="*/ 17567 w 294025"/>
                <a:gd name="connsiteY0" fmla="*/ 670381 h 670381"/>
                <a:gd name="connsiteX1" fmla="*/ 163422 w 294025"/>
                <a:gd name="connsiteY1" fmla="*/ 9 h 670381"/>
                <a:gd name="connsiteX2" fmla="*/ 222325 w 294025"/>
                <a:gd name="connsiteY2" fmla="*/ 328183 h 670381"/>
                <a:gd name="connsiteX0" fmla="*/ 17567 w 327330"/>
                <a:gd name="connsiteY0" fmla="*/ 671068 h 671068"/>
                <a:gd name="connsiteX1" fmla="*/ 163422 w 327330"/>
                <a:gd name="connsiteY1" fmla="*/ 696 h 671068"/>
                <a:gd name="connsiteX2" fmla="*/ 222325 w 327330"/>
                <a:gd name="connsiteY2" fmla="*/ 328870 h 671068"/>
                <a:gd name="connsiteX0" fmla="*/ 17567 w 321664"/>
                <a:gd name="connsiteY0" fmla="*/ 671068 h 671068"/>
                <a:gd name="connsiteX1" fmla="*/ 163422 w 321664"/>
                <a:gd name="connsiteY1" fmla="*/ 696 h 671068"/>
                <a:gd name="connsiteX2" fmla="*/ 222325 w 321664"/>
                <a:gd name="connsiteY2" fmla="*/ 328870 h 671068"/>
                <a:gd name="connsiteX0" fmla="*/ 18431 w 322528"/>
                <a:gd name="connsiteY0" fmla="*/ 671068 h 671068"/>
                <a:gd name="connsiteX1" fmla="*/ 164286 w 322528"/>
                <a:gd name="connsiteY1" fmla="*/ 696 h 671068"/>
                <a:gd name="connsiteX2" fmla="*/ 223189 w 322528"/>
                <a:gd name="connsiteY2" fmla="*/ 328870 h 671068"/>
                <a:gd name="connsiteX0" fmla="*/ 18431 w 311947"/>
                <a:gd name="connsiteY0" fmla="*/ 671151 h 671151"/>
                <a:gd name="connsiteX1" fmla="*/ 164286 w 311947"/>
                <a:gd name="connsiteY1" fmla="*/ 779 h 671151"/>
                <a:gd name="connsiteX2" fmla="*/ 203910 w 311947"/>
                <a:gd name="connsiteY2" fmla="*/ 312427 h 671151"/>
                <a:gd name="connsiteX0" fmla="*/ 18431 w 319515"/>
                <a:gd name="connsiteY0" fmla="*/ 670768 h 670768"/>
                <a:gd name="connsiteX1" fmla="*/ 164286 w 319515"/>
                <a:gd name="connsiteY1" fmla="*/ 396 h 670768"/>
                <a:gd name="connsiteX2" fmla="*/ 203910 w 319515"/>
                <a:gd name="connsiteY2" fmla="*/ 312044 h 670768"/>
                <a:gd name="connsiteX0" fmla="*/ 16717 w 317801"/>
                <a:gd name="connsiteY0" fmla="*/ 670768 h 670768"/>
                <a:gd name="connsiteX1" fmla="*/ 162572 w 317801"/>
                <a:gd name="connsiteY1" fmla="*/ 396 h 670768"/>
                <a:gd name="connsiteX2" fmla="*/ 202196 w 317801"/>
                <a:gd name="connsiteY2" fmla="*/ 312044 h 670768"/>
                <a:gd name="connsiteX0" fmla="*/ 16717 w 320719"/>
                <a:gd name="connsiteY0" fmla="*/ 670412 h 670412"/>
                <a:gd name="connsiteX1" fmla="*/ 162572 w 320719"/>
                <a:gd name="connsiteY1" fmla="*/ 40 h 670412"/>
                <a:gd name="connsiteX2" fmla="*/ 202196 w 320719"/>
                <a:gd name="connsiteY2" fmla="*/ 311688 h 670412"/>
                <a:gd name="connsiteX0" fmla="*/ 16717 w 314294"/>
                <a:gd name="connsiteY0" fmla="*/ 670412 h 670412"/>
                <a:gd name="connsiteX1" fmla="*/ 162572 w 314294"/>
                <a:gd name="connsiteY1" fmla="*/ 40 h 670412"/>
                <a:gd name="connsiteX2" fmla="*/ 202196 w 314294"/>
                <a:gd name="connsiteY2" fmla="*/ 311688 h 670412"/>
                <a:gd name="connsiteX0" fmla="*/ 20002 w 313692"/>
                <a:gd name="connsiteY0" fmla="*/ 684181 h 684181"/>
                <a:gd name="connsiteX1" fmla="*/ 157594 w 313692"/>
                <a:gd name="connsiteY1" fmla="*/ 38 h 684181"/>
                <a:gd name="connsiteX2" fmla="*/ 205481 w 313692"/>
                <a:gd name="connsiteY2" fmla="*/ 325457 h 684181"/>
                <a:gd name="connsiteX0" fmla="*/ 20002 w 335146"/>
                <a:gd name="connsiteY0" fmla="*/ 684143 h 684143"/>
                <a:gd name="connsiteX1" fmla="*/ 157594 w 335146"/>
                <a:gd name="connsiteY1" fmla="*/ 0 h 684143"/>
                <a:gd name="connsiteX2" fmla="*/ 205481 w 335146"/>
                <a:gd name="connsiteY2" fmla="*/ 325419 h 684143"/>
                <a:gd name="connsiteX0" fmla="*/ 20002 w 322593"/>
                <a:gd name="connsiteY0" fmla="*/ 684143 h 684143"/>
                <a:gd name="connsiteX1" fmla="*/ 157594 w 322593"/>
                <a:gd name="connsiteY1" fmla="*/ 0 h 684143"/>
                <a:gd name="connsiteX2" fmla="*/ 177939 w 322593"/>
                <a:gd name="connsiteY2" fmla="*/ 275843 h 684143"/>
                <a:gd name="connsiteX0" fmla="*/ 20002 w 322593"/>
                <a:gd name="connsiteY0" fmla="*/ 684143 h 684143"/>
                <a:gd name="connsiteX1" fmla="*/ 157594 w 322593"/>
                <a:gd name="connsiteY1" fmla="*/ 0 h 684143"/>
                <a:gd name="connsiteX2" fmla="*/ 177939 w 322593"/>
                <a:gd name="connsiteY2" fmla="*/ 275843 h 684143"/>
                <a:gd name="connsiteX0" fmla="*/ 20002 w 305016"/>
                <a:gd name="connsiteY0" fmla="*/ 684145 h 684145"/>
                <a:gd name="connsiteX1" fmla="*/ 157594 w 305016"/>
                <a:gd name="connsiteY1" fmla="*/ 2 h 684145"/>
                <a:gd name="connsiteX2" fmla="*/ 177939 w 305016"/>
                <a:gd name="connsiteY2" fmla="*/ 275845 h 684145"/>
                <a:gd name="connsiteX0" fmla="*/ 20002 w 305016"/>
                <a:gd name="connsiteY0" fmla="*/ 684145 h 684145"/>
                <a:gd name="connsiteX1" fmla="*/ 157594 w 305016"/>
                <a:gd name="connsiteY1" fmla="*/ 2 h 684145"/>
                <a:gd name="connsiteX2" fmla="*/ 177939 w 305016"/>
                <a:gd name="connsiteY2" fmla="*/ 275845 h 684145"/>
                <a:gd name="connsiteX0" fmla="*/ 11876 w 318923"/>
                <a:gd name="connsiteY0" fmla="*/ 463808 h 463808"/>
                <a:gd name="connsiteX1" fmla="*/ 171501 w 318923"/>
                <a:gd name="connsiteY1" fmla="*/ 2 h 463808"/>
                <a:gd name="connsiteX2" fmla="*/ 191846 w 318923"/>
                <a:gd name="connsiteY2" fmla="*/ 275845 h 463808"/>
                <a:gd name="connsiteX0" fmla="*/ 11876 w 318923"/>
                <a:gd name="connsiteY0" fmla="*/ 444528 h 444528"/>
                <a:gd name="connsiteX1" fmla="*/ 171501 w 318923"/>
                <a:gd name="connsiteY1" fmla="*/ 2 h 444528"/>
                <a:gd name="connsiteX2" fmla="*/ 191846 w 318923"/>
                <a:gd name="connsiteY2" fmla="*/ 275845 h 444528"/>
                <a:gd name="connsiteX0" fmla="*/ 1452 w 308499"/>
                <a:gd name="connsiteY0" fmla="*/ 444528 h 444528"/>
                <a:gd name="connsiteX1" fmla="*/ 161077 w 308499"/>
                <a:gd name="connsiteY1" fmla="*/ 2 h 444528"/>
                <a:gd name="connsiteX2" fmla="*/ 181422 w 308499"/>
                <a:gd name="connsiteY2" fmla="*/ 275845 h 444528"/>
                <a:gd name="connsiteX0" fmla="*/ 1452 w 296864"/>
                <a:gd name="connsiteY0" fmla="*/ 444638 h 444638"/>
                <a:gd name="connsiteX1" fmla="*/ 161077 w 296864"/>
                <a:gd name="connsiteY1" fmla="*/ 112 h 444638"/>
                <a:gd name="connsiteX2" fmla="*/ 181422 w 296864"/>
                <a:gd name="connsiteY2" fmla="*/ 275955 h 444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6864" h="444638">
                  <a:moveTo>
                    <a:pt x="1452" y="444638"/>
                  </a:moveTo>
                  <a:cubicBezTo>
                    <a:pt x="-2260" y="204656"/>
                    <a:pt x="-11482" y="8739"/>
                    <a:pt x="161077" y="112"/>
                  </a:cubicBezTo>
                  <a:cubicBezTo>
                    <a:pt x="350238" y="-6281"/>
                    <a:pt x="327228" y="262274"/>
                    <a:pt x="181422" y="275955"/>
                  </a:cubicBezTo>
                </a:path>
              </a:pathLst>
            </a:cu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C848F7F-A8AC-4787-BCDB-C5851F78A8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2008" y="3476077"/>
              <a:ext cx="1188" cy="974737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C7FCF5A-CA9B-4B4B-8C66-27690CC8AF70}"/>
              </a:ext>
            </a:extLst>
          </p:cNvPr>
          <p:cNvGrpSpPr/>
          <p:nvPr/>
        </p:nvGrpSpPr>
        <p:grpSpPr>
          <a:xfrm>
            <a:off x="9064356" y="2091382"/>
            <a:ext cx="2303626" cy="2356921"/>
            <a:chOff x="9087273" y="2875432"/>
            <a:chExt cx="2303626" cy="2356921"/>
          </a:xfrm>
        </p:grpSpPr>
        <p:sp>
          <p:nvSpPr>
            <p:cNvPr id="27" name="Rounded Rectangle 7">
              <a:extLst>
                <a:ext uri="{FF2B5EF4-FFF2-40B4-BE49-F238E27FC236}">
                  <a16:creationId xmlns:a16="http://schemas.microsoft.com/office/drawing/2014/main" id="{EB06220F-31B5-4B23-8D57-2A1137D0864C}"/>
                </a:ext>
              </a:extLst>
            </p:cNvPr>
            <p:cNvSpPr/>
            <p:nvPr/>
          </p:nvSpPr>
          <p:spPr>
            <a:xfrm>
              <a:off x="10019157" y="4810446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Rounded Rectangle 8">
              <a:extLst>
                <a:ext uri="{FF2B5EF4-FFF2-40B4-BE49-F238E27FC236}">
                  <a16:creationId xmlns:a16="http://schemas.microsoft.com/office/drawing/2014/main" id="{83059816-5278-43E2-A699-CA3376A3F7FE}"/>
                </a:ext>
              </a:extLst>
            </p:cNvPr>
            <p:cNvSpPr/>
            <p:nvPr/>
          </p:nvSpPr>
          <p:spPr>
            <a:xfrm>
              <a:off x="10019157" y="4908581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9" name="Rounded Rectangle 9">
              <a:extLst>
                <a:ext uri="{FF2B5EF4-FFF2-40B4-BE49-F238E27FC236}">
                  <a16:creationId xmlns:a16="http://schemas.microsoft.com/office/drawing/2014/main" id="{906A92FF-A14C-4A53-A5A6-8C2D0B0CABBC}"/>
                </a:ext>
              </a:extLst>
            </p:cNvPr>
            <p:cNvSpPr/>
            <p:nvPr/>
          </p:nvSpPr>
          <p:spPr>
            <a:xfrm>
              <a:off x="10019157" y="5006715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Chord 8">
              <a:extLst>
                <a:ext uri="{FF2B5EF4-FFF2-40B4-BE49-F238E27FC236}">
                  <a16:creationId xmlns:a16="http://schemas.microsoft.com/office/drawing/2014/main" id="{85996DD4-7F9F-4A16-B5AC-A9422B266E47}"/>
                </a:ext>
              </a:extLst>
            </p:cNvPr>
            <p:cNvSpPr/>
            <p:nvPr/>
          </p:nvSpPr>
          <p:spPr>
            <a:xfrm rot="19366553">
              <a:off x="10104241" y="5001620"/>
              <a:ext cx="279977" cy="230733"/>
            </a:xfrm>
            <a:custGeom>
              <a:avLst/>
              <a:gdLst/>
              <a:ahLst/>
              <a:cxnLst/>
              <a:rect l="l" t="t" r="r" b="b"/>
              <a:pathLst>
                <a:path w="808567" h="666352">
                  <a:moveTo>
                    <a:pt x="11238" y="0"/>
                  </a:moveTo>
                  <a:lnTo>
                    <a:pt x="808567" y="605735"/>
                  </a:lnTo>
                  <a:cubicBezTo>
                    <a:pt x="631295" y="696452"/>
                    <a:pt x="413578" y="686352"/>
                    <a:pt x="241904" y="568647"/>
                  </a:cubicBezTo>
                  <a:cubicBezTo>
                    <a:pt x="54716" y="440307"/>
                    <a:pt x="-32876" y="214793"/>
                    <a:pt x="112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36664DDC-5A29-44EF-B493-185175473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5953" y="3562517"/>
              <a:ext cx="1039477" cy="1222505"/>
            </a:xfrm>
            <a:custGeom>
              <a:avLst/>
              <a:gdLst>
                <a:gd name="T0" fmla="*/ 1239 w 2141"/>
                <a:gd name="T1" fmla="*/ 16 h 2665"/>
                <a:gd name="T2" fmla="*/ 1465 w 2141"/>
                <a:gd name="T3" fmla="*/ 82 h 2665"/>
                <a:gd name="T4" fmla="*/ 1673 w 2141"/>
                <a:gd name="T5" fmla="*/ 194 h 2665"/>
                <a:gd name="T6" fmla="*/ 1855 w 2141"/>
                <a:gd name="T7" fmla="*/ 349 h 2665"/>
                <a:gd name="T8" fmla="*/ 2000 w 2141"/>
                <a:gd name="T9" fmla="*/ 546 h 2665"/>
                <a:gd name="T10" fmla="*/ 2099 w 2141"/>
                <a:gd name="T11" fmla="*/ 777 h 2665"/>
                <a:gd name="T12" fmla="*/ 2141 w 2141"/>
                <a:gd name="T13" fmla="*/ 1039 h 2665"/>
                <a:gd name="T14" fmla="*/ 2119 w 2141"/>
                <a:gd name="T15" fmla="*/ 1331 h 2665"/>
                <a:gd name="T16" fmla="*/ 2051 w 2141"/>
                <a:gd name="T17" fmla="*/ 1562 h 2665"/>
                <a:gd name="T18" fmla="*/ 1959 w 2141"/>
                <a:gd name="T19" fmla="*/ 1722 h 2665"/>
                <a:gd name="T20" fmla="*/ 1853 w 2141"/>
                <a:gd name="T21" fmla="*/ 1859 h 2665"/>
                <a:gd name="T22" fmla="*/ 1743 w 2141"/>
                <a:gd name="T23" fmla="*/ 1990 h 2665"/>
                <a:gd name="T24" fmla="*/ 1644 w 2141"/>
                <a:gd name="T25" fmla="*/ 2133 h 2665"/>
                <a:gd name="T26" fmla="*/ 1578 w 2141"/>
                <a:gd name="T27" fmla="*/ 2265 h 2665"/>
                <a:gd name="T28" fmla="*/ 1542 w 2141"/>
                <a:gd name="T29" fmla="*/ 2384 h 2665"/>
                <a:gd name="T30" fmla="*/ 1535 w 2141"/>
                <a:gd name="T31" fmla="*/ 2512 h 2665"/>
                <a:gd name="T32" fmla="*/ 1495 w 2141"/>
                <a:gd name="T33" fmla="*/ 2608 h 2665"/>
                <a:gd name="T34" fmla="*/ 1430 w 2141"/>
                <a:gd name="T35" fmla="*/ 2661 h 2665"/>
                <a:gd name="T36" fmla="*/ 1302 w 2141"/>
                <a:gd name="T37" fmla="*/ 2665 h 2665"/>
                <a:gd name="T38" fmla="*/ 1103 w 2141"/>
                <a:gd name="T39" fmla="*/ 2664 h 2665"/>
                <a:gd name="T40" fmla="*/ 893 w 2141"/>
                <a:gd name="T41" fmla="*/ 2664 h 2665"/>
                <a:gd name="T42" fmla="*/ 736 w 2141"/>
                <a:gd name="T43" fmla="*/ 2664 h 2665"/>
                <a:gd name="T44" fmla="*/ 668 w 2141"/>
                <a:gd name="T45" fmla="*/ 2629 h 2665"/>
                <a:gd name="T46" fmla="*/ 633 w 2141"/>
                <a:gd name="T47" fmla="*/ 2573 h 2665"/>
                <a:gd name="T48" fmla="*/ 621 w 2141"/>
                <a:gd name="T49" fmla="*/ 2514 h 2665"/>
                <a:gd name="T50" fmla="*/ 621 w 2141"/>
                <a:gd name="T51" fmla="*/ 2441 h 2665"/>
                <a:gd name="T52" fmla="*/ 615 w 2141"/>
                <a:gd name="T53" fmla="*/ 2358 h 2665"/>
                <a:gd name="T54" fmla="*/ 589 w 2141"/>
                <a:gd name="T55" fmla="*/ 2258 h 2665"/>
                <a:gd name="T56" fmla="*/ 522 w 2141"/>
                <a:gd name="T57" fmla="*/ 2136 h 2665"/>
                <a:gd name="T58" fmla="*/ 429 w 2141"/>
                <a:gd name="T59" fmla="*/ 2015 h 2665"/>
                <a:gd name="T60" fmla="*/ 351 w 2141"/>
                <a:gd name="T61" fmla="*/ 1917 h 2665"/>
                <a:gd name="T62" fmla="*/ 250 w 2141"/>
                <a:gd name="T63" fmla="*/ 1794 h 2665"/>
                <a:gd name="T64" fmla="*/ 145 w 2141"/>
                <a:gd name="T65" fmla="*/ 1641 h 2665"/>
                <a:gd name="T66" fmla="*/ 58 w 2141"/>
                <a:gd name="T67" fmla="*/ 1458 h 2665"/>
                <a:gd name="T68" fmla="*/ 6 w 2141"/>
                <a:gd name="T69" fmla="*/ 1244 h 2665"/>
                <a:gd name="T70" fmla="*/ 7 w 2141"/>
                <a:gd name="T71" fmla="*/ 988 h 2665"/>
                <a:gd name="T72" fmla="*/ 58 w 2141"/>
                <a:gd name="T73" fmla="*/ 742 h 2665"/>
                <a:gd name="T74" fmla="*/ 145 w 2141"/>
                <a:gd name="T75" fmla="*/ 540 h 2665"/>
                <a:gd name="T76" fmla="*/ 260 w 2141"/>
                <a:gd name="T77" fmla="*/ 376 h 2665"/>
                <a:gd name="T78" fmla="*/ 394 w 2141"/>
                <a:gd name="T79" fmla="*/ 249 h 2665"/>
                <a:gd name="T80" fmla="*/ 537 w 2141"/>
                <a:gd name="T81" fmla="*/ 152 h 2665"/>
                <a:gd name="T82" fmla="*/ 679 w 2141"/>
                <a:gd name="T83" fmla="*/ 83 h 2665"/>
                <a:gd name="T84" fmla="*/ 813 w 2141"/>
                <a:gd name="T85" fmla="*/ 37 h 2665"/>
                <a:gd name="T86" fmla="*/ 928 w 2141"/>
                <a:gd name="T87" fmla="*/ 9 h 2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41" h="2665">
                  <a:moveTo>
                    <a:pt x="1084" y="0"/>
                  </a:moveTo>
                  <a:lnTo>
                    <a:pt x="1162" y="6"/>
                  </a:lnTo>
                  <a:lnTo>
                    <a:pt x="1239" y="16"/>
                  </a:lnTo>
                  <a:lnTo>
                    <a:pt x="1316" y="32"/>
                  </a:lnTo>
                  <a:lnTo>
                    <a:pt x="1391" y="54"/>
                  </a:lnTo>
                  <a:lnTo>
                    <a:pt x="1465" y="82"/>
                  </a:lnTo>
                  <a:lnTo>
                    <a:pt x="1537" y="114"/>
                  </a:lnTo>
                  <a:lnTo>
                    <a:pt x="1606" y="152"/>
                  </a:lnTo>
                  <a:lnTo>
                    <a:pt x="1673" y="194"/>
                  </a:lnTo>
                  <a:lnTo>
                    <a:pt x="1737" y="242"/>
                  </a:lnTo>
                  <a:lnTo>
                    <a:pt x="1798" y="293"/>
                  </a:lnTo>
                  <a:lnTo>
                    <a:pt x="1855" y="349"/>
                  </a:lnTo>
                  <a:lnTo>
                    <a:pt x="1907" y="410"/>
                  </a:lnTo>
                  <a:lnTo>
                    <a:pt x="1956" y="476"/>
                  </a:lnTo>
                  <a:lnTo>
                    <a:pt x="2000" y="546"/>
                  </a:lnTo>
                  <a:lnTo>
                    <a:pt x="2038" y="618"/>
                  </a:lnTo>
                  <a:lnTo>
                    <a:pt x="2071" y="696"/>
                  </a:lnTo>
                  <a:lnTo>
                    <a:pt x="2099" y="777"/>
                  </a:lnTo>
                  <a:lnTo>
                    <a:pt x="2119" y="861"/>
                  </a:lnTo>
                  <a:lnTo>
                    <a:pt x="2134" y="949"/>
                  </a:lnTo>
                  <a:lnTo>
                    <a:pt x="2141" y="1039"/>
                  </a:lnTo>
                  <a:lnTo>
                    <a:pt x="2141" y="1133"/>
                  </a:lnTo>
                  <a:lnTo>
                    <a:pt x="2135" y="1231"/>
                  </a:lnTo>
                  <a:lnTo>
                    <a:pt x="2119" y="1331"/>
                  </a:lnTo>
                  <a:lnTo>
                    <a:pt x="2096" y="1433"/>
                  </a:lnTo>
                  <a:lnTo>
                    <a:pt x="2076" y="1500"/>
                  </a:lnTo>
                  <a:lnTo>
                    <a:pt x="2051" y="1562"/>
                  </a:lnTo>
                  <a:lnTo>
                    <a:pt x="2023" y="1619"/>
                  </a:lnTo>
                  <a:lnTo>
                    <a:pt x="1993" y="1672"/>
                  </a:lnTo>
                  <a:lnTo>
                    <a:pt x="1959" y="1722"/>
                  </a:lnTo>
                  <a:lnTo>
                    <a:pt x="1926" y="1769"/>
                  </a:lnTo>
                  <a:lnTo>
                    <a:pt x="1889" y="1816"/>
                  </a:lnTo>
                  <a:lnTo>
                    <a:pt x="1853" y="1859"/>
                  </a:lnTo>
                  <a:lnTo>
                    <a:pt x="1815" y="1903"/>
                  </a:lnTo>
                  <a:lnTo>
                    <a:pt x="1779" y="1945"/>
                  </a:lnTo>
                  <a:lnTo>
                    <a:pt x="1743" y="1990"/>
                  </a:lnTo>
                  <a:lnTo>
                    <a:pt x="1708" y="2035"/>
                  </a:lnTo>
                  <a:lnTo>
                    <a:pt x="1676" y="2082"/>
                  </a:lnTo>
                  <a:lnTo>
                    <a:pt x="1644" y="2133"/>
                  </a:lnTo>
                  <a:lnTo>
                    <a:pt x="1616" y="2185"/>
                  </a:lnTo>
                  <a:lnTo>
                    <a:pt x="1597" y="2226"/>
                  </a:lnTo>
                  <a:lnTo>
                    <a:pt x="1578" y="2265"/>
                  </a:lnTo>
                  <a:lnTo>
                    <a:pt x="1564" y="2304"/>
                  </a:lnTo>
                  <a:lnTo>
                    <a:pt x="1551" y="2344"/>
                  </a:lnTo>
                  <a:lnTo>
                    <a:pt x="1542" y="2384"/>
                  </a:lnTo>
                  <a:lnTo>
                    <a:pt x="1536" y="2428"/>
                  </a:lnTo>
                  <a:lnTo>
                    <a:pt x="1536" y="2473"/>
                  </a:lnTo>
                  <a:lnTo>
                    <a:pt x="1535" y="2512"/>
                  </a:lnTo>
                  <a:lnTo>
                    <a:pt x="1526" y="2549"/>
                  </a:lnTo>
                  <a:lnTo>
                    <a:pt x="1513" y="2581"/>
                  </a:lnTo>
                  <a:lnTo>
                    <a:pt x="1495" y="2608"/>
                  </a:lnTo>
                  <a:lnTo>
                    <a:pt x="1475" y="2632"/>
                  </a:lnTo>
                  <a:lnTo>
                    <a:pt x="1453" y="2649"/>
                  </a:lnTo>
                  <a:lnTo>
                    <a:pt x="1430" y="2661"/>
                  </a:lnTo>
                  <a:lnTo>
                    <a:pt x="1408" y="2665"/>
                  </a:lnTo>
                  <a:lnTo>
                    <a:pt x="1359" y="2665"/>
                  </a:lnTo>
                  <a:lnTo>
                    <a:pt x="1302" y="2665"/>
                  </a:lnTo>
                  <a:lnTo>
                    <a:pt x="1239" y="2665"/>
                  </a:lnTo>
                  <a:lnTo>
                    <a:pt x="1172" y="2665"/>
                  </a:lnTo>
                  <a:lnTo>
                    <a:pt x="1103" y="2664"/>
                  </a:lnTo>
                  <a:lnTo>
                    <a:pt x="1031" y="2664"/>
                  </a:lnTo>
                  <a:lnTo>
                    <a:pt x="961" y="2664"/>
                  </a:lnTo>
                  <a:lnTo>
                    <a:pt x="893" y="2664"/>
                  </a:lnTo>
                  <a:lnTo>
                    <a:pt x="828" y="2664"/>
                  </a:lnTo>
                  <a:lnTo>
                    <a:pt x="768" y="2665"/>
                  </a:lnTo>
                  <a:lnTo>
                    <a:pt x="736" y="2664"/>
                  </a:lnTo>
                  <a:lnTo>
                    <a:pt x="708" y="2656"/>
                  </a:lnTo>
                  <a:lnTo>
                    <a:pt x="687" y="2645"/>
                  </a:lnTo>
                  <a:lnTo>
                    <a:pt x="668" y="2629"/>
                  </a:lnTo>
                  <a:lnTo>
                    <a:pt x="652" y="2611"/>
                  </a:lnTo>
                  <a:lnTo>
                    <a:pt x="640" y="2592"/>
                  </a:lnTo>
                  <a:lnTo>
                    <a:pt x="633" y="2573"/>
                  </a:lnTo>
                  <a:lnTo>
                    <a:pt x="627" y="2554"/>
                  </a:lnTo>
                  <a:lnTo>
                    <a:pt x="624" y="2537"/>
                  </a:lnTo>
                  <a:lnTo>
                    <a:pt x="621" y="2514"/>
                  </a:lnTo>
                  <a:lnTo>
                    <a:pt x="621" y="2490"/>
                  </a:lnTo>
                  <a:lnTo>
                    <a:pt x="621" y="2467"/>
                  </a:lnTo>
                  <a:lnTo>
                    <a:pt x="621" y="2441"/>
                  </a:lnTo>
                  <a:lnTo>
                    <a:pt x="621" y="2415"/>
                  </a:lnTo>
                  <a:lnTo>
                    <a:pt x="620" y="2387"/>
                  </a:lnTo>
                  <a:lnTo>
                    <a:pt x="615" y="2358"/>
                  </a:lnTo>
                  <a:lnTo>
                    <a:pt x="609" y="2326"/>
                  </a:lnTo>
                  <a:lnTo>
                    <a:pt x="601" y="2293"/>
                  </a:lnTo>
                  <a:lnTo>
                    <a:pt x="589" y="2258"/>
                  </a:lnTo>
                  <a:lnTo>
                    <a:pt x="572" y="2220"/>
                  </a:lnTo>
                  <a:lnTo>
                    <a:pt x="550" y="2179"/>
                  </a:lnTo>
                  <a:lnTo>
                    <a:pt x="522" y="2136"/>
                  </a:lnTo>
                  <a:lnTo>
                    <a:pt x="489" y="2090"/>
                  </a:lnTo>
                  <a:lnTo>
                    <a:pt x="448" y="2041"/>
                  </a:lnTo>
                  <a:lnTo>
                    <a:pt x="429" y="2015"/>
                  </a:lnTo>
                  <a:lnTo>
                    <a:pt x="407" y="1984"/>
                  </a:lnTo>
                  <a:lnTo>
                    <a:pt x="380" y="1952"/>
                  </a:lnTo>
                  <a:lnTo>
                    <a:pt x="351" y="1917"/>
                  </a:lnTo>
                  <a:lnTo>
                    <a:pt x="319" y="1878"/>
                  </a:lnTo>
                  <a:lnTo>
                    <a:pt x="285" y="1837"/>
                  </a:lnTo>
                  <a:lnTo>
                    <a:pt x="250" y="1794"/>
                  </a:lnTo>
                  <a:lnTo>
                    <a:pt x="214" y="1746"/>
                  </a:lnTo>
                  <a:lnTo>
                    <a:pt x="179" y="1695"/>
                  </a:lnTo>
                  <a:lnTo>
                    <a:pt x="145" y="1641"/>
                  </a:lnTo>
                  <a:lnTo>
                    <a:pt x="113" y="1583"/>
                  </a:lnTo>
                  <a:lnTo>
                    <a:pt x="84" y="1523"/>
                  </a:lnTo>
                  <a:lnTo>
                    <a:pt x="58" y="1458"/>
                  </a:lnTo>
                  <a:lnTo>
                    <a:pt x="36" y="1391"/>
                  </a:lnTo>
                  <a:lnTo>
                    <a:pt x="19" y="1318"/>
                  </a:lnTo>
                  <a:lnTo>
                    <a:pt x="6" y="1244"/>
                  </a:lnTo>
                  <a:lnTo>
                    <a:pt x="0" y="1164"/>
                  </a:lnTo>
                  <a:lnTo>
                    <a:pt x="0" y="1081"/>
                  </a:lnTo>
                  <a:lnTo>
                    <a:pt x="7" y="988"/>
                  </a:lnTo>
                  <a:lnTo>
                    <a:pt x="19" y="901"/>
                  </a:lnTo>
                  <a:lnTo>
                    <a:pt x="36" y="819"/>
                  </a:lnTo>
                  <a:lnTo>
                    <a:pt x="58" y="742"/>
                  </a:lnTo>
                  <a:lnTo>
                    <a:pt x="83" y="669"/>
                  </a:lnTo>
                  <a:lnTo>
                    <a:pt x="112" y="602"/>
                  </a:lnTo>
                  <a:lnTo>
                    <a:pt x="145" y="540"/>
                  </a:lnTo>
                  <a:lnTo>
                    <a:pt x="180" y="480"/>
                  </a:lnTo>
                  <a:lnTo>
                    <a:pt x="220" y="426"/>
                  </a:lnTo>
                  <a:lnTo>
                    <a:pt x="260" y="376"/>
                  </a:lnTo>
                  <a:lnTo>
                    <a:pt x="304" y="330"/>
                  </a:lnTo>
                  <a:lnTo>
                    <a:pt x="348" y="287"/>
                  </a:lnTo>
                  <a:lnTo>
                    <a:pt x="394" y="249"/>
                  </a:lnTo>
                  <a:lnTo>
                    <a:pt x="441" y="213"/>
                  </a:lnTo>
                  <a:lnTo>
                    <a:pt x="489" y="181"/>
                  </a:lnTo>
                  <a:lnTo>
                    <a:pt x="537" y="152"/>
                  </a:lnTo>
                  <a:lnTo>
                    <a:pt x="585" y="125"/>
                  </a:lnTo>
                  <a:lnTo>
                    <a:pt x="633" y="104"/>
                  </a:lnTo>
                  <a:lnTo>
                    <a:pt x="679" y="83"/>
                  </a:lnTo>
                  <a:lnTo>
                    <a:pt x="726" y="64"/>
                  </a:lnTo>
                  <a:lnTo>
                    <a:pt x="769" y="50"/>
                  </a:lnTo>
                  <a:lnTo>
                    <a:pt x="813" y="37"/>
                  </a:lnTo>
                  <a:lnTo>
                    <a:pt x="854" y="25"/>
                  </a:lnTo>
                  <a:lnTo>
                    <a:pt x="892" y="16"/>
                  </a:lnTo>
                  <a:lnTo>
                    <a:pt x="928" y="9"/>
                  </a:lnTo>
                  <a:lnTo>
                    <a:pt x="1007" y="2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Rectangle 4102">
              <a:extLst>
                <a:ext uri="{FF2B5EF4-FFF2-40B4-BE49-F238E27FC236}">
                  <a16:creationId xmlns:a16="http://schemas.microsoft.com/office/drawing/2014/main" id="{D759DE68-34FC-4E1D-A29B-6B1FD6EF6C1A}"/>
                </a:ext>
              </a:extLst>
            </p:cNvPr>
            <p:cNvSpPr/>
            <p:nvPr/>
          </p:nvSpPr>
          <p:spPr>
            <a:xfrm>
              <a:off x="10199168" y="2875432"/>
              <a:ext cx="73047" cy="48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Rectangle 116">
              <a:extLst>
                <a:ext uri="{FF2B5EF4-FFF2-40B4-BE49-F238E27FC236}">
                  <a16:creationId xmlns:a16="http://schemas.microsoft.com/office/drawing/2014/main" id="{DB4D8BE4-97E5-4537-8F8B-E530F5CD7A43}"/>
                </a:ext>
              </a:extLst>
            </p:cNvPr>
            <p:cNvSpPr/>
            <p:nvPr/>
          </p:nvSpPr>
          <p:spPr>
            <a:xfrm rot="8100000">
              <a:off x="9613374" y="3081280"/>
              <a:ext cx="73047" cy="48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Rectangle 118">
              <a:extLst>
                <a:ext uri="{FF2B5EF4-FFF2-40B4-BE49-F238E27FC236}">
                  <a16:creationId xmlns:a16="http://schemas.microsoft.com/office/drawing/2014/main" id="{55AA4A56-76A4-4EDD-8086-956556994D8B}"/>
                </a:ext>
              </a:extLst>
            </p:cNvPr>
            <p:cNvSpPr/>
            <p:nvPr/>
          </p:nvSpPr>
          <p:spPr>
            <a:xfrm rot="16800000">
              <a:off x="9294239" y="3582372"/>
              <a:ext cx="73047" cy="48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Freeform 4103">
              <a:extLst>
                <a:ext uri="{FF2B5EF4-FFF2-40B4-BE49-F238E27FC236}">
                  <a16:creationId xmlns:a16="http://schemas.microsoft.com/office/drawing/2014/main" id="{588704A7-A5A2-4583-88D7-78F5AE434E0A}"/>
                </a:ext>
              </a:extLst>
            </p:cNvPr>
            <p:cNvSpPr/>
            <p:nvPr/>
          </p:nvSpPr>
          <p:spPr>
            <a:xfrm rot="18900000" flipV="1">
              <a:off x="10108452" y="4097750"/>
              <a:ext cx="475605" cy="267050"/>
            </a:xfrm>
            <a:custGeom>
              <a:avLst/>
              <a:gdLst>
                <a:gd name="connsiteX0" fmla="*/ 447675 w 447675"/>
                <a:gd name="connsiteY0" fmla="*/ 266700 h 266700"/>
                <a:gd name="connsiteX1" fmla="*/ 0 w 447675"/>
                <a:gd name="connsiteY1" fmla="*/ 171450 h 266700"/>
                <a:gd name="connsiteX2" fmla="*/ 342900 w 447675"/>
                <a:gd name="connsiteY2" fmla="*/ 0 h 266700"/>
                <a:gd name="connsiteX3" fmla="*/ 447675 w 447675"/>
                <a:gd name="connsiteY3" fmla="*/ 266700 h 266700"/>
                <a:gd name="connsiteX0" fmla="*/ 447675 w 464732"/>
                <a:gd name="connsiteY0" fmla="*/ 266700 h 266700"/>
                <a:gd name="connsiteX1" fmla="*/ 0 w 464732"/>
                <a:gd name="connsiteY1" fmla="*/ 171450 h 266700"/>
                <a:gd name="connsiteX2" fmla="*/ 342900 w 464732"/>
                <a:gd name="connsiteY2" fmla="*/ 0 h 266700"/>
                <a:gd name="connsiteX3" fmla="*/ 447675 w 464732"/>
                <a:gd name="connsiteY3" fmla="*/ 266700 h 266700"/>
                <a:gd name="connsiteX0" fmla="*/ 447675 w 492584"/>
                <a:gd name="connsiteY0" fmla="*/ 266700 h 266700"/>
                <a:gd name="connsiteX1" fmla="*/ 0 w 492584"/>
                <a:gd name="connsiteY1" fmla="*/ 171450 h 266700"/>
                <a:gd name="connsiteX2" fmla="*/ 342900 w 492584"/>
                <a:gd name="connsiteY2" fmla="*/ 0 h 266700"/>
                <a:gd name="connsiteX3" fmla="*/ 447675 w 492584"/>
                <a:gd name="connsiteY3" fmla="*/ 266700 h 266700"/>
                <a:gd name="connsiteX0" fmla="*/ 447675 w 492584"/>
                <a:gd name="connsiteY0" fmla="*/ 266700 h 267320"/>
                <a:gd name="connsiteX1" fmla="*/ 0 w 492584"/>
                <a:gd name="connsiteY1" fmla="*/ 171450 h 267320"/>
                <a:gd name="connsiteX2" fmla="*/ 342900 w 492584"/>
                <a:gd name="connsiteY2" fmla="*/ 0 h 267320"/>
                <a:gd name="connsiteX3" fmla="*/ 447675 w 492584"/>
                <a:gd name="connsiteY3" fmla="*/ 266700 h 267320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8433 h 269760"/>
                <a:gd name="connsiteX1" fmla="*/ 0 w 492584"/>
                <a:gd name="connsiteY1" fmla="*/ 173183 h 269760"/>
                <a:gd name="connsiteX2" fmla="*/ 342900 w 492584"/>
                <a:gd name="connsiteY2" fmla="*/ 1733 h 269760"/>
                <a:gd name="connsiteX3" fmla="*/ 447675 w 492584"/>
                <a:gd name="connsiteY3" fmla="*/ 268433 h 269760"/>
                <a:gd name="connsiteX0" fmla="*/ 447675 w 475131"/>
                <a:gd name="connsiteY0" fmla="*/ 268433 h 269760"/>
                <a:gd name="connsiteX1" fmla="*/ 0 w 475131"/>
                <a:gd name="connsiteY1" fmla="*/ 173183 h 269760"/>
                <a:gd name="connsiteX2" fmla="*/ 342900 w 475131"/>
                <a:gd name="connsiteY2" fmla="*/ 1733 h 269760"/>
                <a:gd name="connsiteX3" fmla="*/ 447675 w 475131"/>
                <a:gd name="connsiteY3" fmla="*/ 268433 h 269760"/>
                <a:gd name="connsiteX0" fmla="*/ 447675 w 496136"/>
                <a:gd name="connsiteY0" fmla="*/ 268433 h 269760"/>
                <a:gd name="connsiteX1" fmla="*/ 0 w 496136"/>
                <a:gd name="connsiteY1" fmla="*/ 173183 h 269760"/>
                <a:gd name="connsiteX2" fmla="*/ 342900 w 496136"/>
                <a:gd name="connsiteY2" fmla="*/ 1733 h 269760"/>
                <a:gd name="connsiteX3" fmla="*/ 447675 w 496136"/>
                <a:gd name="connsiteY3" fmla="*/ 268433 h 269760"/>
                <a:gd name="connsiteX0" fmla="*/ 447675 w 496136"/>
                <a:gd name="connsiteY0" fmla="*/ 268433 h 282774"/>
                <a:gd name="connsiteX1" fmla="*/ 0 w 496136"/>
                <a:gd name="connsiteY1" fmla="*/ 173183 h 282774"/>
                <a:gd name="connsiteX2" fmla="*/ 342900 w 496136"/>
                <a:gd name="connsiteY2" fmla="*/ 1733 h 282774"/>
                <a:gd name="connsiteX3" fmla="*/ 447675 w 496136"/>
                <a:gd name="connsiteY3" fmla="*/ 268433 h 282774"/>
                <a:gd name="connsiteX0" fmla="*/ 566944 w 615405"/>
                <a:gd name="connsiteY0" fmla="*/ 269154 h 280541"/>
                <a:gd name="connsiteX1" fmla="*/ 0 w 615405"/>
                <a:gd name="connsiteY1" fmla="*/ 146074 h 280541"/>
                <a:gd name="connsiteX2" fmla="*/ 462169 w 615405"/>
                <a:gd name="connsiteY2" fmla="*/ 2454 h 280541"/>
                <a:gd name="connsiteX3" fmla="*/ 566944 w 615405"/>
                <a:gd name="connsiteY3" fmla="*/ 269154 h 280541"/>
                <a:gd name="connsiteX0" fmla="*/ 566944 w 615405"/>
                <a:gd name="connsiteY0" fmla="*/ 268907 h 280294"/>
                <a:gd name="connsiteX1" fmla="*/ 0 w 615405"/>
                <a:gd name="connsiteY1" fmla="*/ 145827 h 280294"/>
                <a:gd name="connsiteX2" fmla="*/ 462169 w 615405"/>
                <a:gd name="connsiteY2" fmla="*/ 2207 h 280294"/>
                <a:gd name="connsiteX3" fmla="*/ 566944 w 615405"/>
                <a:gd name="connsiteY3" fmla="*/ 268907 h 280294"/>
                <a:gd name="connsiteX0" fmla="*/ 586822 w 629800"/>
                <a:gd name="connsiteY0" fmla="*/ 316615 h 324962"/>
                <a:gd name="connsiteX1" fmla="*/ 0 w 629800"/>
                <a:gd name="connsiteY1" fmla="*/ 145827 h 324962"/>
                <a:gd name="connsiteX2" fmla="*/ 462169 w 629800"/>
                <a:gd name="connsiteY2" fmla="*/ 2207 h 324962"/>
                <a:gd name="connsiteX3" fmla="*/ 586822 w 629800"/>
                <a:gd name="connsiteY3" fmla="*/ 316615 h 324962"/>
                <a:gd name="connsiteX0" fmla="*/ 586822 w 635283"/>
                <a:gd name="connsiteY0" fmla="*/ 282677 h 291024"/>
                <a:gd name="connsiteX1" fmla="*/ 0 w 635283"/>
                <a:gd name="connsiteY1" fmla="*/ 111889 h 291024"/>
                <a:gd name="connsiteX2" fmla="*/ 482047 w 635283"/>
                <a:gd name="connsiteY2" fmla="*/ 4050 h 291024"/>
                <a:gd name="connsiteX3" fmla="*/ 586822 w 635283"/>
                <a:gd name="connsiteY3" fmla="*/ 282677 h 291024"/>
                <a:gd name="connsiteX0" fmla="*/ 622603 w 661839"/>
                <a:gd name="connsiteY0" fmla="*/ 342312 h 348542"/>
                <a:gd name="connsiteX1" fmla="*/ 0 w 661839"/>
                <a:gd name="connsiteY1" fmla="*/ 111889 h 348542"/>
                <a:gd name="connsiteX2" fmla="*/ 482047 w 661839"/>
                <a:gd name="connsiteY2" fmla="*/ 4050 h 348542"/>
                <a:gd name="connsiteX3" fmla="*/ 622603 w 661839"/>
                <a:gd name="connsiteY3" fmla="*/ 342312 h 348542"/>
                <a:gd name="connsiteX0" fmla="*/ 622603 w 639127"/>
                <a:gd name="connsiteY0" fmla="*/ 342312 h 348542"/>
                <a:gd name="connsiteX1" fmla="*/ 0 w 639127"/>
                <a:gd name="connsiteY1" fmla="*/ 111889 h 348542"/>
                <a:gd name="connsiteX2" fmla="*/ 482047 w 639127"/>
                <a:gd name="connsiteY2" fmla="*/ 4050 h 348542"/>
                <a:gd name="connsiteX3" fmla="*/ 622603 w 639127"/>
                <a:gd name="connsiteY3" fmla="*/ 342312 h 34854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55031"/>
                <a:gd name="connsiteX1" fmla="*/ 0 w 639127"/>
                <a:gd name="connsiteY1" fmla="*/ 111889 h 355031"/>
                <a:gd name="connsiteX2" fmla="*/ 482047 w 639127"/>
                <a:gd name="connsiteY2" fmla="*/ 4050 h 355031"/>
                <a:gd name="connsiteX3" fmla="*/ 622603 w 639127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2663"/>
                <a:gd name="connsiteY0" fmla="*/ 328262 h 340981"/>
                <a:gd name="connsiteX1" fmla="*/ 0 w 642663"/>
                <a:gd name="connsiteY1" fmla="*/ 97839 h 340981"/>
                <a:gd name="connsiteX2" fmla="*/ 474095 w 642663"/>
                <a:gd name="connsiteY2" fmla="*/ 5903 h 340981"/>
                <a:gd name="connsiteX3" fmla="*/ 622603 w 642663"/>
                <a:gd name="connsiteY3" fmla="*/ 328262 h 340981"/>
                <a:gd name="connsiteX0" fmla="*/ 622603 w 642663"/>
                <a:gd name="connsiteY0" fmla="*/ 341991 h 354710"/>
                <a:gd name="connsiteX1" fmla="*/ 0 w 642663"/>
                <a:gd name="connsiteY1" fmla="*/ 111568 h 354710"/>
                <a:gd name="connsiteX2" fmla="*/ 474095 w 642663"/>
                <a:gd name="connsiteY2" fmla="*/ 19632 h 354710"/>
                <a:gd name="connsiteX3" fmla="*/ 622603 w 642663"/>
                <a:gd name="connsiteY3" fmla="*/ 341991 h 354710"/>
                <a:gd name="connsiteX0" fmla="*/ 622603 w 631721"/>
                <a:gd name="connsiteY0" fmla="*/ 341991 h 354710"/>
                <a:gd name="connsiteX1" fmla="*/ 0 w 631721"/>
                <a:gd name="connsiteY1" fmla="*/ 111568 h 354710"/>
                <a:gd name="connsiteX2" fmla="*/ 474095 w 631721"/>
                <a:gd name="connsiteY2" fmla="*/ 19632 h 354710"/>
                <a:gd name="connsiteX3" fmla="*/ 622603 w 631721"/>
                <a:gd name="connsiteY3" fmla="*/ 341991 h 35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Freeform 123">
              <a:extLst>
                <a:ext uri="{FF2B5EF4-FFF2-40B4-BE49-F238E27FC236}">
                  <a16:creationId xmlns:a16="http://schemas.microsoft.com/office/drawing/2014/main" id="{C87B9239-0779-43DF-9734-89EAFB30F5D6}"/>
                </a:ext>
              </a:extLst>
            </p:cNvPr>
            <p:cNvSpPr/>
            <p:nvPr/>
          </p:nvSpPr>
          <p:spPr>
            <a:xfrm rot="13284775">
              <a:off x="9960891" y="4191599"/>
              <a:ext cx="350851" cy="197003"/>
            </a:xfrm>
            <a:custGeom>
              <a:avLst/>
              <a:gdLst>
                <a:gd name="connsiteX0" fmla="*/ 447675 w 447675"/>
                <a:gd name="connsiteY0" fmla="*/ 266700 h 266700"/>
                <a:gd name="connsiteX1" fmla="*/ 0 w 447675"/>
                <a:gd name="connsiteY1" fmla="*/ 171450 h 266700"/>
                <a:gd name="connsiteX2" fmla="*/ 342900 w 447675"/>
                <a:gd name="connsiteY2" fmla="*/ 0 h 266700"/>
                <a:gd name="connsiteX3" fmla="*/ 447675 w 447675"/>
                <a:gd name="connsiteY3" fmla="*/ 266700 h 266700"/>
                <a:gd name="connsiteX0" fmla="*/ 447675 w 464732"/>
                <a:gd name="connsiteY0" fmla="*/ 266700 h 266700"/>
                <a:gd name="connsiteX1" fmla="*/ 0 w 464732"/>
                <a:gd name="connsiteY1" fmla="*/ 171450 h 266700"/>
                <a:gd name="connsiteX2" fmla="*/ 342900 w 464732"/>
                <a:gd name="connsiteY2" fmla="*/ 0 h 266700"/>
                <a:gd name="connsiteX3" fmla="*/ 447675 w 464732"/>
                <a:gd name="connsiteY3" fmla="*/ 266700 h 266700"/>
                <a:gd name="connsiteX0" fmla="*/ 447675 w 492584"/>
                <a:gd name="connsiteY0" fmla="*/ 266700 h 266700"/>
                <a:gd name="connsiteX1" fmla="*/ 0 w 492584"/>
                <a:gd name="connsiteY1" fmla="*/ 171450 h 266700"/>
                <a:gd name="connsiteX2" fmla="*/ 342900 w 492584"/>
                <a:gd name="connsiteY2" fmla="*/ 0 h 266700"/>
                <a:gd name="connsiteX3" fmla="*/ 447675 w 492584"/>
                <a:gd name="connsiteY3" fmla="*/ 266700 h 266700"/>
                <a:gd name="connsiteX0" fmla="*/ 447675 w 492584"/>
                <a:gd name="connsiteY0" fmla="*/ 266700 h 267320"/>
                <a:gd name="connsiteX1" fmla="*/ 0 w 492584"/>
                <a:gd name="connsiteY1" fmla="*/ 171450 h 267320"/>
                <a:gd name="connsiteX2" fmla="*/ 342900 w 492584"/>
                <a:gd name="connsiteY2" fmla="*/ 0 h 267320"/>
                <a:gd name="connsiteX3" fmla="*/ 447675 w 492584"/>
                <a:gd name="connsiteY3" fmla="*/ 266700 h 267320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8433 h 269760"/>
                <a:gd name="connsiteX1" fmla="*/ 0 w 492584"/>
                <a:gd name="connsiteY1" fmla="*/ 173183 h 269760"/>
                <a:gd name="connsiteX2" fmla="*/ 342900 w 492584"/>
                <a:gd name="connsiteY2" fmla="*/ 1733 h 269760"/>
                <a:gd name="connsiteX3" fmla="*/ 447675 w 492584"/>
                <a:gd name="connsiteY3" fmla="*/ 268433 h 269760"/>
                <a:gd name="connsiteX0" fmla="*/ 447675 w 475131"/>
                <a:gd name="connsiteY0" fmla="*/ 268433 h 269760"/>
                <a:gd name="connsiteX1" fmla="*/ 0 w 475131"/>
                <a:gd name="connsiteY1" fmla="*/ 173183 h 269760"/>
                <a:gd name="connsiteX2" fmla="*/ 342900 w 475131"/>
                <a:gd name="connsiteY2" fmla="*/ 1733 h 269760"/>
                <a:gd name="connsiteX3" fmla="*/ 447675 w 475131"/>
                <a:gd name="connsiteY3" fmla="*/ 268433 h 269760"/>
                <a:gd name="connsiteX0" fmla="*/ 447675 w 496136"/>
                <a:gd name="connsiteY0" fmla="*/ 268433 h 269760"/>
                <a:gd name="connsiteX1" fmla="*/ 0 w 496136"/>
                <a:gd name="connsiteY1" fmla="*/ 173183 h 269760"/>
                <a:gd name="connsiteX2" fmla="*/ 342900 w 496136"/>
                <a:gd name="connsiteY2" fmla="*/ 1733 h 269760"/>
                <a:gd name="connsiteX3" fmla="*/ 447675 w 496136"/>
                <a:gd name="connsiteY3" fmla="*/ 268433 h 269760"/>
                <a:gd name="connsiteX0" fmla="*/ 447675 w 496136"/>
                <a:gd name="connsiteY0" fmla="*/ 268433 h 282774"/>
                <a:gd name="connsiteX1" fmla="*/ 0 w 496136"/>
                <a:gd name="connsiteY1" fmla="*/ 173183 h 282774"/>
                <a:gd name="connsiteX2" fmla="*/ 342900 w 496136"/>
                <a:gd name="connsiteY2" fmla="*/ 1733 h 282774"/>
                <a:gd name="connsiteX3" fmla="*/ 447675 w 496136"/>
                <a:gd name="connsiteY3" fmla="*/ 268433 h 282774"/>
                <a:gd name="connsiteX0" fmla="*/ 566944 w 615405"/>
                <a:gd name="connsiteY0" fmla="*/ 269154 h 280541"/>
                <a:gd name="connsiteX1" fmla="*/ 0 w 615405"/>
                <a:gd name="connsiteY1" fmla="*/ 146074 h 280541"/>
                <a:gd name="connsiteX2" fmla="*/ 462169 w 615405"/>
                <a:gd name="connsiteY2" fmla="*/ 2454 h 280541"/>
                <a:gd name="connsiteX3" fmla="*/ 566944 w 615405"/>
                <a:gd name="connsiteY3" fmla="*/ 269154 h 280541"/>
                <a:gd name="connsiteX0" fmla="*/ 566944 w 615405"/>
                <a:gd name="connsiteY0" fmla="*/ 268907 h 280294"/>
                <a:gd name="connsiteX1" fmla="*/ 0 w 615405"/>
                <a:gd name="connsiteY1" fmla="*/ 145827 h 280294"/>
                <a:gd name="connsiteX2" fmla="*/ 462169 w 615405"/>
                <a:gd name="connsiteY2" fmla="*/ 2207 h 280294"/>
                <a:gd name="connsiteX3" fmla="*/ 566944 w 615405"/>
                <a:gd name="connsiteY3" fmla="*/ 268907 h 280294"/>
                <a:gd name="connsiteX0" fmla="*/ 586822 w 629800"/>
                <a:gd name="connsiteY0" fmla="*/ 316615 h 324962"/>
                <a:gd name="connsiteX1" fmla="*/ 0 w 629800"/>
                <a:gd name="connsiteY1" fmla="*/ 145827 h 324962"/>
                <a:gd name="connsiteX2" fmla="*/ 462169 w 629800"/>
                <a:gd name="connsiteY2" fmla="*/ 2207 h 324962"/>
                <a:gd name="connsiteX3" fmla="*/ 586822 w 629800"/>
                <a:gd name="connsiteY3" fmla="*/ 316615 h 324962"/>
                <a:gd name="connsiteX0" fmla="*/ 586822 w 635283"/>
                <a:gd name="connsiteY0" fmla="*/ 282677 h 291024"/>
                <a:gd name="connsiteX1" fmla="*/ 0 w 635283"/>
                <a:gd name="connsiteY1" fmla="*/ 111889 h 291024"/>
                <a:gd name="connsiteX2" fmla="*/ 482047 w 635283"/>
                <a:gd name="connsiteY2" fmla="*/ 4050 h 291024"/>
                <a:gd name="connsiteX3" fmla="*/ 586822 w 635283"/>
                <a:gd name="connsiteY3" fmla="*/ 282677 h 291024"/>
                <a:gd name="connsiteX0" fmla="*/ 622603 w 661839"/>
                <a:gd name="connsiteY0" fmla="*/ 342312 h 348542"/>
                <a:gd name="connsiteX1" fmla="*/ 0 w 661839"/>
                <a:gd name="connsiteY1" fmla="*/ 111889 h 348542"/>
                <a:gd name="connsiteX2" fmla="*/ 482047 w 661839"/>
                <a:gd name="connsiteY2" fmla="*/ 4050 h 348542"/>
                <a:gd name="connsiteX3" fmla="*/ 622603 w 661839"/>
                <a:gd name="connsiteY3" fmla="*/ 342312 h 348542"/>
                <a:gd name="connsiteX0" fmla="*/ 622603 w 639127"/>
                <a:gd name="connsiteY0" fmla="*/ 342312 h 348542"/>
                <a:gd name="connsiteX1" fmla="*/ 0 w 639127"/>
                <a:gd name="connsiteY1" fmla="*/ 111889 h 348542"/>
                <a:gd name="connsiteX2" fmla="*/ 482047 w 639127"/>
                <a:gd name="connsiteY2" fmla="*/ 4050 h 348542"/>
                <a:gd name="connsiteX3" fmla="*/ 622603 w 639127"/>
                <a:gd name="connsiteY3" fmla="*/ 342312 h 34854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55031"/>
                <a:gd name="connsiteX1" fmla="*/ 0 w 639127"/>
                <a:gd name="connsiteY1" fmla="*/ 111889 h 355031"/>
                <a:gd name="connsiteX2" fmla="*/ 482047 w 639127"/>
                <a:gd name="connsiteY2" fmla="*/ 4050 h 355031"/>
                <a:gd name="connsiteX3" fmla="*/ 622603 w 639127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2663"/>
                <a:gd name="connsiteY0" fmla="*/ 328262 h 340981"/>
                <a:gd name="connsiteX1" fmla="*/ 0 w 642663"/>
                <a:gd name="connsiteY1" fmla="*/ 97839 h 340981"/>
                <a:gd name="connsiteX2" fmla="*/ 474095 w 642663"/>
                <a:gd name="connsiteY2" fmla="*/ 5903 h 340981"/>
                <a:gd name="connsiteX3" fmla="*/ 622603 w 642663"/>
                <a:gd name="connsiteY3" fmla="*/ 328262 h 340981"/>
                <a:gd name="connsiteX0" fmla="*/ 622603 w 642663"/>
                <a:gd name="connsiteY0" fmla="*/ 341991 h 354710"/>
                <a:gd name="connsiteX1" fmla="*/ 0 w 642663"/>
                <a:gd name="connsiteY1" fmla="*/ 111568 h 354710"/>
                <a:gd name="connsiteX2" fmla="*/ 474095 w 642663"/>
                <a:gd name="connsiteY2" fmla="*/ 19632 h 354710"/>
                <a:gd name="connsiteX3" fmla="*/ 622603 w 642663"/>
                <a:gd name="connsiteY3" fmla="*/ 341991 h 354710"/>
                <a:gd name="connsiteX0" fmla="*/ 622603 w 631721"/>
                <a:gd name="connsiteY0" fmla="*/ 341991 h 354710"/>
                <a:gd name="connsiteX1" fmla="*/ 0 w 631721"/>
                <a:gd name="connsiteY1" fmla="*/ 111568 h 354710"/>
                <a:gd name="connsiteX2" fmla="*/ 474095 w 631721"/>
                <a:gd name="connsiteY2" fmla="*/ 19632 h 354710"/>
                <a:gd name="connsiteX3" fmla="*/ 622603 w 631721"/>
                <a:gd name="connsiteY3" fmla="*/ 341991 h 35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Rectangle 4104">
              <a:extLst>
                <a:ext uri="{FF2B5EF4-FFF2-40B4-BE49-F238E27FC236}">
                  <a16:creationId xmlns:a16="http://schemas.microsoft.com/office/drawing/2014/main" id="{5CBAFA37-F251-45F5-95C0-56850306B7D4}"/>
                </a:ext>
              </a:extLst>
            </p:cNvPr>
            <p:cNvSpPr/>
            <p:nvPr/>
          </p:nvSpPr>
          <p:spPr>
            <a:xfrm>
              <a:off x="10201256" y="4404900"/>
              <a:ext cx="61845" cy="2922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Rectangle 116">
              <a:extLst>
                <a:ext uri="{FF2B5EF4-FFF2-40B4-BE49-F238E27FC236}">
                  <a16:creationId xmlns:a16="http://schemas.microsoft.com/office/drawing/2014/main" id="{EFA0704C-9A79-4FA0-A01D-5845676D1339}"/>
                </a:ext>
              </a:extLst>
            </p:cNvPr>
            <p:cNvSpPr/>
            <p:nvPr/>
          </p:nvSpPr>
          <p:spPr>
            <a:xfrm rot="13500000" flipH="1">
              <a:off x="10791750" y="3081280"/>
              <a:ext cx="73047" cy="48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Rectangle 118">
              <a:extLst>
                <a:ext uri="{FF2B5EF4-FFF2-40B4-BE49-F238E27FC236}">
                  <a16:creationId xmlns:a16="http://schemas.microsoft.com/office/drawing/2014/main" id="{E7EA8C3D-8AC2-4BDE-A9BD-1BC30B13DA31}"/>
                </a:ext>
              </a:extLst>
            </p:cNvPr>
            <p:cNvSpPr/>
            <p:nvPr/>
          </p:nvSpPr>
          <p:spPr>
            <a:xfrm rot="4800000" flipH="1">
              <a:off x="11110885" y="3582372"/>
              <a:ext cx="73047" cy="48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F2A37B9-1DAE-4742-A034-F14B8F3C8883}"/>
              </a:ext>
            </a:extLst>
          </p:cNvPr>
          <p:cNvGrpSpPr/>
          <p:nvPr/>
        </p:nvGrpSpPr>
        <p:grpSpPr>
          <a:xfrm>
            <a:off x="6319854" y="3389719"/>
            <a:ext cx="3956473" cy="2066287"/>
            <a:chOff x="6319854" y="4022016"/>
            <a:chExt cx="3956473" cy="2066287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92B1408-38F0-4481-B180-8F51B50715C5}"/>
                </a:ext>
              </a:extLst>
            </p:cNvPr>
            <p:cNvGrpSpPr/>
            <p:nvPr/>
          </p:nvGrpSpPr>
          <p:grpSpPr>
            <a:xfrm>
              <a:off x="9196326" y="5008303"/>
              <a:ext cx="1080001" cy="1080000"/>
              <a:chOff x="9196326" y="5008303"/>
              <a:chExt cx="1080001" cy="1080000"/>
            </a:xfrm>
          </p:grpSpPr>
          <p:sp>
            <p:nvSpPr>
              <p:cNvPr id="50" name="Rectangle 32">
                <a:extLst>
                  <a:ext uri="{FF2B5EF4-FFF2-40B4-BE49-F238E27FC236}">
                    <a16:creationId xmlns:a16="http://schemas.microsoft.com/office/drawing/2014/main" id="{31C192B9-DE19-400A-B224-ADAB302DF00F}"/>
                  </a:ext>
                </a:extLst>
              </p:cNvPr>
              <p:cNvSpPr/>
              <p:nvPr/>
            </p:nvSpPr>
            <p:spPr>
              <a:xfrm rot="10800000">
                <a:off x="10156012" y="5043828"/>
                <a:ext cx="120315" cy="540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Block Arc 83">
                <a:extLst>
                  <a:ext uri="{FF2B5EF4-FFF2-40B4-BE49-F238E27FC236}">
                    <a16:creationId xmlns:a16="http://schemas.microsoft.com/office/drawing/2014/main" id="{7840B816-86C7-4E65-96A7-825C0FFC4A9E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32">
                <a:extLst>
                  <a:ext uri="{FF2B5EF4-FFF2-40B4-BE49-F238E27FC236}">
                    <a16:creationId xmlns:a16="http://schemas.microsoft.com/office/drawing/2014/main" id="{D92CDB65-9115-4397-8705-E8EABFEF672C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7EE29BB0-3C5B-414B-AF9D-C60F39199B61}"/>
                </a:ext>
              </a:extLst>
            </p:cNvPr>
            <p:cNvGrpSpPr/>
            <p:nvPr/>
          </p:nvGrpSpPr>
          <p:grpSpPr>
            <a:xfrm rot="10800000">
              <a:off x="8236185" y="4022016"/>
              <a:ext cx="1080001" cy="1080000"/>
              <a:chOff x="9196326" y="5008303"/>
              <a:chExt cx="1080001" cy="1080000"/>
            </a:xfrm>
          </p:grpSpPr>
          <p:sp>
            <p:nvSpPr>
              <p:cNvPr id="47" name="Rectangle 32">
                <a:extLst>
                  <a:ext uri="{FF2B5EF4-FFF2-40B4-BE49-F238E27FC236}">
                    <a16:creationId xmlns:a16="http://schemas.microsoft.com/office/drawing/2014/main" id="{7CF7D46C-E53F-4E59-B5CB-FEB5DAB2FCA4}"/>
                  </a:ext>
                </a:extLst>
              </p:cNvPr>
              <p:cNvSpPr/>
              <p:nvPr/>
            </p:nvSpPr>
            <p:spPr>
              <a:xfrm rot="10800000">
                <a:off x="10156012" y="5043828"/>
                <a:ext cx="120315" cy="540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Block Arc 83">
                <a:extLst>
                  <a:ext uri="{FF2B5EF4-FFF2-40B4-BE49-F238E27FC236}">
                    <a16:creationId xmlns:a16="http://schemas.microsoft.com/office/drawing/2014/main" id="{9F0B1918-A40F-4D84-93A2-538DD26F3BF7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32">
                <a:extLst>
                  <a:ext uri="{FF2B5EF4-FFF2-40B4-BE49-F238E27FC236}">
                    <a16:creationId xmlns:a16="http://schemas.microsoft.com/office/drawing/2014/main" id="{467843A7-2161-49B7-BFE0-DFC83D5F0337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3" name="Block Arc 83">
              <a:extLst>
                <a:ext uri="{FF2B5EF4-FFF2-40B4-BE49-F238E27FC236}">
                  <a16:creationId xmlns:a16="http://schemas.microsoft.com/office/drawing/2014/main" id="{BF54E73E-2510-46A6-81E9-FDD59534E414}"/>
                </a:ext>
              </a:extLst>
            </p:cNvPr>
            <p:cNvSpPr/>
            <p:nvPr/>
          </p:nvSpPr>
          <p:spPr>
            <a:xfrm rot="5400000">
              <a:off x="7276738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Rectangle 32">
              <a:extLst>
                <a:ext uri="{FF2B5EF4-FFF2-40B4-BE49-F238E27FC236}">
                  <a16:creationId xmlns:a16="http://schemas.microsoft.com/office/drawing/2014/main" id="{42794FA7-6EC0-4632-8F09-2C89F65C071C}"/>
                </a:ext>
              </a:extLst>
            </p:cNvPr>
            <p:cNvSpPr/>
            <p:nvPr/>
          </p:nvSpPr>
          <p:spPr>
            <a:xfrm rot="16200000">
              <a:off x="7270818" y="5028315"/>
              <a:ext cx="120315" cy="990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Block Arc 83">
              <a:extLst>
                <a:ext uri="{FF2B5EF4-FFF2-40B4-BE49-F238E27FC236}">
                  <a16:creationId xmlns:a16="http://schemas.microsoft.com/office/drawing/2014/main" id="{5DB2F9F9-5859-4AF5-913A-E0FD8A1ED4B8}"/>
                </a:ext>
              </a:extLst>
            </p:cNvPr>
            <p:cNvSpPr/>
            <p:nvPr/>
          </p:nvSpPr>
          <p:spPr>
            <a:xfrm rot="16200000" flipH="1">
              <a:off x="6319854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90D0DEF2-FA96-47F6-A0E4-C135BFCC193F}"/>
                </a:ext>
              </a:extLst>
            </p:cNvPr>
            <p:cNvSpPr/>
            <p:nvPr/>
          </p:nvSpPr>
          <p:spPr>
            <a:xfrm>
              <a:off x="6319854" y="4877064"/>
              <a:ext cx="120315" cy="187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0B3C0B1-70EC-4394-94A6-03428FED4B2F}"/>
              </a:ext>
            </a:extLst>
          </p:cNvPr>
          <p:cNvGrpSpPr/>
          <p:nvPr/>
        </p:nvGrpSpPr>
        <p:grpSpPr>
          <a:xfrm flipH="1">
            <a:off x="1910652" y="3389719"/>
            <a:ext cx="3956473" cy="2066287"/>
            <a:chOff x="6319854" y="4022016"/>
            <a:chExt cx="3956473" cy="2066287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DFE32E14-8689-41E7-B165-FFF90FEACEEB}"/>
                </a:ext>
              </a:extLst>
            </p:cNvPr>
            <p:cNvGrpSpPr/>
            <p:nvPr/>
          </p:nvGrpSpPr>
          <p:grpSpPr>
            <a:xfrm>
              <a:off x="9196326" y="4360204"/>
              <a:ext cx="1080001" cy="1728099"/>
              <a:chOff x="9196326" y="4360204"/>
              <a:chExt cx="1080001" cy="1728099"/>
            </a:xfrm>
          </p:grpSpPr>
          <p:sp>
            <p:nvSpPr>
              <p:cNvPr id="63" name="Rectangle 32">
                <a:extLst>
                  <a:ext uri="{FF2B5EF4-FFF2-40B4-BE49-F238E27FC236}">
                    <a16:creationId xmlns:a16="http://schemas.microsoft.com/office/drawing/2014/main" id="{4C364BDE-F87E-4931-94A0-336FD4A57FA3}"/>
                  </a:ext>
                </a:extLst>
              </p:cNvPr>
              <p:cNvSpPr/>
              <p:nvPr/>
            </p:nvSpPr>
            <p:spPr>
              <a:xfrm rot="10800000">
                <a:off x="10156012" y="4360204"/>
                <a:ext cx="120315" cy="12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Block Arc 83">
                <a:extLst>
                  <a:ext uri="{FF2B5EF4-FFF2-40B4-BE49-F238E27FC236}">
                    <a16:creationId xmlns:a16="http://schemas.microsoft.com/office/drawing/2014/main" id="{F9B80F10-572D-409C-90B3-83A85EED91A6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Rectangle 32">
                <a:extLst>
                  <a:ext uri="{FF2B5EF4-FFF2-40B4-BE49-F238E27FC236}">
                    <a16:creationId xmlns:a16="http://schemas.microsoft.com/office/drawing/2014/main" id="{D82F3A70-CCDA-4FF4-91C9-5917EC414499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C4F9E640-A24F-4A18-AFC3-8DBB71585AEB}"/>
                </a:ext>
              </a:extLst>
            </p:cNvPr>
            <p:cNvGrpSpPr/>
            <p:nvPr/>
          </p:nvGrpSpPr>
          <p:grpSpPr>
            <a:xfrm rot="10800000">
              <a:off x="8236185" y="4022016"/>
              <a:ext cx="1080001" cy="1080000"/>
              <a:chOff x="9196326" y="5008303"/>
              <a:chExt cx="1080001" cy="1080000"/>
            </a:xfrm>
          </p:grpSpPr>
          <p:sp>
            <p:nvSpPr>
              <p:cNvPr id="60" name="Rectangle 32">
                <a:extLst>
                  <a:ext uri="{FF2B5EF4-FFF2-40B4-BE49-F238E27FC236}">
                    <a16:creationId xmlns:a16="http://schemas.microsoft.com/office/drawing/2014/main" id="{15F5E171-7C9B-42FE-BE15-864E45D1B7EC}"/>
                  </a:ext>
                </a:extLst>
              </p:cNvPr>
              <p:cNvSpPr/>
              <p:nvPr/>
            </p:nvSpPr>
            <p:spPr>
              <a:xfrm rot="10800000">
                <a:off x="10156012" y="5043828"/>
                <a:ext cx="120315" cy="540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1" name="Block Arc 83">
                <a:extLst>
                  <a:ext uri="{FF2B5EF4-FFF2-40B4-BE49-F238E27FC236}">
                    <a16:creationId xmlns:a16="http://schemas.microsoft.com/office/drawing/2014/main" id="{344DCC4A-5871-48EA-8ADB-0937A609E59D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Rectangle 32">
                <a:extLst>
                  <a:ext uri="{FF2B5EF4-FFF2-40B4-BE49-F238E27FC236}">
                    <a16:creationId xmlns:a16="http://schemas.microsoft.com/office/drawing/2014/main" id="{281E6D74-CD76-4820-B85F-85484079ADA1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6" name="Block Arc 83">
              <a:extLst>
                <a:ext uri="{FF2B5EF4-FFF2-40B4-BE49-F238E27FC236}">
                  <a16:creationId xmlns:a16="http://schemas.microsoft.com/office/drawing/2014/main" id="{77576DCC-FD41-4382-9B06-617C8DCBA1B9}"/>
                </a:ext>
              </a:extLst>
            </p:cNvPr>
            <p:cNvSpPr/>
            <p:nvPr/>
          </p:nvSpPr>
          <p:spPr>
            <a:xfrm rot="5400000">
              <a:off x="7276738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Rectangle 32">
              <a:extLst>
                <a:ext uri="{FF2B5EF4-FFF2-40B4-BE49-F238E27FC236}">
                  <a16:creationId xmlns:a16="http://schemas.microsoft.com/office/drawing/2014/main" id="{882FF5E0-70D5-4602-983A-5221D96A6679}"/>
                </a:ext>
              </a:extLst>
            </p:cNvPr>
            <p:cNvSpPr/>
            <p:nvPr/>
          </p:nvSpPr>
          <p:spPr>
            <a:xfrm rot="16200000">
              <a:off x="7270818" y="5028315"/>
              <a:ext cx="120315" cy="990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8" name="Block Arc 83">
              <a:extLst>
                <a:ext uri="{FF2B5EF4-FFF2-40B4-BE49-F238E27FC236}">
                  <a16:creationId xmlns:a16="http://schemas.microsoft.com/office/drawing/2014/main" id="{1BEF7A6F-85B0-49E6-9DF2-A927B5D487F0}"/>
                </a:ext>
              </a:extLst>
            </p:cNvPr>
            <p:cNvSpPr/>
            <p:nvPr/>
          </p:nvSpPr>
          <p:spPr>
            <a:xfrm rot="16200000" flipH="1">
              <a:off x="6319854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Rectangle 32">
              <a:extLst>
                <a:ext uri="{FF2B5EF4-FFF2-40B4-BE49-F238E27FC236}">
                  <a16:creationId xmlns:a16="http://schemas.microsoft.com/office/drawing/2014/main" id="{C36C2EC1-16FE-4AC9-BB00-545BD42F50B2}"/>
                </a:ext>
              </a:extLst>
            </p:cNvPr>
            <p:cNvSpPr/>
            <p:nvPr/>
          </p:nvSpPr>
          <p:spPr>
            <a:xfrm>
              <a:off x="6319854" y="4877064"/>
              <a:ext cx="120315" cy="187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BFA3043E-2B47-4737-8381-9BE6BD6419E4}"/>
              </a:ext>
            </a:extLst>
          </p:cNvPr>
          <p:cNvGrpSpPr/>
          <p:nvPr/>
        </p:nvGrpSpPr>
        <p:grpSpPr>
          <a:xfrm>
            <a:off x="1440114" y="2704069"/>
            <a:ext cx="1039477" cy="1039477"/>
            <a:chOff x="2460435" y="1380960"/>
            <a:chExt cx="914400" cy="914400"/>
          </a:xfrm>
          <a:solidFill>
            <a:schemeClr val="accent3"/>
          </a:solidFill>
        </p:grpSpPr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F3A8C1D1-42F1-4FB3-A2B6-08D3B11686E5}"/>
                </a:ext>
              </a:extLst>
            </p:cNvPr>
            <p:cNvSpPr/>
            <p:nvPr/>
          </p:nvSpPr>
          <p:spPr>
            <a:xfrm>
              <a:off x="2460435" y="1380960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37E3E05-BC19-4D3A-8886-E57DA968CEBE}"/>
                </a:ext>
              </a:extLst>
            </p:cNvPr>
            <p:cNvSpPr/>
            <p:nvPr/>
          </p:nvSpPr>
          <p:spPr>
            <a:xfrm>
              <a:off x="2528509" y="1449034"/>
              <a:ext cx="778251" cy="778251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Block Arc 11">
              <a:extLst>
                <a:ext uri="{FF2B5EF4-FFF2-40B4-BE49-F238E27FC236}">
                  <a16:creationId xmlns:a16="http://schemas.microsoft.com/office/drawing/2014/main" id="{EABD247A-F3BB-4613-B722-A31957730556}"/>
                </a:ext>
              </a:extLst>
            </p:cNvPr>
            <p:cNvSpPr/>
            <p:nvPr/>
          </p:nvSpPr>
          <p:spPr>
            <a:xfrm>
              <a:off x="2761961" y="1573266"/>
              <a:ext cx="311347" cy="506602"/>
            </a:xfrm>
            <a:custGeom>
              <a:avLst/>
              <a:gdLst/>
              <a:ahLst/>
              <a:cxnLst/>
              <a:rect l="l" t="t" r="r" b="b"/>
              <a:pathLst>
                <a:path w="3636337" h="7138182">
                  <a:moveTo>
                    <a:pt x="1563551" y="3029061"/>
                  </a:moveTo>
                  <a:lnTo>
                    <a:pt x="1563551" y="1171769"/>
                  </a:lnTo>
                  <a:cubicBezTo>
                    <a:pt x="1444523" y="1201084"/>
                    <a:pt x="1330799" y="1254073"/>
                    <a:pt x="1228219" y="1328453"/>
                  </a:cubicBezTo>
                  <a:cubicBezTo>
                    <a:pt x="927220" y="1546705"/>
                    <a:pt x="771440" y="1913395"/>
                    <a:pt x="823311" y="2281559"/>
                  </a:cubicBezTo>
                  <a:cubicBezTo>
                    <a:pt x="886035" y="2761950"/>
                    <a:pt x="1181988" y="2923981"/>
                    <a:pt x="1563551" y="3029061"/>
                  </a:cubicBezTo>
                  <a:close/>
                  <a:moveTo>
                    <a:pt x="2056123" y="5971053"/>
                  </a:moveTo>
                  <a:cubicBezTo>
                    <a:pt x="2180706" y="5941789"/>
                    <a:pt x="2300029" y="5887431"/>
                    <a:pt x="2407191" y="5809729"/>
                  </a:cubicBezTo>
                  <a:cubicBezTo>
                    <a:pt x="2708190" y="5591477"/>
                    <a:pt x="2863970" y="5224787"/>
                    <a:pt x="2812099" y="4856623"/>
                  </a:cubicBezTo>
                  <a:cubicBezTo>
                    <a:pt x="2712300" y="4365494"/>
                    <a:pt x="2419393" y="4148018"/>
                    <a:pt x="2056123" y="4007016"/>
                  </a:cubicBezTo>
                  <a:close/>
                  <a:moveTo>
                    <a:pt x="2056123" y="7138182"/>
                  </a:moveTo>
                  <a:lnTo>
                    <a:pt x="1563551" y="7138182"/>
                  </a:lnTo>
                  <a:lnTo>
                    <a:pt x="1563551" y="6796553"/>
                  </a:lnTo>
                  <a:cubicBezTo>
                    <a:pt x="1376287" y="6771102"/>
                    <a:pt x="1191751" y="6715291"/>
                    <a:pt x="1016794" y="6629471"/>
                  </a:cubicBezTo>
                  <a:cubicBezTo>
                    <a:pt x="412303" y="6332946"/>
                    <a:pt x="21102" y="5726704"/>
                    <a:pt x="0" y="5053734"/>
                  </a:cubicBezTo>
                  <a:lnTo>
                    <a:pt x="813973" y="5028205"/>
                  </a:lnTo>
                  <a:cubicBezTo>
                    <a:pt x="825624" y="5399818"/>
                    <a:pt x="1041643" y="5734588"/>
                    <a:pt x="1375441" y="5898325"/>
                  </a:cubicBezTo>
                  <a:cubicBezTo>
                    <a:pt x="1436179" y="5928119"/>
                    <a:pt x="1499008" y="5951362"/>
                    <a:pt x="1563551" y="5965918"/>
                  </a:cubicBezTo>
                  <a:lnTo>
                    <a:pt x="1563551" y="3847635"/>
                  </a:lnTo>
                  <a:cubicBezTo>
                    <a:pt x="920238" y="3662345"/>
                    <a:pt x="233045" y="3450393"/>
                    <a:pt x="16852" y="2382091"/>
                  </a:cubicBezTo>
                  <a:cubicBezTo>
                    <a:pt x="-73403" y="1719933"/>
                    <a:pt x="208577" y="1061859"/>
                    <a:pt x="750173" y="669157"/>
                  </a:cubicBezTo>
                  <a:cubicBezTo>
                    <a:pt x="994931" y="491686"/>
                    <a:pt x="1274723" y="381458"/>
                    <a:pt x="1563551" y="341319"/>
                  </a:cubicBezTo>
                  <a:lnTo>
                    <a:pt x="1563551" y="0"/>
                  </a:lnTo>
                  <a:lnTo>
                    <a:pt x="2056123" y="0"/>
                  </a:lnTo>
                  <a:lnTo>
                    <a:pt x="2056123" y="339268"/>
                  </a:lnTo>
                  <a:cubicBezTo>
                    <a:pt x="2248752" y="363969"/>
                    <a:pt x="2438747" y="420481"/>
                    <a:pt x="2618616" y="508711"/>
                  </a:cubicBezTo>
                  <a:cubicBezTo>
                    <a:pt x="3223107" y="805237"/>
                    <a:pt x="3614308" y="1411478"/>
                    <a:pt x="3635410" y="2084448"/>
                  </a:cubicBezTo>
                  <a:lnTo>
                    <a:pt x="2821437" y="2109978"/>
                  </a:lnTo>
                  <a:cubicBezTo>
                    <a:pt x="2809786" y="1738364"/>
                    <a:pt x="2593767" y="1403594"/>
                    <a:pt x="2259969" y="1239857"/>
                  </a:cubicBezTo>
                  <a:cubicBezTo>
                    <a:pt x="2194243" y="1207617"/>
                    <a:pt x="2126069" y="1183046"/>
                    <a:pt x="2056123" y="1168235"/>
                  </a:cubicBezTo>
                  <a:lnTo>
                    <a:pt x="2056123" y="3150890"/>
                  </a:lnTo>
                  <a:cubicBezTo>
                    <a:pt x="2675271" y="3303511"/>
                    <a:pt x="3347939" y="3564428"/>
                    <a:pt x="3618512" y="4743007"/>
                  </a:cubicBezTo>
                  <a:cubicBezTo>
                    <a:pt x="3712448" y="5409725"/>
                    <a:pt x="3430336" y="6073786"/>
                    <a:pt x="2885237" y="6469025"/>
                  </a:cubicBezTo>
                  <a:cubicBezTo>
                    <a:pt x="2636047" y="6649712"/>
                    <a:pt x="2350538" y="6760700"/>
                    <a:pt x="2056123" y="67987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7546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79770" y="3246076"/>
            <a:ext cx="10028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I hope and I believe that this Template will your Time, Money and Reputation. I hope and I believe that this Template will your Time, Money and Reputation. Easy to change colors, photos and Text.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Get a modern PowerPoint  Presentation that is beautifully designed.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0E5D7-3164-4BE7-AC7F-664773645451}"/>
              </a:ext>
            </a:extLst>
          </p:cNvPr>
          <p:cNvSpPr txBox="1"/>
          <p:nvPr/>
        </p:nvSpPr>
        <p:spPr>
          <a:xfrm>
            <a:off x="0" y="1"/>
            <a:ext cx="1190892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0</a:t>
            </a:r>
            <a:endParaRPr lang="ko-KR" altLang="en-US" sz="6000" b="1" dirty="0">
              <a:solidFill>
                <a:schemeClr val="tx1">
                  <a:lumMod val="95000"/>
                  <a:lumOff val="5000"/>
                </a:schemeClr>
              </a:solidFill>
              <a:cs typeface="Arial" pitchFamily="34" charset="0"/>
            </a:endParaRPr>
          </a:p>
        </p:txBody>
      </p:sp>
      <p:sp>
        <p:nvSpPr>
          <p:cNvPr id="25" name="Round Same Side Corner Rectangle 36">
            <a:extLst>
              <a:ext uri="{FF2B5EF4-FFF2-40B4-BE49-F238E27FC236}">
                <a16:creationId xmlns:a16="http://schemas.microsoft.com/office/drawing/2014/main" id="{BF9C5DAA-6CEE-4CA4-BA8E-EBB4D2CCC67E}"/>
              </a:ext>
            </a:extLst>
          </p:cNvPr>
          <p:cNvSpPr/>
          <p:nvPr/>
        </p:nvSpPr>
        <p:spPr>
          <a:xfrm>
            <a:off x="5890514" y="2780927"/>
            <a:ext cx="406779" cy="321606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idx="14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1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idx="12"/>
          </p:nvPr>
        </p:nvSpPr>
        <p:spPr/>
      </p:sp>
    </p:spTree>
    <p:extLst>
      <p:ext uri="{BB962C8B-B14F-4D97-AF65-F5344CB8AC3E}">
        <p14:creationId xmlns:p14="http://schemas.microsoft.com/office/powerpoint/2010/main" val="141301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C629C-637D-4A1B-83D4-088B60B8FE66}"/>
              </a:ext>
            </a:extLst>
          </p:cNvPr>
          <p:cNvSpPr txBox="1"/>
          <p:nvPr/>
        </p:nvSpPr>
        <p:spPr>
          <a:xfrm>
            <a:off x="5509591" y="2064440"/>
            <a:ext cx="589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4"/>
                </a:solidFill>
                <a:cs typeface="Arial" pitchFamily="34" charset="0"/>
              </a:rPr>
              <a:t>NO.1 Presentation</a:t>
            </a:r>
            <a:endParaRPr lang="ko-KR" altLang="en-US" sz="28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47408-4F3D-402B-B025-D0223D886B05}"/>
              </a:ext>
            </a:extLst>
          </p:cNvPr>
          <p:cNvSpPr txBox="1"/>
          <p:nvPr/>
        </p:nvSpPr>
        <p:spPr>
          <a:xfrm>
            <a:off x="5509591" y="1725757"/>
            <a:ext cx="5890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Modern  PowerPoint  Presentation</a:t>
            </a:r>
            <a:endParaRPr lang="ko-KR" altLang="en-US" sz="1600" b="1" dirty="0">
              <a:solidFill>
                <a:srgbClr val="C00000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F9B572-CA04-4BBD-ACA1-4836704E27C0}"/>
              </a:ext>
            </a:extLst>
          </p:cNvPr>
          <p:cNvSpPr txBox="1"/>
          <p:nvPr/>
        </p:nvSpPr>
        <p:spPr>
          <a:xfrm>
            <a:off x="5509591" y="2587789"/>
            <a:ext cx="5890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You can simply impress your audience and add a unique zing and appeal to your Presentations. Easy to change colors, photos and Text. </a:t>
            </a:r>
          </a:p>
        </p:txBody>
      </p:sp>
      <p:sp>
        <p:nvSpPr>
          <p:cNvPr id="13" name="AutoShape 92">
            <a:extLst>
              <a:ext uri="{FF2B5EF4-FFF2-40B4-BE49-F238E27FC236}">
                <a16:creationId xmlns:a16="http://schemas.microsoft.com/office/drawing/2014/main" id="{F8563ACB-160D-4E96-A4B5-89B066F2B49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871503" y="3449178"/>
            <a:ext cx="560666" cy="560666"/>
          </a:xfrm>
          <a:prstGeom prst="rect">
            <a:avLst/>
          </a:prstGeom>
          <a:noFill/>
          <a:ln w="38100">
            <a:solidFill>
              <a:schemeClr val="accent4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14" name="AutoShape 92">
            <a:extLst>
              <a:ext uri="{FF2B5EF4-FFF2-40B4-BE49-F238E27FC236}">
                <a16:creationId xmlns:a16="http://schemas.microsoft.com/office/drawing/2014/main" id="{3EF54E1C-AB25-4530-9DEE-9EDCF05F330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883385" y="3449178"/>
            <a:ext cx="560666" cy="560666"/>
          </a:xfrm>
          <a:prstGeom prst="rect">
            <a:avLst/>
          </a:prstGeom>
          <a:noFill/>
          <a:ln w="38100">
            <a:solidFill>
              <a:schemeClr val="accent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15" name="AutoShape 92">
            <a:extLst>
              <a:ext uri="{FF2B5EF4-FFF2-40B4-BE49-F238E27FC236}">
                <a16:creationId xmlns:a16="http://schemas.microsoft.com/office/drawing/2014/main" id="{6650813C-BBEB-4EAE-8E52-8D2B212E6BE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389325" y="3449116"/>
            <a:ext cx="560666" cy="560728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olid"/>
            <a:headEnd/>
            <a:tailEnd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16" name="AutoShape 92">
            <a:extLst>
              <a:ext uri="{FF2B5EF4-FFF2-40B4-BE49-F238E27FC236}">
                <a16:creationId xmlns:a16="http://schemas.microsoft.com/office/drawing/2014/main" id="{AF3CD61A-6E8D-4329-A12D-3A971EBDEAA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77444" y="3449116"/>
            <a:ext cx="560666" cy="560728"/>
          </a:xfrm>
          <a:prstGeom prst="rect">
            <a:avLst/>
          </a:prstGeom>
          <a:noFill/>
          <a:ln w="38100">
            <a:solidFill>
              <a:schemeClr val="accent3"/>
            </a:solidFill>
            <a:prstDash val="solid"/>
            <a:headEnd/>
            <a:tailEnd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2800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E48A44-101D-4491-9B3C-2145487A6CB5}"/>
              </a:ext>
            </a:extLst>
          </p:cNvPr>
          <p:cNvSpPr txBox="1"/>
          <p:nvPr/>
        </p:nvSpPr>
        <p:spPr>
          <a:xfrm>
            <a:off x="5509590" y="4870335"/>
            <a:ext cx="58905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You can simply impress your audience and add a unique zing and appeal to your Presentations. </a:t>
            </a:r>
          </a:p>
        </p:txBody>
      </p:sp>
      <p:sp>
        <p:nvSpPr>
          <p:cNvPr id="22" name="Trapezoid 10">
            <a:extLst>
              <a:ext uri="{FF2B5EF4-FFF2-40B4-BE49-F238E27FC236}">
                <a16:creationId xmlns:a16="http://schemas.microsoft.com/office/drawing/2014/main" id="{D23CEDCE-7C3F-42A6-9C29-1CC328A25F94}"/>
              </a:ext>
            </a:extLst>
          </p:cNvPr>
          <p:cNvSpPr/>
          <p:nvPr/>
        </p:nvSpPr>
        <p:spPr>
          <a:xfrm>
            <a:off x="7477873" y="3543597"/>
            <a:ext cx="368250" cy="367819"/>
          </a:xfrm>
          <a:custGeom>
            <a:avLst/>
            <a:gdLst/>
            <a:ahLst/>
            <a:cxnLst/>
            <a:rect l="l" t="t" r="r" b="b"/>
            <a:pathLst>
              <a:path w="3910377" h="3905794">
                <a:moveTo>
                  <a:pt x="1" y="3797782"/>
                </a:moveTo>
                <a:lnTo>
                  <a:pt x="3910377" y="3797782"/>
                </a:lnTo>
                <a:lnTo>
                  <a:pt x="3910377" y="3905794"/>
                </a:lnTo>
                <a:lnTo>
                  <a:pt x="1" y="3905794"/>
                </a:lnTo>
                <a:close/>
                <a:moveTo>
                  <a:pt x="1757257" y="3353296"/>
                </a:moveTo>
                <a:cubicBezTo>
                  <a:pt x="1690135" y="3353296"/>
                  <a:pt x="1635721" y="3407710"/>
                  <a:pt x="1635721" y="3474832"/>
                </a:cubicBezTo>
                <a:cubicBezTo>
                  <a:pt x="1635721" y="3541954"/>
                  <a:pt x="1690135" y="3596368"/>
                  <a:pt x="1757257" y="3596368"/>
                </a:cubicBezTo>
                <a:lnTo>
                  <a:pt x="2187409" y="3596368"/>
                </a:lnTo>
                <a:cubicBezTo>
                  <a:pt x="2254531" y="3596368"/>
                  <a:pt x="2308945" y="3541954"/>
                  <a:pt x="2308945" y="3474832"/>
                </a:cubicBezTo>
                <a:cubicBezTo>
                  <a:pt x="2308945" y="3407710"/>
                  <a:pt x="2254531" y="3353296"/>
                  <a:pt x="2187409" y="3353296"/>
                </a:cubicBezTo>
                <a:close/>
                <a:moveTo>
                  <a:pt x="492288" y="2449553"/>
                </a:moveTo>
                <a:lnTo>
                  <a:pt x="472244" y="2517369"/>
                </a:lnTo>
                <a:lnTo>
                  <a:pt x="3438134" y="2517369"/>
                </a:lnTo>
                <a:lnTo>
                  <a:pt x="3418090" y="2449553"/>
                </a:lnTo>
                <a:close/>
                <a:moveTo>
                  <a:pt x="432162" y="2249610"/>
                </a:moveTo>
                <a:lnTo>
                  <a:pt x="3478215" y="2249610"/>
                </a:lnTo>
                <a:lnTo>
                  <a:pt x="3910377" y="3711740"/>
                </a:lnTo>
                <a:lnTo>
                  <a:pt x="0" y="3711740"/>
                </a:lnTo>
                <a:close/>
                <a:moveTo>
                  <a:pt x="1637280" y="544956"/>
                </a:moveTo>
                <a:cubicBezTo>
                  <a:pt x="1626413" y="544956"/>
                  <a:pt x="1615547" y="549102"/>
                  <a:pt x="1607256" y="557393"/>
                </a:cubicBezTo>
                <a:lnTo>
                  <a:pt x="796281" y="1368368"/>
                </a:lnTo>
                <a:cubicBezTo>
                  <a:pt x="779699" y="1384950"/>
                  <a:pt x="779699" y="1411834"/>
                  <a:pt x="796281" y="1428415"/>
                </a:cubicBezTo>
                <a:lnTo>
                  <a:pt x="825565" y="1457699"/>
                </a:lnTo>
                <a:cubicBezTo>
                  <a:pt x="842147" y="1474281"/>
                  <a:pt x="869031" y="1474281"/>
                  <a:pt x="885612" y="1457699"/>
                </a:cubicBezTo>
                <a:lnTo>
                  <a:pt x="1696588" y="646724"/>
                </a:lnTo>
                <a:cubicBezTo>
                  <a:pt x="1713169" y="630143"/>
                  <a:pt x="1713169" y="603258"/>
                  <a:pt x="1696588" y="586677"/>
                </a:cubicBezTo>
                <a:lnTo>
                  <a:pt x="1667304" y="557393"/>
                </a:lnTo>
                <a:cubicBezTo>
                  <a:pt x="1659013" y="549102"/>
                  <a:pt x="1648146" y="544956"/>
                  <a:pt x="1637280" y="544956"/>
                </a:cubicBezTo>
                <a:close/>
                <a:moveTo>
                  <a:pt x="1372791" y="439020"/>
                </a:moveTo>
                <a:cubicBezTo>
                  <a:pt x="1361925" y="439020"/>
                  <a:pt x="1351058" y="443165"/>
                  <a:pt x="1342767" y="451456"/>
                </a:cubicBezTo>
                <a:lnTo>
                  <a:pt x="851745" y="942478"/>
                </a:lnTo>
                <a:cubicBezTo>
                  <a:pt x="835164" y="959060"/>
                  <a:pt x="835164" y="985944"/>
                  <a:pt x="851745" y="1002526"/>
                </a:cubicBezTo>
                <a:lnTo>
                  <a:pt x="881029" y="1031810"/>
                </a:lnTo>
                <a:cubicBezTo>
                  <a:pt x="897611" y="1048392"/>
                  <a:pt x="924495" y="1048392"/>
                  <a:pt x="941077" y="1031810"/>
                </a:cubicBezTo>
                <a:lnTo>
                  <a:pt x="1432099" y="540788"/>
                </a:lnTo>
                <a:cubicBezTo>
                  <a:pt x="1448681" y="524206"/>
                  <a:pt x="1448681" y="497322"/>
                  <a:pt x="1432099" y="480740"/>
                </a:cubicBezTo>
                <a:lnTo>
                  <a:pt x="1402815" y="451456"/>
                </a:lnTo>
                <a:cubicBezTo>
                  <a:pt x="1394524" y="443165"/>
                  <a:pt x="1383658" y="439020"/>
                  <a:pt x="1372791" y="439020"/>
                </a:cubicBezTo>
                <a:close/>
                <a:moveTo>
                  <a:pt x="864042" y="270000"/>
                </a:moveTo>
                <a:lnTo>
                  <a:pt x="2945402" y="270000"/>
                </a:lnTo>
                <a:cubicBezTo>
                  <a:pt x="3094522" y="270000"/>
                  <a:pt x="3215407" y="390885"/>
                  <a:pt x="3215407" y="540005"/>
                </a:cubicBezTo>
                <a:lnTo>
                  <a:pt x="3215407" y="1619995"/>
                </a:lnTo>
                <a:cubicBezTo>
                  <a:pt x="3215407" y="1769115"/>
                  <a:pt x="3094522" y="1890000"/>
                  <a:pt x="2945402" y="1890000"/>
                </a:cubicBezTo>
                <a:lnTo>
                  <a:pt x="864042" y="1890000"/>
                </a:lnTo>
                <a:cubicBezTo>
                  <a:pt x="714922" y="1890000"/>
                  <a:pt x="594037" y="1769115"/>
                  <a:pt x="594037" y="1619995"/>
                </a:cubicBezTo>
                <a:lnTo>
                  <a:pt x="594037" y="540005"/>
                </a:lnTo>
                <a:cubicBezTo>
                  <a:pt x="594037" y="390885"/>
                  <a:pt x="714922" y="270000"/>
                  <a:pt x="864042" y="270000"/>
                </a:cubicBezTo>
                <a:close/>
                <a:moveTo>
                  <a:pt x="804042" y="180000"/>
                </a:moveTo>
                <a:cubicBezTo>
                  <a:pt x="638353" y="180000"/>
                  <a:pt x="504036" y="314317"/>
                  <a:pt x="504036" y="480006"/>
                </a:cubicBezTo>
                <a:lnTo>
                  <a:pt x="504036" y="1679994"/>
                </a:lnTo>
                <a:cubicBezTo>
                  <a:pt x="504036" y="1845683"/>
                  <a:pt x="638353" y="1980000"/>
                  <a:pt x="804042" y="1980000"/>
                </a:cubicBezTo>
                <a:lnTo>
                  <a:pt x="3027043" y="1980000"/>
                </a:lnTo>
                <a:cubicBezTo>
                  <a:pt x="3192732" y="1980000"/>
                  <a:pt x="3327049" y="1845683"/>
                  <a:pt x="3327049" y="1679994"/>
                </a:cubicBezTo>
                <a:lnTo>
                  <a:pt x="3327049" y="480006"/>
                </a:lnTo>
                <a:cubicBezTo>
                  <a:pt x="3327049" y="314317"/>
                  <a:pt x="3192732" y="180000"/>
                  <a:pt x="3027043" y="180000"/>
                </a:cubicBezTo>
                <a:close/>
                <a:moveTo>
                  <a:pt x="684043" y="0"/>
                </a:moveTo>
                <a:lnTo>
                  <a:pt x="3190330" y="0"/>
                </a:lnTo>
                <a:cubicBezTo>
                  <a:pt x="3389156" y="0"/>
                  <a:pt x="3550337" y="161181"/>
                  <a:pt x="3550337" y="360007"/>
                </a:cubicBezTo>
                <a:lnTo>
                  <a:pt x="3550337" y="1799993"/>
                </a:lnTo>
                <a:cubicBezTo>
                  <a:pt x="3550337" y="1998819"/>
                  <a:pt x="3389156" y="2160000"/>
                  <a:pt x="3190330" y="2160000"/>
                </a:cubicBezTo>
                <a:lnTo>
                  <a:pt x="684043" y="2160000"/>
                </a:lnTo>
                <a:cubicBezTo>
                  <a:pt x="485217" y="2160000"/>
                  <a:pt x="324036" y="1998819"/>
                  <a:pt x="324036" y="1799993"/>
                </a:cubicBezTo>
                <a:lnTo>
                  <a:pt x="324036" y="360007"/>
                </a:lnTo>
                <a:cubicBezTo>
                  <a:pt x="324036" y="161181"/>
                  <a:pt x="485217" y="0"/>
                  <a:pt x="684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Oval 7">
            <a:extLst>
              <a:ext uri="{FF2B5EF4-FFF2-40B4-BE49-F238E27FC236}">
                <a16:creationId xmlns:a16="http://schemas.microsoft.com/office/drawing/2014/main" id="{8A77C2E0-DD00-4613-9D20-8428F0355C63}"/>
              </a:ext>
            </a:extLst>
          </p:cNvPr>
          <p:cNvSpPr/>
          <p:nvPr/>
        </p:nvSpPr>
        <p:spPr>
          <a:xfrm>
            <a:off x="10524109" y="3506161"/>
            <a:ext cx="308516" cy="405255"/>
          </a:xfrm>
          <a:custGeom>
            <a:avLst/>
            <a:gdLst/>
            <a:ahLst/>
            <a:cxnLst/>
            <a:rect l="l" t="t" r="r" b="b"/>
            <a:pathLst>
              <a:path w="3025265" h="3973870">
                <a:moveTo>
                  <a:pt x="1048235" y="955278"/>
                </a:moveTo>
                <a:cubicBezTo>
                  <a:pt x="1143886" y="955278"/>
                  <a:pt x="1221426" y="1089843"/>
                  <a:pt x="1221426" y="1255837"/>
                </a:cubicBezTo>
                <a:cubicBezTo>
                  <a:pt x="1221426" y="1421831"/>
                  <a:pt x="1143886" y="1556396"/>
                  <a:pt x="1048235" y="1556396"/>
                </a:cubicBezTo>
                <a:cubicBezTo>
                  <a:pt x="952584" y="1556396"/>
                  <a:pt x="875044" y="1421831"/>
                  <a:pt x="875044" y="1255837"/>
                </a:cubicBezTo>
                <a:cubicBezTo>
                  <a:pt x="875044" y="1089843"/>
                  <a:pt x="952584" y="955278"/>
                  <a:pt x="1048235" y="955278"/>
                </a:cubicBezTo>
                <a:close/>
                <a:moveTo>
                  <a:pt x="805954" y="648071"/>
                </a:moveTo>
                <a:lnTo>
                  <a:pt x="805954" y="1853034"/>
                </a:lnTo>
                <a:cubicBezTo>
                  <a:pt x="805954" y="1947724"/>
                  <a:pt x="869395" y="2027597"/>
                  <a:pt x="956357" y="2051540"/>
                </a:cubicBezTo>
                <a:lnTo>
                  <a:pt x="956356" y="2473030"/>
                </a:lnTo>
                <a:cubicBezTo>
                  <a:pt x="956356" y="2523517"/>
                  <a:pt x="997284" y="2564445"/>
                  <a:pt x="1047771" y="2564445"/>
                </a:cubicBezTo>
                <a:cubicBezTo>
                  <a:pt x="1098258" y="2564445"/>
                  <a:pt x="1139186" y="2523517"/>
                  <a:pt x="1139186" y="2473030"/>
                </a:cubicBezTo>
                <a:lnTo>
                  <a:pt x="1139186" y="2051828"/>
                </a:lnTo>
                <a:cubicBezTo>
                  <a:pt x="1226618" y="2028173"/>
                  <a:pt x="1290517" y="1948066"/>
                  <a:pt x="1290517" y="1853034"/>
                </a:cubicBezTo>
                <a:lnTo>
                  <a:pt x="1290517" y="649328"/>
                </a:lnTo>
                <a:cubicBezTo>
                  <a:pt x="1740927" y="708507"/>
                  <a:pt x="2088232" y="1094132"/>
                  <a:pt x="2088232" y="1560875"/>
                </a:cubicBezTo>
                <a:lnTo>
                  <a:pt x="2088232" y="2137870"/>
                </a:lnTo>
                <a:lnTo>
                  <a:pt x="2088233" y="2137870"/>
                </a:lnTo>
                <a:lnTo>
                  <a:pt x="2088233" y="3055870"/>
                </a:lnTo>
                <a:cubicBezTo>
                  <a:pt x="2088233" y="3562867"/>
                  <a:pt x="1677230" y="3973870"/>
                  <a:pt x="1170233" y="3973870"/>
                </a:cubicBezTo>
                <a:lnTo>
                  <a:pt x="918001" y="3973870"/>
                </a:lnTo>
                <a:cubicBezTo>
                  <a:pt x="411004" y="3973870"/>
                  <a:pt x="1" y="3562867"/>
                  <a:pt x="1" y="3055870"/>
                </a:cubicBezTo>
                <a:lnTo>
                  <a:pt x="1" y="2152339"/>
                </a:lnTo>
                <a:lnTo>
                  <a:pt x="0" y="2152339"/>
                </a:lnTo>
                <a:lnTo>
                  <a:pt x="0" y="1560875"/>
                </a:lnTo>
                <a:cubicBezTo>
                  <a:pt x="0" y="1091278"/>
                  <a:pt x="351565" y="703794"/>
                  <a:pt x="805954" y="648071"/>
                </a:cubicBezTo>
                <a:close/>
                <a:moveTo>
                  <a:pt x="1619797" y="91"/>
                </a:moveTo>
                <a:cubicBezTo>
                  <a:pt x="1732841" y="1988"/>
                  <a:pt x="1845389" y="33430"/>
                  <a:pt x="1945434" y="94215"/>
                </a:cubicBezTo>
                <a:cubicBezTo>
                  <a:pt x="2133478" y="208468"/>
                  <a:pt x="2249869" y="409692"/>
                  <a:pt x="2255221" y="627780"/>
                </a:cubicBezTo>
                <a:lnTo>
                  <a:pt x="2257891" y="627572"/>
                </a:lnTo>
                <a:cubicBezTo>
                  <a:pt x="2272309" y="812739"/>
                  <a:pt x="2385479" y="975734"/>
                  <a:pt x="2553934" y="1053951"/>
                </a:cubicBezTo>
                <a:cubicBezTo>
                  <a:pt x="2706200" y="1124651"/>
                  <a:pt x="2882234" y="1116149"/>
                  <a:pt x="3025265" y="1032491"/>
                </a:cubicBezTo>
                <a:lnTo>
                  <a:pt x="3025265" y="1181594"/>
                </a:lnTo>
                <a:cubicBezTo>
                  <a:pt x="2858744" y="1255002"/>
                  <a:pt x="2666516" y="1253932"/>
                  <a:pt x="2497514" y="1175460"/>
                </a:cubicBezTo>
                <a:cubicBezTo>
                  <a:pt x="2293602" y="1080779"/>
                  <a:pt x="2153951" y="887555"/>
                  <a:pt x="2128339" y="665512"/>
                </a:cubicBezTo>
                <a:lnTo>
                  <a:pt x="2122734" y="665324"/>
                </a:lnTo>
                <a:cubicBezTo>
                  <a:pt x="2128967" y="479701"/>
                  <a:pt x="2034597" y="305147"/>
                  <a:pt x="1875870" y="208708"/>
                </a:cubicBezTo>
                <a:cubicBezTo>
                  <a:pt x="1717143" y="112268"/>
                  <a:pt x="1518741" y="108938"/>
                  <a:pt x="1356867" y="199997"/>
                </a:cubicBezTo>
                <a:cubicBezTo>
                  <a:pt x="1194993" y="291056"/>
                  <a:pt x="1094818" y="462344"/>
                  <a:pt x="1094818" y="648071"/>
                </a:cubicBezTo>
                <a:lnTo>
                  <a:pt x="960849" y="648071"/>
                </a:lnTo>
                <a:cubicBezTo>
                  <a:pt x="960849" y="413945"/>
                  <a:pt x="1087128" y="198021"/>
                  <a:pt x="1291185" y="83234"/>
                </a:cubicBezTo>
                <a:cubicBezTo>
                  <a:pt x="1393213" y="25840"/>
                  <a:pt x="1506753" y="-1807"/>
                  <a:pt x="1619797" y="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330E31C3-BC46-4EAD-B3DF-DBFD830DEEF6}"/>
              </a:ext>
            </a:extLst>
          </p:cNvPr>
          <p:cNvSpPr>
            <a:spLocks noChangeAspect="1"/>
          </p:cNvSpPr>
          <p:nvPr/>
        </p:nvSpPr>
        <p:spPr>
          <a:xfrm>
            <a:off x="5996551" y="3523935"/>
            <a:ext cx="310571" cy="370101"/>
          </a:xfrm>
          <a:custGeom>
            <a:avLst/>
            <a:gdLst/>
            <a:ahLst/>
            <a:cxnLst/>
            <a:rect l="l" t="t" r="r" b="b"/>
            <a:pathLst>
              <a:path w="3312367" h="3947283">
                <a:moveTo>
                  <a:pt x="2537615" y="3705909"/>
                </a:moveTo>
                <a:cubicBezTo>
                  <a:pt x="2512344" y="3705909"/>
                  <a:pt x="2491857" y="3726396"/>
                  <a:pt x="2491857" y="3751667"/>
                </a:cubicBezTo>
                <a:cubicBezTo>
                  <a:pt x="2491857" y="3776938"/>
                  <a:pt x="2512344" y="3797425"/>
                  <a:pt x="2537615" y="3797425"/>
                </a:cubicBezTo>
                <a:lnTo>
                  <a:pt x="2762175" y="3797425"/>
                </a:lnTo>
                <a:cubicBezTo>
                  <a:pt x="2787446" y="3797425"/>
                  <a:pt x="2807933" y="3776938"/>
                  <a:pt x="2807933" y="3751667"/>
                </a:cubicBezTo>
                <a:cubicBezTo>
                  <a:pt x="2807933" y="3726396"/>
                  <a:pt x="2787446" y="3705909"/>
                  <a:pt x="2762175" y="3705909"/>
                </a:cubicBezTo>
                <a:close/>
                <a:moveTo>
                  <a:pt x="1141114" y="3408594"/>
                </a:moveTo>
                <a:cubicBezTo>
                  <a:pt x="1097903" y="3408594"/>
                  <a:pt x="1062874" y="3443623"/>
                  <a:pt x="1062874" y="3486834"/>
                </a:cubicBezTo>
                <a:cubicBezTo>
                  <a:pt x="1062874" y="3530045"/>
                  <a:pt x="1097903" y="3565073"/>
                  <a:pt x="1141114" y="3565073"/>
                </a:cubicBezTo>
                <a:lnTo>
                  <a:pt x="1525078" y="3565074"/>
                </a:lnTo>
                <a:cubicBezTo>
                  <a:pt x="1568289" y="3565074"/>
                  <a:pt x="1603318" y="3530045"/>
                  <a:pt x="1603318" y="3486834"/>
                </a:cubicBezTo>
                <a:lnTo>
                  <a:pt x="1603319" y="3486834"/>
                </a:lnTo>
                <a:cubicBezTo>
                  <a:pt x="1603319" y="3443623"/>
                  <a:pt x="1568290" y="3408594"/>
                  <a:pt x="1525079" y="3408594"/>
                </a:cubicBezTo>
                <a:close/>
                <a:moveTo>
                  <a:pt x="2129393" y="1705414"/>
                </a:moveTo>
                <a:lnTo>
                  <a:pt x="2129393" y="3580170"/>
                </a:lnTo>
                <a:lnTo>
                  <a:pt x="3126216" y="3580170"/>
                </a:lnTo>
                <a:lnTo>
                  <a:pt x="3126216" y="1705414"/>
                </a:lnTo>
                <a:close/>
                <a:moveTo>
                  <a:pt x="2481193" y="1533789"/>
                </a:moveTo>
                <a:cubicBezTo>
                  <a:pt x="2462682" y="1533789"/>
                  <a:pt x="2447676" y="1548795"/>
                  <a:pt x="2447676" y="1567306"/>
                </a:cubicBezTo>
                <a:lnTo>
                  <a:pt x="2447676" y="1572258"/>
                </a:lnTo>
                <a:cubicBezTo>
                  <a:pt x="2447676" y="1590769"/>
                  <a:pt x="2462682" y="1605775"/>
                  <a:pt x="2481193" y="1605775"/>
                </a:cubicBezTo>
                <a:lnTo>
                  <a:pt x="2774415" y="1605775"/>
                </a:lnTo>
                <a:cubicBezTo>
                  <a:pt x="2792926" y="1605775"/>
                  <a:pt x="2807932" y="1590769"/>
                  <a:pt x="2807932" y="1572258"/>
                </a:cubicBezTo>
                <a:lnTo>
                  <a:pt x="2807932" y="1567306"/>
                </a:lnTo>
                <a:cubicBezTo>
                  <a:pt x="2807932" y="1548795"/>
                  <a:pt x="2792926" y="1533789"/>
                  <a:pt x="2774415" y="1533789"/>
                </a:cubicBezTo>
                <a:close/>
                <a:moveTo>
                  <a:pt x="2113478" y="1418392"/>
                </a:moveTo>
                <a:lnTo>
                  <a:pt x="3142130" y="1418392"/>
                </a:lnTo>
                <a:cubicBezTo>
                  <a:pt x="3236149" y="1418392"/>
                  <a:pt x="3312367" y="1494610"/>
                  <a:pt x="3312367" y="1588629"/>
                </a:cubicBezTo>
                <a:lnTo>
                  <a:pt x="3312367" y="3777046"/>
                </a:lnTo>
                <a:cubicBezTo>
                  <a:pt x="3312367" y="3871065"/>
                  <a:pt x="3236149" y="3947283"/>
                  <a:pt x="3142130" y="3947283"/>
                </a:cubicBezTo>
                <a:lnTo>
                  <a:pt x="2113478" y="3947283"/>
                </a:lnTo>
                <a:cubicBezTo>
                  <a:pt x="2019459" y="3947283"/>
                  <a:pt x="1943241" y="3871065"/>
                  <a:pt x="1943241" y="3777046"/>
                </a:cubicBezTo>
                <a:lnTo>
                  <a:pt x="1943241" y="1588629"/>
                </a:lnTo>
                <a:cubicBezTo>
                  <a:pt x="1943241" y="1494610"/>
                  <a:pt x="2019459" y="1418392"/>
                  <a:pt x="2113478" y="1418392"/>
                </a:cubicBezTo>
                <a:close/>
                <a:moveTo>
                  <a:pt x="1006317" y="157391"/>
                </a:moveTo>
                <a:cubicBezTo>
                  <a:pt x="987806" y="157391"/>
                  <a:pt x="972800" y="172397"/>
                  <a:pt x="972800" y="190908"/>
                </a:cubicBezTo>
                <a:lnTo>
                  <a:pt x="972800" y="195860"/>
                </a:lnTo>
                <a:cubicBezTo>
                  <a:pt x="972800" y="214371"/>
                  <a:pt x="987806" y="229377"/>
                  <a:pt x="1006317" y="229377"/>
                </a:cubicBezTo>
                <a:lnTo>
                  <a:pt x="1659876" y="229377"/>
                </a:lnTo>
                <a:cubicBezTo>
                  <a:pt x="1678387" y="229377"/>
                  <a:pt x="1693393" y="214371"/>
                  <a:pt x="1693393" y="195860"/>
                </a:cubicBezTo>
                <a:lnTo>
                  <a:pt x="1693393" y="190908"/>
                </a:lnTo>
                <a:cubicBezTo>
                  <a:pt x="1693393" y="172397"/>
                  <a:pt x="1678387" y="157391"/>
                  <a:pt x="1659876" y="157391"/>
                </a:cubicBezTo>
                <a:close/>
                <a:moveTo>
                  <a:pt x="264780" y="0"/>
                </a:moveTo>
                <a:lnTo>
                  <a:pt x="2401413" y="0"/>
                </a:lnTo>
                <a:cubicBezTo>
                  <a:pt x="2547647" y="0"/>
                  <a:pt x="2666193" y="118546"/>
                  <a:pt x="2666193" y="264780"/>
                </a:cubicBezTo>
                <a:lnTo>
                  <a:pt x="2666193" y="1345374"/>
                </a:lnTo>
                <a:lnTo>
                  <a:pt x="2369517" y="1345374"/>
                </a:lnTo>
                <a:lnTo>
                  <a:pt x="2369517" y="366783"/>
                </a:lnTo>
                <a:lnTo>
                  <a:pt x="296676" y="366783"/>
                </a:lnTo>
                <a:lnTo>
                  <a:pt x="296676" y="3219873"/>
                </a:lnTo>
                <a:lnTo>
                  <a:pt x="1867527" y="3219873"/>
                </a:lnTo>
                <a:lnTo>
                  <a:pt x="1867527" y="3778374"/>
                </a:lnTo>
                <a:lnTo>
                  <a:pt x="264780" y="3778374"/>
                </a:lnTo>
                <a:cubicBezTo>
                  <a:pt x="118546" y="3778374"/>
                  <a:pt x="0" y="3659828"/>
                  <a:pt x="0" y="3513594"/>
                </a:cubicBezTo>
                <a:lnTo>
                  <a:pt x="0" y="264780"/>
                </a:lnTo>
                <a:cubicBezTo>
                  <a:pt x="0" y="118546"/>
                  <a:pt x="118546" y="0"/>
                  <a:pt x="26478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ounded Rectangle 1">
            <a:extLst>
              <a:ext uri="{FF2B5EF4-FFF2-40B4-BE49-F238E27FC236}">
                <a16:creationId xmlns:a16="http://schemas.microsoft.com/office/drawing/2014/main" id="{2D8B176D-0E93-408A-A6F0-8BCCA97D835A}"/>
              </a:ext>
            </a:extLst>
          </p:cNvPr>
          <p:cNvSpPr>
            <a:spLocks/>
          </p:cNvSpPr>
          <p:nvPr/>
        </p:nvSpPr>
        <p:spPr>
          <a:xfrm>
            <a:off x="8999456" y="3565592"/>
            <a:ext cx="327776" cy="327776"/>
          </a:xfrm>
          <a:custGeom>
            <a:avLst/>
            <a:gdLst/>
            <a:ahLst/>
            <a:cxnLst/>
            <a:rect l="l" t="t" r="r" b="b"/>
            <a:pathLst>
              <a:path w="3888432" h="3902714">
                <a:moveTo>
                  <a:pt x="1113894" y="3227140"/>
                </a:moveTo>
                <a:lnTo>
                  <a:pt x="2774538" y="3227140"/>
                </a:lnTo>
                <a:cubicBezTo>
                  <a:pt x="2813020" y="3227140"/>
                  <a:pt x="2844216" y="3258336"/>
                  <a:pt x="2844216" y="3296818"/>
                </a:cubicBezTo>
                <a:lnTo>
                  <a:pt x="2844216" y="3337462"/>
                </a:lnTo>
                <a:cubicBezTo>
                  <a:pt x="2844216" y="3375944"/>
                  <a:pt x="2813020" y="3407140"/>
                  <a:pt x="2774538" y="3407140"/>
                </a:cubicBezTo>
                <a:lnTo>
                  <a:pt x="1113894" y="3407140"/>
                </a:lnTo>
                <a:cubicBezTo>
                  <a:pt x="1075412" y="3407140"/>
                  <a:pt x="1044216" y="3375944"/>
                  <a:pt x="1044216" y="3337462"/>
                </a:cubicBezTo>
                <a:lnTo>
                  <a:pt x="1044216" y="3296818"/>
                </a:lnTo>
                <a:cubicBezTo>
                  <a:pt x="1044216" y="3258336"/>
                  <a:pt x="1075412" y="3227140"/>
                  <a:pt x="1113894" y="3227140"/>
                </a:cubicBezTo>
                <a:close/>
                <a:moveTo>
                  <a:pt x="1111898" y="2923315"/>
                </a:moveTo>
                <a:lnTo>
                  <a:pt x="2772542" y="2923315"/>
                </a:lnTo>
                <a:cubicBezTo>
                  <a:pt x="2811024" y="2923315"/>
                  <a:pt x="2842220" y="2954511"/>
                  <a:pt x="2842220" y="2992993"/>
                </a:cubicBezTo>
                <a:lnTo>
                  <a:pt x="2842220" y="3033637"/>
                </a:lnTo>
                <a:cubicBezTo>
                  <a:pt x="2842220" y="3072119"/>
                  <a:pt x="2811024" y="3103315"/>
                  <a:pt x="2772542" y="3103315"/>
                </a:cubicBezTo>
                <a:lnTo>
                  <a:pt x="1111898" y="3103315"/>
                </a:lnTo>
                <a:cubicBezTo>
                  <a:pt x="1073416" y="3103315"/>
                  <a:pt x="1042220" y="3072119"/>
                  <a:pt x="1042220" y="3033637"/>
                </a:cubicBezTo>
                <a:lnTo>
                  <a:pt x="1042220" y="2992993"/>
                </a:lnTo>
                <a:cubicBezTo>
                  <a:pt x="1042220" y="2954511"/>
                  <a:pt x="1073416" y="2923315"/>
                  <a:pt x="1111898" y="2923315"/>
                </a:cubicBezTo>
                <a:close/>
                <a:moveTo>
                  <a:pt x="495275" y="2664296"/>
                </a:moveTo>
                <a:lnTo>
                  <a:pt x="853982" y="2664296"/>
                </a:lnTo>
                <a:lnTo>
                  <a:pt x="853982" y="3560524"/>
                </a:lnTo>
                <a:lnTo>
                  <a:pt x="3006222" y="3560524"/>
                </a:lnTo>
                <a:lnTo>
                  <a:pt x="3006222" y="2664296"/>
                </a:lnTo>
                <a:lnTo>
                  <a:pt x="3364929" y="2664296"/>
                </a:lnTo>
                <a:lnTo>
                  <a:pt x="3364929" y="3902714"/>
                </a:lnTo>
                <a:lnTo>
                  <a:pt x="495275" y="3902714"/>
                </a:lnTo>
                <a:close/>
                <a:moveTo>
                  <a:pt x="1113894" y="2619490"/>
                </a:moveTo>
                <a:lnTo>
                  <a:pt x="2774538" y="2619490"/>
                </a:lnTo>
                <a:cubicBezTo>
                  <a:pt x="2813020" y="2619490"/>
                  <a:pt x="2844216" y="2650686"/>
                  <a:pt x="2844216" y="2689168"/>
                </a:cubicBezTo>
                <a:lnTo>
                  <a:pt x="2844216" y="2729812"/>
                </a:lnTo>
                <a:cubicBezTo>
                  <a:pt x="2844216" y="2768294"/>
                  <a:pt x="2813020" y="2799490"/>
                  <a:pt x="2774538" y="2799490"/>
                </a:cubicBezTo>
                <a:lnTo>
                  <a:pt x="1113894" y="2799490"/>
                </a:lnTo>
                <a:cubicBezTo>
                  <a:pt x="1075412" y="2799490"/>
                  <a:pt x="1044216" y="2768294"/>
                  <a:pt x="1044216" y="2729812"/>
                </a:cubicBezTo>
                <a:lnTo>
                  <a:pt x="1044216" y="2689168"/>
                </a:lnTo>
                <a:cubicBezTo>
                  <a:pt x="1044216" y="2650686"/>
                  <a:pt x="1075412" y="2619490"/>
                  <a:pt x="1113894" y="2619490"/>
                </a:cubicBezTo>
                <a:close/>
                <a:moveTo>
                  <a:pt x="3183220" y="1512740"/>
                </a:moveTo>
                <a:cubicBezTo>
                  <a:pt x="3130821" y="1512740"/>
                  <a:pt x="3088344" y="1555217"/>
                  <a:pt x="3088344" y="1607616"/>
                </a:cubicBezTo>
                <a:lnTo>
                  <a:pt x="3088344" y="1777903"/>
                </a:lnTo>
                <a:cubicBezTo>
                  <a:pt x="3088344" y="1830302"/>
                  <a:pt x="3130821" y="1872779"/>
                  <a:pt x="3183220" y="1872779"/>
                </a:cubicBezTo>
                <a:lnTo>
                  <a:pt x="3334111" y="1872779"/>
                </a:lnTo>
                <a:cubicBezTo>
                  <a:pt x="3386510" y="1872779"/>
                  <a:pt x="3428987" y="1830302"/>
                  <a:pt x="3428987" y="1777903"/>
                </a:cubicBezTo>
                <a:lnTo>
                  <a:pt x="3428987" y="1607616"/>
                </a:lnTo>
                <a:cubicBezTo>
                  <a:pt x="3428987" y="1555217"/>
                  <a:pt x="3386510" y="1512740"/>
                  <a:pt x="3334111" y="1512740"/>
                </a:cubicBezTo>
                <a:close/>
                <a:moveTo>
                  <a:pt x="317370" y="1192161"/>
                </a:moveTo>
                <a:lnTo>
                  <a:pt x="3571062" y="1192161"/>
                </a:lnTo>
                <a:cubicBezTo>
                  <a:pt x="3746341" y="1192161"/>
                  <a:pt x="3888432" y="1369515"/>
                  <a:pt x="3888432" y="1588294"/>
                </a:cubicBezTo>
                <a:lnTo>
                  <a:pt x="3888432" y="3172779"/>
                </a:lnTo>
                <a:cubicBezTo>
                  <a:pt x="3888432" y="3391558"/>
                  <a:pt x="3746341" y="3568912"/>
                  <a:pt x="3571062" y="3568912"/>
                </a:cubicBezTo>
                <a:lnTo>
                  <a:pt x="3484959" y="3568912"/>
                </a:lnTo>
                <a:lnTo>
                  <a:pt x="3484959" y="2490370"/>
                </a:lnTo>
                <a:lnTo>
                  <a:pt x="388615" y="2490370"/>
                </a:lnTo>
                <a:lnTo>
                  <a:pt x="388615" y="3568912"/>
                </a:lnTo>
                <a:lnTo>
                  <a:pt x="317370" y="3568912"/>
                </a:lnTo>
                <a:cubicBezTo>
                  <a:pt x="142091" y="3568912"/>
                  <a:pt x="0" y="3391558"/>
                  <a:pt x="0" y="3172779"/>
                </a:cubicBezTo>
                <a:lnTo>
                  <a:pt x="0" y="1588294"/>
                </a:lnTo>
                <a:cubicBezTo>
                  <a:pt x="0" y="1369515"/>
                  <a:pt x="142091" y="1192161"/>
                  <a:pt x="317370" y="1192161"/>
                </a:cubicBezTo>
                <a:close/>
                <a:moveTo>
                  <a:pt x="3010811" y="792088"/>
                </a:moveTo>
                <a:lnTo>
                  <a:pt x="3369518" y="792088"/>
                </a:lnTo>
                <a:lnTo>
                  <a:pt x="3369518" y="1080119"/>
                </a:lnTo>
                <a:lnTo>
                  <a:pt x="3010811" y="1080119"/>
                </a:lnTo>
                <a:close/>
                <a:moveTo>
                  <a:pt x="2700857" y="0"/>
                </a:moveTo>
                <a:lnTo>
                  <a:pt x="3329483" y="698376"/>
                </a:lnTo>
                <a:lnTo>
                  <a:pt x="2700857" y="698376"/>
                </a:lnTo>
                <a:close/>
                <a:moveTo>
                  <a:pt x="499864" y="0"/>
                </a:moveTo>
                <a:lnTo>
                  <a:pt x="2592288" y="0"/>
                </a:lnTo>
                <a:lnTo>
                  <a:pt x="2592288" y="298450"/>
                </a:lnTo>
                <a:lnTo>
                  <a:pt x="858571" y="298450"/>
                </a:lnTo>
                <a:lnTo>
                  <a:pt x="858571" y="1080119"/>
                </a:lnTo>
                <a:lnTo>
                  <a:pt x="499864" y="10801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779FF9-2033-4EE9-B98C-9EB8F0F1C025}"/>
              </a:ext>
            </a:extLst>
          </p:cNvPr>
          <p:cNvSpPr txBox="1"/>
          <p:nvPr/>
        </p:nvSpPr>
        <p:spPr>
          <a:xfrm>
            <a:off x="5509591" y="4127253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0173B2-9D93-4385-B1F4-F71168FB0734}"/>
              </a:ext>
            </a:extLst>
          </p:cNvPr>
          <p:cNvSpPr txBox="1"/>
          <p:nvPr/>
        </p:nvSpPr>
        <p:spPr>
          <a:xfrm>
            <a:off x="7021158" y="4127253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DA9897-BC03-406A-9E3E-7AC4EB070CF5}"/>
              </a:ext>
            </a:extLst>
          </p:cNvPr>
          <p:cNvSpPr txBox="1"/>
          <p:nvPr/>
        </p:nvSpPr>
        <p:spPr>
          <a:xfrm>
            <a:off x="8532725" y="4127253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CE9E4F-34E0-4545-B111-4D7E689E039D}"/>
              </a:ext>
            </a:extLst>
          </p:cNvPr>
          <p:cNvSpPr txBox="1"/>
          <p:nvPr/>
        </p:nvSpPr>
        <p:spPr>
          <a:xfrm>
            <a:off x="10044292" y="4127253"/>
            <a:ext cx="125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12F56B97-F8AE-449D-A998-090EB8C12397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1CF7780-D89C-455A-A6FA-2DD8C98D28E6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36A9857-957B-483A-9C9C-2ECF72B18999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EB0932A5-2170-43D5-ACA8-ACA3B5E677D7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7ECAB535-114D-4425-97C1-512CD757EA7F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A98D793B-7E74-4606-9485-A8F2039F9ABC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DD6D639D-9815-462B-BF18-263F223A852D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82330496-78B4-48A6-BD7D-058E64D04C40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45A349BA-7266-45E1-81AB-2E1F0971FC89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8FE21B49-F4EE-4857-8E86-CC6BB14F92CC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829CAD22-2E0E-4D64-B46C-3E42BE6819D4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1EFB51BF-2089-4C91-89CF-549FF9EDC4E3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08FB44EE-2751-47B4-8408-C7404389BD30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4E764CAB-604B-4890-8BB1-C7505B53C565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5DA0AB7B-B4AF-4811-83AE-AA16C08F973B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B4EB5798-89CC-4EF3-92F4-524BF83058E8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85CC1F68-5C55-4B16-BE39-30E2FB402FD6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884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2205" y="5064907"/>
            <a:ext cx="5450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You can simply impress your audience and add a unique zing and appeal to your Presentations. Get a modern PowerPoint  Presentation that is beautifully designed.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4DF69-C6F6-485D-B050-1D500DCC01E5}"/>
              </a:ext>
            </a:extLst>
          </p:cNvPr>
          <p:cNvSpPr txBox="1"/>
          <p:nvPr/>
        </p:nvSpPr>
        <p:spPr>
          <a:xfrm>
            <a:off x="7272864" y="4941796"/>
            <a:ext cx="31089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400" dirty="0">
                <a:solidFill>
                  <a:schemeClr val="accent1"/>
                </a:solidFill>
                <a:latin typeface="+mj-lt"/>
                <a:cs typeface="Arial" pitchFamily="34" charset="0"/>
              </a:rPr>
              <a:t>Images </a:t>
            </a:r>
            <a:r>
              <a:rPr lang="en-US" altLang="ko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&amp;</a:t>
            </a:r>
          </a:p>
          <a:p>
            <a:pPr algn="r"/>
            <a:r>
              <a:rPr lang="en-US" altLang="ko-KR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 Contents</a:t>
            </a:r>
            <a:endParaRPr lang="en-US" altLang="ko-KR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idx="15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6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1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2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idx="13"/>
          </p:nvPr>
        </p:nvSpPr>
        <p:spPr/>
      </p:sp>
    </p:spTree>
    <p:extLst>
      <p:ext uri="{BB962C8B-B14F-4D97-AF65-F5344CB8AC3E}">
        <p14:creationId xmlns:p14="http://schemas.microsoft.com/office/powerpoint/2010/main" val="550522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Oval 100">
            <a:extLst>
              <a:ext uri="{FF2B5EF4-FFF2-40B4-BE49-F238E27FC236}">
                <a16:creationId xmlns:a16="http://schemas.microsoft.com/office/drawing/2014/main" id="{E235B3CF-3EE4-483C-80D0-5A28C50FF847}"/>
              </a:ext>
            </a:extLst>
          </p:cNvPr>
          <p:cNvSpPr/>
          <p:nvPr/>
        </p:nvSpPr>
        <p:spPr>
          <a:xfrm>
            <a:off x="6275350" y="3322170"/>
            <a:ext cx="693414" cy="69341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Oval 101">
            <a:extLst>
              <a:ext uri="{FF2B5EF4-FFF2-40B4-BE49-F238E27FC236}">
                <a16:creationId xmlns:a16="http://schemas.microsoft.com/office/drawing/2014/main" id="{91731F54-28C2-49E1-AD27-4935F59C477B}"/>
              </a:ext>
            </a:extLst>
          </p:cNvPr>
          <p:cNvSpPr/>
          <p:nvPr/>
        </p:nvSpPr>
        <p:spPr>
          <a:xfrm>
            <a:off x="4725660" y="4005729"/>
            <a:ext cx="693414" cy="6934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Oval 102">
            <a:extLst>
              <a:ext uri="{FF2B5EF4-FFF2-40B4-BE49-F238E27FC236}">
                <a16:creationId xmlns:a16="http://schemas.microsoft.com/office/drawing/2014/main" id="{2D272CBE-5011-4D2C-8CCC-C19C95E0EFB9}"/>
              </a:ext>
            </a:extLst>
          </p:cNvPr>
          <p:cNvSpPr/>
          <p:nvPr/>
        </p:nvSpPr>
        <p:spPr>
          <a:xfrm>
            <a:off x="3175970" y="3322170"/>
            <a:ext cx="693414" cy="6934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103">
            <a:extLst>
              <a:ext uri="{FF2B5EF4-FFF2-40B4-BE49-F238E27FC236}">
                <a16:creationId xmlns:a16="http://schemas.microsoft.com/office/drawing/2014/main" id="{6C4F061D-343F-4717-B6DB-717EB41BC7DC}"/>
              </a:ext>
            </a:extLst>
          </p:cNvPr>
          <p:cNvSpPr/>
          <p:nvPr/>
        </p:nvSpPr>
        <p:spPr>
          <a:xfrm>
            <a:off x="1626280" y="4005729"/>
            <a:ext cx="693414" cy="6934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104">
            <a:extLst>
              <a:ext uri="{FF2B5EF4-FFF2-40B4-BE49-F238E27FC236}">
                <a16:creationId xmlns:a16="http://schemas.microsoft.com/office/drawing/2014/main" id="{743AEC61-10E5-408D-B4C9-2A0CB477A5E6}"/>
              </a:ext>
            </a:extLst>
          </p:cNvPr>
          <p:cNvSpPr/>
          <p:nvPr/>
        </p:nvSpPr>
        <p:spPr>
          <a:xfrm>
            <a:off x="7825040" y="4005729"/>
            <a:ext cx="693414" cy="6934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Group 110">
            <a:extLst>
              <a:ext uri="{FF2B5EF4-FFF2-40B4-BE49-F238E27FC236}">
                <a16:creationId xmlns:a16="http://schemas.microsoft.com/office/drawing/2014/main" id="{F6503C2C-8B23-4C19-9CD8-0D45D11B2ACF}"/>
              </a:ext>
            </a:extLst>
          </p:cNvPr>
          <p:cNvGrpSpPr/>
          <p:nvPr/>
        </p:nvGrpSpPr>
        <p:grpSpPr>
          <a:xfrm>
            <a:off x="1031334" y="1799577"/>
            <a:ext cx="1883306" cy="1477328"/>
            <a:chOff x="611560" y="1877923"/>
            <a:chExt cx="1883306" cy="147732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4C3BBB-C073-4659-800A-631120A3BF71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7844CC-80D0-4459-9610-1EAD4981FF2E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114">
            <a:extLst>
              <a:ext uri="{FF2B5EF4-FFF2-40B4-BE49-F238E27FC236}">
                <a16:creationId xmlns:a16="http://schemas.microsoft.com/office/drawing/2014/main" id="{93719ADF-2F78-4EB0-BA4F-9F210E06ABC6}"/>
              </a:ext>
            </a:extLst>
          </p:cNvPr>
          <p:cNvGrpSpPr/>
          <p:nvPr/>
        </p:nvGrpSpPr>
        <p:grpSpPr>
          <a:xfrm>
            <a:off x="2581024" y="4527131"/>
            <a:ext cx="1883306" cy="1477328"/>
            <a:chOff x="611560" y="1877923"/>
            <a:chExt cx="1883306" cy="147732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7B52F1-6292-4FFF-8FA9-C9FC516F7F70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6C7A12-BB09-46BB-A068-B36109DC46D2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18">
            <a:extLst>
              <a:ext uri="{FF2B5EF4-FFF2-40B4-BE49-F238E27FC236}">
                <a16:creationId xmlns:a16="http://schemas.microsoft.com/office/drawing/2014/main" id="{A017CC12-7BE9-463C-B1A9-669DCB887D1B}"/>
              </a:ext>
            </a:extLst>
          </p:cNvPr>
          <p:cNvGrpSpPr/>
          <p:nvPr/>
        </p:nvGrpSpPr>
        <p:grpSpPr>
          <a:xfrm>
            <a:off x="5680404" y="4527131"/>
            <a:ext cx="1883306" cy="1477328"/>
            <a:chOff x="611560" y="1877923"/>
            <a:chExt cx="1883306" cy="147732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10D781-EEBE-40AE-ACB4-38119CA8B9AC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3505D0-204D-4AF3-ADE9-16DB130D1D64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49">
            <a:extLst>
              <a:ext uri="{FF2B5EF4-FFF2-40B4-BE49-F238E27FC236}">
                <a16:creationId xmlns:a16="http://schemas.microsoft.com/office/drawing/2014/main" id="{778BA8BF-0D99-4532-8A49-3EDC9DF31F07}"/>
              </a:ext>
            </a:extLst>
          </p:cNvPr>
          <p:cNvGrpSpPr/>
          <p:nvPr/>
        </p:nvGrpSpPr>
        <p:grpSpPr>
          <a:xfrm>
            <a:off x="4130714" y="1799577"/>
            <a:ext cx="1883306" cy="1477328"/>
            <a:chOff x="611560" y="1877923"/>
            <a:chExt cx="1883306" cy="147732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1061AF-67A3-477B-B2D1-3F26EC527C3B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3E788F-590D-4703-A5B7-880527F31574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53">
            <a:extLst>
              <a:ext uri="{FF2B5EF4-FFF2-40B4-BE49-F238E27FC236}">
                <a16:creationId xmlns:a16="http://schemas.microsoft.com/office/drawing/2014/main" id="{DB312CCB-767F-408A-BD2C-9CAB4642D809}"/>
              </a:ext>
            </a:extLst>
          </p:cNvPr>
          <p:cNvGrpSpPr/>
          <p:nvPr/>
        </p:nvGrpSpPr>
        <p:grpSpPr>
          <a:xfrm>
            <a:off x="7230094" y="1799577"/>
            <a:ext cx="1883306" cy="1477328"/>
            <a:chOff x="611560" y="1877923"/>
            <a:chExt cx="1883306" cy="147732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71F253-2C7A-4B82-BB87-D5C986DF36D4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28497EE-598C-4C96-9C84-A28E92F7D24B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3" name="Block Arc 92">
            <a:extLst>
              <a:ext uri="{FF2B5EF4-FFF2-40B4-BE49-F238E27FC236}">
                <a16:creationId xmlns:a16="http://schemas.microsoft.com/office/drawing/2014/main" id="{6B89350D-5D3D-4E77-A02D-75C5E6A28885}"/>
              </a:ext>
            </a:extLst>
          </p:cNvPr>
          <p:cNvSpPr/>
          <p:nvPr/>
        </p:nvSpPr>
        <p:spPr>
          <a:xfrm>
            <a:off x="1093737" y="3358090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Block Arc 157">
            <a:extLst>
              <a:ext uri="{FF2B5EF4-FFF2-40B4-BE49-F238E27FC236}">
                <a16:creationId xmlns:a16="http://schemas.microsoft.com/office/drawing/2014/main" id="{9FB63D32-59F0-46F7-AB43-C3DEDE771014}"/>
              </a:ext>
            </a:extLst>
          </p:cNvPr>
          <p:cNvSpPr/>
          <p:nvPr/>
        </p:nvSpPr>
        <p:spPr>
          <a:xfrm rot="10800000">
            <a:off x="2624377" y="2575192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Block Arc 158">
            <a:extLst>
              <a:ext uri="{FF2B5EF4-FFF2-40B4-BE49-F238E27FC236}">
                <a16:creationId xmlns:a16="http://schemas.microsoft.com/office/drawing/2014/main" id="{3B472350-4945-458D-9D47-5A003E0814DE}"/>
              </a:ext>
            </a:extLst>
          </p:cNvPr>
          <p:cNvSpPr/>
          <p:nvPr/>
        </p:nvSpPr>
        <p:spPr>
          <a:xfrm>
            <a:off x="7216297" y="3358090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Block Arc 159">
            <a:extLst>
              <a:ext uri="{FF2B5EF4-FFF2-40B4-BE49-F238E27FC236}">
                <a16:creationId xmlns:a16="http://schemas.microsoft.com/office/drawing/2014/main" id="{949B179F-57D3-4A66-9449-D77DC361073B}"/>
              </a:ext>
            </a:extLst>
          </p:cNvPr>
          <p:cNvSpPr/>
          <p:nvPr/>
        </p:nvSpPr>
        <p:spPr>
          <a:xfrm>
            <a:off x="4155017" y="3358090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Block Arc 160">
            <a:extLst>
              <a:ext uri="{FF2B5EF4-FFF2-40B4-BE49-F238E27FC236}">
                <a16:creationId xmlns:a16="http://schemas.microsoft.com/office/drawing/2014/main" id="{6C494B0F-391F-40F8-A886-15F1D7DE1823}"/>
              </a:ext>
            </a:extLst>
          </p:cNvPr>
          <p:cNvSpPr/>
          <p:nvPr/>
        </p:nvSpPr>
        <p:spPr>
          <a:xfrm rot="10800000">
            <a:off x="5685657" y="2575192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Oval 100">
            <a:extLst>
              <a:ext uri="{FF2B5EF4-FFF2-40B4-BE49-F238E27FC236}">
                <a16:creationId xmlns:a16="http://schemas.microsoft.com/office/drawing/2014/main" id="{BB6CFA0D-39F0-44FB-8960-68A4B3186198}"/>
              </a:ext>
            </a:extLst>
          </p:cNvPr>
          <p:cNvSpPr/>
          <p:nvPr/>
        </p:nvSpPr>
        <p:spPr>
          <a:xfrm>
            <a:off x="9346859" y="3322170"/>
            <a:ext cx="693414" cy="6934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Group 118">
            <a:extLst>
              <a:ext uri="{FF2B5EF4-FFF2-40B4-BE49-F238E27FC236}">
                <a16:creationId xmlns:a16="http://schemas.microsoft.com/office/drawing/2014/main" id="{075CE09B-9009-44E2-B980-6F470AE62B17}"/>
              </a:ext>
            </a:extLst>
          </p:cNvPr>
          <p:cNvGrpSpPr/>
          <p:nvPr/>
        </p:nvGrpSpPr>
        <p:grpSpPr>
          <a:xfrm>
            <a:off x="8751913" y="4527131"/>
            <a:ext cx="1883306" cy="1477328"/>
            <a:chOff x="611560" y="1877923"/>
            <a:chExt cx="1883306" cy="147732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64355E5-B045-4A4C-BFE5-9E233287BB89}"/>
                </a:ext>
              </a:extLst>
            </p:cNvPr>
            <p:cNvSpPr txBox="1"/>
            <p:nvPr/>
          </p:nvSpPr>
          <p:spPr>
            <a:xfrm>
              <a:off x="621347" y="2154922"/>
              <a:ext cx="187351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0686B4-36CB-40BC-BA4B-116A5AB01A62}"/>
                </a:ext>
              </a:extLst>
            </p:cNvPr>
            <p:cNvSpPr txBox="1"/>
            <p:nvPr/>
          </p:nvSpPr>
          <p:spPr>
            <a:xfrm>
              <a:off x="611560" y="1877923"/>
              <a:ext cx="18790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Graph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2" name="Block Arc 160">
            <a:extLst>
              <a:ext uri="{FF2B5EF4-FFF2-40B4-BE49-F238E27FC236}">
                <a16:creationId xmlns:a16="http://schemas.microsoft.com/office/drawing/2014/main" id="{C5C1E690-ACFE-4D6A-BD8E-EE3A94BD1C74}"/>
              </a:ext>
            </a:extLst>
          </p:cNvPr>
          <p:cNvSpPr/>
          <p:nvPr/>
        </p:nvSpPr>
        <p:spPr>
          <a:xfrm rot="10800000">
            <a:off x="8757166" y="2575192"/>
            <a:ext cx="1834703" cy="1834703"/>
          </a:xfrm>
          <a:prstGeom prst="blockArc">
            <a:avLst>
              <a:gd name="adj1" fmla="val 12399071"/>
              <a:gd name="adj2" fmla="val 20021087"/>
              <a:gd name="adj3" fmla="val 648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Rounded Rectangle 5">
            <a:extLst>
              <a:ext uri="{FF2B5EF4-FFF2-40B4-BE49-F238E27FC236}">
                <a16:creationId xmlns:a16="http://schemas.microsoft.com/office/drawing/2014/main" id="{949F8ED6-B0BD-40B8-8CE6-68A6C506DD42}"/>
              </a:ext>
            </a:extLst>
          </p:cNvPr>
          <p:cNvSpPr/>
          <p:nvPr/>
        </p:nvSpPr>
        <p:spPr>
          <a:xfrm flipH="1">
            <a:off x="7996271" y="4211445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27159D5E-6EF2-45D0-927A-A0172FED9B3F}"/>
              </a:ext>
            </a:extLst>
          </p:cNvPr>
          <p:cNvSpPr/>
          <p:nvPr/>
        </p:nvSpPr>
        <p:spPr>
          <a:xfrm rot="18805991">
            <a:off x="9510028" y="3477122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Rounded Rectangle 25">
            <a:extLst>
              <a:ext uri="{FF2B5EF4-FFF2-40B4-BE49-F238E27FC236}">
                <a16:creationId xmlns:a16="http://schemas.microsoft.com/office/drawing/2014/main" id="{3AAE9C71-76E0-4E7B-9BF2-432EF05CC3B6}"/>
              </a:ext>
            </a:extLst>
          </p:cNvPr>
          <p:cNvSpPr/>
          <p:nvPr/>
        </p:nvSpPr>
        <p:spPr>
          <a:xfrm>
            <a:off x="1782322" y="4199503"/>
            <a:ext cx="412168" cy="30205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6" name="Donut 39">
            <a:extLst>
              <a:ext uri="{FF2B5EF4-FFF2-40B4-BE49-F238E27FC236}">
                <a16:creationId xmlns:a16="http://schemas.microsoft.com/office/drawing/2014/main" id="{048B45B9-C4D5-421E-AB57-E07D3065299C}"/>
              </a:ext>
            </a:extLst>
          </p:cNvPr>
          <p:cNvSpPr/>
          <p:nvPr/>
        </p:nvSpPr>
        <p:spPr>
          <a:xfrm>
            <a:off x="3302841" y="3467052"/>
            <a:ext cx="404132" cy="40413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AFDFC0-1366-4B10-9FA5-C1313D056BF3}"/>
              </a:ext>
            </a:extLst>
          </p:cNvPr>
          <p:cNvSpPr/>
          <p:nvPr/>
        </p:nvSpPr>
        <p:spPr>
          <a:xfrm>
            <a:off x="6437627" y="3500847"/>
            <a:ext cx="389370" cy="325482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8" name="Chord 15">
            <a:extLst>
              <a:ext uri="{FF2B5EF4-FFF2-40B4-BE49-F238E27FC236}">
                <a16:creationId xmlns:a16="http://schemas.microsoft.com/office/drawing/2014/main" id="{36C8D300-6F86-466D-A58B-3F8ECAA133A3}"/>
              </a:ext>
            </a:extLst>
          </p:cNvPr>
          <p:cNvSpPr/>
          <p:nvPr/>
        </p:nvSpPr>
        <p:spPr>
          <a:xfrm>
            <a:off x="4968260" y="4102976"/>
            <a:ext cx="199125" cy="43414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983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72" y="2047618"/>
            <a:ext cx="3888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72" y="2562176"/>
            <a:ext cx="61945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I believe that this Template will your Time, Money and Reputation. Get a modern PowerPoint  Presentation that is beautifully designed. Easy to change colors, photos and Text. Get a modern PowerPoint  Presentation that is beautifully designed.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believe that this Template will your Time, Money and Reputation. </a:t>
            </a:r>
          </a:p>
        </p:txBody>
      </p:sp>
      <p:sp>
        <p:nvSpPr>
          <p:cNvPr id="9" name="Rectangle 8"/>
          <p:cNvSpPr/>
          <p:nvPr/>
        </p:nvSpPr>
        <p:spPr>
          <a:xfrm>
            <a:off x="757966" y="443711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98825" y="4437112"/>
            <a:ext cx="2926794" cy="16342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911940" y="5032804"/>
            <a:ext cx="2618846" cy="923330"/>
            <a:chOff x="591574" y="5195758"/>
            <a:chExt cx="1682436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591575" y="5472757"/>
              <a:ext cx="1682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52799" y="5032804"/>
            <a:ext cx="2618846" cy="923330"/>
            <a:chOff x="591574" y="5195758"/>
            <a:chExt cx="1682436" cy="923330"/>
          </a:xfrm>
        </p:grpSpPr>
        <p:sp>
          <p:nvSpPr>
            <p:cNvPr id="17" name="TextBox 16"/>
            <p:cNvSpPr txBox="1"/>
            <p:nvPr/>
          </p:nvSpPr>
          <p:spPr>
            <a:xfrm>
              <a:off x="591575" y="5472757"/>
              <a:ext cx="16824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1574" y="5195758"/>
              <a:ext cx="1682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27D9231-FFC1-4D98-979D-157825ADF9D1}"/>
              </a:ext>
            </a:extLst>
          </p:cNvPr>
          <p:cNvSpPr txBox="1"/>
          <p:nvPr/>
        </p:nvSpPr>
        <p:spPr>
          <a:xfrm>
            <a:off x="713272" y="719311"/>
            <a:ext cx="3888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36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Portfolio</a:t>
            </a:r>
          </a:p>
          <a:p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Presentation</a:t>
            </a: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93A2AB2F-993B-4726-A542-2E1ABC0D6D56}"/>
              </a:ext>
            </a:extLst>
          </p:cNvPr>
          <p:cNvSpPr/>
          <p:nvPr/>
        </p:nvSpPr>
        <p:spPr>
          <a:xfrm>
            <a:off x="2096879" y="4573724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92B651F3-EF9E-4F9A-9923-8F5D20E45375}"/>
              </a:ext>
            </a:extLst>
          </p:cNvPr>
          <p:cNvSpPr/>
          <p:nvPr/>
        </p:nvSpPr>
        <p:spPr>
          <a:xfrm rot="5400000">
            <a:off x="5415445" y="4569408"/>
            <a:ext cx="322469" cy="322041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0"/>
          </p:nvPr>
        </p:nvSpPr>
        <p:spPr/>
      </p:sp>
    </p:spTree>
    <p:extLst>
      <p:ext uri="{BB962C8B-B14F-4D97-AF65-F5344CB8AC3E}">
        <p14:creationId xmlns:p14="http://schemas.microsoft.com/office/powerpoint/2010/main" val="1456615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2DAC879-5269-49D3-8881-1E879B00C3A9}"/>
              </a:ext>
            </a:extLst>
          </p:cNvPr>
          <p:cNvGrpSpPr>
            <a:grpSpLocks noChangeAspect="1"/>
          </p:cNvGrpSpPr>
          <p:nvPr/>
        </p:nvGrpSpPr>
        <p:grpSpPr>
          <a:xfrm>
            <a:off x="8664440" y="5319063"/>
            <a:ext cx="1240631" cy="1068047"/>
            <a:chOff x="7521194" y="5284915"/>
            <a:chExt cx="1137987" cy="979683"/>
          </a:xfrm>
        </p:grpSpPr>
        <p:grpSp>
          <p:nvGrpSpPr>
            <p:cNvPr id="51" name="Group 7">
              <a:extLst>
                <a:ext uri="{FF2B5EF4-FFF2-40B4-BE49-F238E27FC236}">
                  <a16:creationId xmlns:a16="http://schemas.microsoft.com/office/drawing/2014/main" id="{1EC1CBF2-56DF-4220-A203-0F8D27BF7E4B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3" name="Trapezoid 1">
                <a:extLst>
                  <a:ext uri="{FF2B5EF4-FFF2-40B4-BE49-F238E27FC236}">
                    <a16:creationId xmlns:a16="http://schemas.microsoft.com/office/drawing/2014/main" id="{D4E5C619-3BAB-4885-8EEC-8679F193441C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Trapezoid 6">
                <a:extLst>
                  <a:ext uri="{FF2B5EF4-FFF2-40B4-BE49-F238E27FC236}">
                    <a16:creationId xmlns:a16="http://schemas.microsoft.com/office/drawing/2014/main" id="{2AA90D88-8B26-494A-A346-04CF0E3EC37F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5">
                <a:extLst>
                  <a:ext uri="{FF2B5EF4-FFF2-40B4-BE49-F238E27FC236}">
                    <a16:creationId xmlns:a16="http://schemas.microsoft.com/office/drawing/2014/main" id="{BDD8BB59-EC52-43A0-BE81-D6DD6EF7F7D5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2" name="Chord 23">
              <a:extLst>
                <a:ext uri="{FF2B5EF4-FFF2-40B4-BE49-F238E27FC236}">
                  <a16:creationId xmlns:a16="http://schemas.microsoft.com/office/drawing/2014/main" id="{D206587B-3CE1-4422-BE1F-28A18DF5328A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3F7F77A5-A787-49FE-868F-90BD120E08AB}"/>
              </a:ext>
            </a:extLst>
          </p:cNvPr>
          <p:cNvGrpSpPr/>
          <p:nvPr/>
        </p:nvGrpSpPr>
        <p:grpSpPr>
          <a:xfrm>
            <a:off x="723527" y="437808"/>
            <a:ext cx="1768668" cy="2596044"/>
            <a:chOff x="11126204" y="3714499"/>
            <a:chExt cx="1768668" cy="2596044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B7FA612-F317-41C4-91BE-41A18CF052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584527" y="5417824"/>
              <a:ext cx="1036972" cy="892719"/>
              <a:chOff x="7521194" y="5284915"/>
              <a:chExt cx="1137987" cy="979683"/>
            </a:xfrm>
          </p:grpSpPr>
          <p:grpSp>
            <p:nvGrpSpPr>
              <p:cNvPr id="57" name="Group 7">
                <a:extLst>
                  <a:ext uri="{FF2B5EF4-FFF2-40B4-BE49-F238E27FC236}">
                    <a16:creationId xmlns:a16="http://schemas.microsoft.com/office/drawing/2014/main" id="{BCF37E0A-AF72-434C-9D6B-B17F39966B66}"/>
                  </a:ext>
                </a:extLst>
              </p:cNvPr>
              <p:cNvGrpSpPr/>
              <p:nvPr/>
            </p:nvGrpSpPr>
            <p:grpSpPr>
              <a:xfrm>
                <a:off x="7521194" y="5284915"/>
                <a:ext cx="1137987" cy="979683"/>
                <a:chOff x="5580112" y="4160675"/>
                <a:chExt cx="2016224" cy="1735751"/>
              </a:xfrm>
            </p:grpSpPr>
            <p:sp>
              <p:nvSpPr>
                <p:cNvPr id="59" name="Trapezoid 1">
                  <a:extLst>
                    <a:ext uri="{FF2B5EF4-FFF2-40B4-BE49-F238E27FC236}">
                      <a16:creationId xmlns:a16="http://schemas.microsoft.com/office/drawing/2014/main" id="{A4423980-3158-4760-84DC-0EF1CDE755C5}"/>
                    </a:ext>
                  </a:extLst>
                </p:cNvPr>
                <p:cNvSpPr/>
                <p:nvPr/>
              </p:nvSpPr>
              <p:spPr>
                <a:xfrm rot="10800000">
                  <a:off x="5796136" y="4653136"/>
                  <a:ext cx="1584176" cy="1243290"/>
                </a:xfrm>
                <a:custGeom>
                  <a:avLst/>
                  <a:gdLst>
                    <a:gd name="connsiteX0" fmla="*/ 0 w 1584176"/>
                    <a:gd name="connsiteY0" fmla="*/ 1216152 h 1216152"/>
                    <a:gd name="connsiteX1" fmla="*/ 304038 w 1584176"/>
                    <a:gd name="connsiteY1" fmla="*/ 0 h 1216152"/>
                    <a:gd name="connsiteX2" fmla="*/ 1280138 w 1584176"/>
                    <a:gd name="connsiteY2" fmla="*/ 0 h 1216152"/>
                    <a:gd name="connsiteX3" fmla="*/ 1584176 w 1584176"/>
                    <a:gd name="connsiteY3" fmla="*/ 1216152 h 1216152"/>
                    <a:gd name="connsiteX4" fmla="*/ 0 w 1584176"/>
                    <a:gd name="connsiteY4" fmla="*/ 1216152 h 1216152"/>
                    <a:gd name="connsiteX0" fmla="*/ 0 w 1584176"/>
                    <a:gd name="connsiteY0" fmla="*/ 1235792 h 1235792"/>
                    <a:gd name="connsiteX1" fmla="*/ 304038 w 1584176"/>
                    <a:gd name="connsiteY1" fmla="*/ 19640 h 1235792"/>
                    <a:gd name="connsiteX2" fmla="*/ 1280138 w 1584176"/>
                    <a:gd name="connsiteY2" fmla="*/ 19640 h 1235792"/>
                    <a:gd name="connsiteX3" fmla="*/ 1584176 w 1584176"/>
                    <a:gd name="connsiteY3" fmla="*/ 1235792 h 1235792"/>
                    <a:gd name="connsiteX4" fmla="*/ 0 w 1584176"/>
                    <a:gd name="connsiteY4" fmla="*/ 1235792 h 1235792"/>
                    <a:gd name="connsiteX0" fmla="*/ 0 w 1584176"/>
                    <a:gd name="connsiteY0" fmla="*/ 1243290 h 1243290"/>
                    <a:gd name="connsiteX1" fmla="*/ 304038 w 1584176"/>
                    <a:gd name="connsiteY1" fmla="*/ 27138 h 1243290"/>
                    <a:gd name="connsiteX2" fmla="*/ 1280138 w 1584176"/>
                    <a:gd name="connsiteY2" fmla="*/ 27138 h 1243290"/>
                    <a:gd name="connsiteX3" fmla="*/ 1584176 w 1584176"/>
                    <a:gd name="connsiteY3" fmla="*/ 1243290 h 1243290"/>
                    <a:gd name="connsiteX4" fmla="*/ 0 w 1584176"/>
                    <a:gd name="connsiteY4" fmla="*/ 1243290 h 1243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84176" h="1243290">
                      <a:moveTo>
                        <a:pt x="0" y="1243290"/>
                      </a:moveTo>
                      <a:lnTo>
                        <a:pt x="304038" y="27138"/>
                      </a:lnTo>
                      <a:cubicBezTo>
                        <a:pt x="629405" y="-57"/>
                        <a:pt x="941174" y="-17053"/>
                        <a:pt x="1280138" y="27138"/>
                      </a:cubicBezTo>
                      <a:lnTo>
                        <a:pt x="1584176" y="1243290"/>
                      </a:lnTo>
                      <a:lnTo>
                        <a:pt x="0" y="12432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0" name="Trapezoid 6">
                  <a:extLst>
                    <a:ext uri="{FF2B5EF4-FFF2-40B4-BE49-F238E27FC236}">
                      <a16:creationId xmlns:a16="http://schemas.microsoft.com/office/drawing/2014/main" id="{83CE5D35-C223-40BE-B0A1-2C2ECA6D118F}"/>
                    </a:ext>
                  </a:extLst>
                </p:cNvPr>
                <p:cNvSpPr/>
                <p:nvPr/>
              </p:nvSpPr>
              <p:spPr>
                <a:xfrm rot="10800000">
                  <a:off x="5580112" y="4312147"/>
                  <a:ext cx="2016224" cy="471979"/>
                </a:xfrm>
                <a:custGeom>
                  <a:avLst/>
                  <a:gdLst>
                    <a:gd name="connsiteX0" fmla="*/ 0 w 2016224"/>
                    <a:gd name="connsiteY0" fmla="*/ 360040 h 360040"/>
                    <a:gd name="connsiteX1" fmla="*/ 128109 w 2016224"/>
                    <a:gd name="connsiteY1" fmla="*/ 0 h 360040"/>
                    <a:gd name="connsiteX2" fmla="*/ 1888115 w 2016224"/>
                    <a:gd name="connsiteY2" fmla="*/ 0 h 360040"/>
                    <a:gd name="connsiteX3" fmla="*/ 2016224 w 2016224"/>
                    <a:gd name="connsiteY3" fmla="*/ 360040 h 360040"/>
                    <a:gd name="connsiteX4" fmla="*/ 0 w 2016224"/>
                    <a:gd name="connsiteY4" fmla="*/ 360040 h 360040"/>
                    <a:gd name="connsiteX0" fmla="*/ 0 w 2016224"/>
                    <a:gd name="connsiteY0" fmla="*/ 431046 h 431046"/>
                    <a:gd name="connsiteX1" fmla="*/ 128109 w 2016224"/>
                    <a:gd name="connsiteY1" fmla="*/ 71006 h 431046"/>
                    <a:gd name="connsiteX2" fmla="*/ 1888115 w 2016224"/>
                    <a:gd name="connsiteY2" fmla="*/ 71006 h 431046"/>
                    <a:gd name="connsiteX3" fmla="*/ 2016224 w 2016224"/>
                    <a:gd name="connsiteY3" fmla="*/ 431046 h 431046"/>
                    <a:gd name="connsiteX4" fmla="*/ 0 w 2016224"/>
                    <a:gd name="connsiteY4" fmla="*/ 431046 h 431046"/>
                    <a:gd name="connsiteX0" fmla="*/ 0 w 2016224"/>
                    <a:gd name="connsiteY0" fmla="*/ 458241 h 458241"/>
                    <a:gd name="connsiteX1" fmla="*/ 128109 w 2016224"/>
                    <a:gd name="connsiteY1" fmla="*/ 98201 h 458241"/>
                    <a:gd name="connsiteX2" fmla="*/ 1888115 w 2016224"/>
                    <a:gd name="connsiteY2" fmla="*/ 98201 h 458241"/>
                    <a:gd name="connsiteX3" fmla="*/ 2016224 w 2016224"/>
                    <a:gd name="connsiteY3" fmla="*/ 458241 h 458241"/>
                    <a:gd name="connsiteX4" fmla="*/ 0 w 2016224"/>
                    <a:gd name="connsiteY4" fmla="*/ 458241 h 458241"/>
                    <a:gd name="connsiteX0" fmla="*/ 0 w 2016224"/>
                    <a:gd name="connsiteY0" fmla="*/ 465296 h 465296"/>
                    <a:gd name="connsiteX1" fmla="*/ 128109 w 2016224"/>
                    <a:gd name="connsiteY1" fmla="*/ 105256 h 465296"/>
                    <a:gd name="connsiteX2" fmla="*/ 1888115 w 2016224"/>
                    <a:gd name="connsiteY2" fmla="*/ 105256 h 465296"/>
                    <a:gd name="connsiteX3" fmla="*/ 2016224 w 2016224"/>
                    <a:gd name="connsiteY3" fmla="*/ 465296 h 465296"/>
                    <a:gd name="connsiteX4" fmla="*/ 0 w 2016224"/>
                    <a:gd name="connsiteY4" fmla="*/ 465296 h 465296"/>
                    <a:gd name="connsiteX0" fmla="*/ 0 w 2016224"/>
                    <a:gd name="connsiteY0" fmla="*/ 471979 h 471979"/>
                    <a:gd name="connsiteX1" fmla="*/ 128109 w 2016224"/>
                    <a:gd name="connsiteY1" fmla="*/ 111939 h 471979"/>
                    <a:gd name="connsiteX2" fmla="*/ 1888115 w 2016224"/>
                    <a:gd name="connsiteY2" fmla="*/ 111939 h 471979"/>
                    <a:gd name="connsiteX3" fmla="*/ 2016224 w 2016224"/>
                    <a:gd name="connsiteY3" fmla="*/ 471979 h 471979"/>
                    <a:gd name="connsiteX4" fmla="*/ 0 w 2016224"/>
                    <a:gd name="connsiteY4" fmla="*/ 471979 h 471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16224" h="471979">
                      <a:moveTo>
                        <a:pt x="0" y="471979"/>
                      </a:moveTo>
                      <a:lnTo>
                        <a:pt x="128109" y="111939"/>
                      </a:lnTo>
                      <a:cubicBezTo>
                        <a:pt x="572010" y="-7034"/>
                        <a:pt x="1260655" y="-64822"/>
                        <a:pt x="1888115" y="111939"/>
                      </a:cubicBezTo>
                      <a:lnTo>
                        <a:pt x="2016224" y="471979"/>
                      </a:lnTo>
                      <a:lnTo>
                        <a:pt x="0" y="47197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Oval 5">
                  <a:extLst>
                    <a:ext uri="{FF2B5EF4-FFF2-40B4-BE49-F238E27FC236}">
                      <a16:creationId xmlns:a16="http://schemas.microsoft.com/office/drawing/2014/main" id="{B7E851DB-5B3C-424C-A9D4-09D6E558C8C0}"/>
                    </a:ext>
                  </a:extLst>
                </p:cNvPr>
                <p:cNvSpPr/>
                <p:nvPr/>
              </p:nvSpPr>
              <p:spPr>
                <a:xfrm>
                  <a:off x="5580223" y="4160675"/>
                  <a:ext cx="2016000" cy="302944"/>
                </a:xfrm>
                <a:prstGeom prst="ellipse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8" name="Chord 23">
                <a:extLst>
                  <a:ext uri="{FF2B5EF4-FFF2-40B4-BE49-F238E27FC236}">
                    <a16:creationId xmlns:a16="http://schemas.microsoft.com/office/drawing/2014/main" id="{FF0614B4-DF35-4CDC-8E6D-E96A94D66F71}"/>
                  </a:ext>
                </a:extLst>
              </p:cNvPr>
              <p:cNvSpPr/>
              <p:nvPr/>
            </p:nvSpPr>
            <p:spPr>
              <a:xfrm>
                <a:off x="7788585" y="5306768"/>
                <a:ext cx="578589" cy="141955"/>
              </a:xfrm>
              <a:custGeom>
                <a:avLst/>
                <a:gdLst>
                  <a:gd name="connsiteX0" fmla="*/ 115433 w 914400"/>
                  <a:gd name="connsiteY0" fmla="*/ 153510 h 914400"/>
                  <a:gd name="connsiteX1" fmla="*/ 462323 w 914400"/>
                  <a:gd name="connsiteY1" fmla="*/ 28 h 914400"/>
                  <a:gd name="connsiteX2" fmla="*/ 805686 w 914400"/>
                  <a:gd name="connsiteY2" fmla="*/ 161244 h 914400"/>
                  <a:gd name="connsiteX3" fmla="*/ 115433 w 914400"/>
                  <a:gd name="connsiteY3" fmla="*/ 153510 h 914400"/>
                  <a:gd name="connsiteX0" fmla="*/ 0 w 723591"/>
                  <a:gd name="connsiteY0" fmla="*/ 177315 h 177532"/>
                  <a:gd name="connsiteX1" fmla="*/ 380228 w 723591"/>
                  <a:gd name="connsiteY1" fmla="*/ 21 h 177532"/>
                  <a:gd name="connsiteX2" fmla="*/ 723591 w 723591"/>
                  <a:gd name="connsiteY2" fmla="*/ 161237 h 177532"/>
                  <a:gd name="connsiteX3" fmla="*/ 0 w 723591"/>
                  <a:gd name="connsiteY3" fmla="*/ 177315 h 177532"/>
                  <a:gd name="connsiteX0" fmla="*/ 0 w 759310"/>
                  <a:gd name="connsiteY0" fmla="*/ 177315 h 185049"/>
                  <a:gd name="connsiteX1" fmla="*/ 380228 w 759310"/>
                  <a:gd name="connsiteY1" fmla="*/ 21 h 185049"/>
                  <a:gd name="connsiteX2" fmla="*/ 759310 w 759310"/>
                  <a:gd name="connsiteY2" fmla="*/ 185049 h 185049"/>
                  <a:gd name="connsiteX3" fmla="*/ 0 w 759310"/>
                  <a:gd name="connsiteY3" fmla="*/ 177315 h 185049"/>
                  <a:gd name="connsiteX0" fmla="*/ 0 w 759310"/>
                  <a:gd name="connsiteY0" fmla="*/ 177315 h 188144"/>
                  <a:gd name="connsiteX1" fmla="*/ 380228 w 759310"/>
                  <a:gd name="connsiteY1" fmla="*/ 21 h 188144"/>
                  <a:gd name="connsiteX2" fmla="*/ 759310 w 759310"/>
                  <a:gd name="connsiteY2" fmla="*/ 185049 h 188144"/>
                  <a:gd name="connsiteX3" fmla="*/ 0 w 759310"/>
                  <a:gd name="connsiteY3" fmla="*/ 177315 h 188144"/>
                  <a:gd name="connsiteX0" fmla="*/ 0 w 759310"/>
                  <a:gd name="connsiteY0" fmla="*/ 177315 h 191233"/>
                  <a:gd name="connsiteX1" fmla="*/ 380228 w 759310"/>
                  <a:gd name="connsiteY1" fmla="*/ 21 h 191233"/>
                  <a:gd name="connsiteX2" fmla="*/ 759310 w 759310"/>
                  <a:gd name="connsiteY2" fmla="*/ 185049 h 191233"/>
                  <a:gd name="connsiteX3" fmla="*/ 0 w 759310"/>
                  <a:gd name="connsiteY3" fmla="*/ 177315 h 191233"/>
                  <a:gd name="connsiteX0" fmla="*/ 0 w 759310"/>
                  <a:gd name="connsiteY0" fmla="*/ 177315 h 187572"/>
                  <a:gd name="connsiteX1" fmla="*/ 380228 w 759310"/>
                  <a:gd name="connsiteY1" fmla="*/ 21 h 187572"/>
                  <a:gd name="connsiteX2" fmla="*/ 759310 w 759310"/>
                  <a:gd name="connsiteY2" fmla="*/ 177905 h 187572"/>
                  <a:gd name="connsiteX3" fmla="*/ 0 w 759310"/>
                  <a:gd name="connsiteY3" fmla="*/ 177315 h 187572"/>
                  <a:gd name="connsiteX0" fmla="*/ 0 w 768835"/>
                  <a:gd name="connsiteY0" fmla="*/ 177315 h 188632"/>
                  <a:gd name="connsiteX1" fmla="*/ 380228 w 768835"/>
                  <a:gd name="connsiteY1" fmla="*/ 21 h 188632"/>
                  <a:gd name="connsiteX2" fmla="*/ 768835 w 768835"/>
                  <a:gd name="connsiteY2" fmla="*/ 180287 h 188632"/>
                  <a:gd name="connsiteX3" fmla="*/ 0 w 768835"/>
                  <a:gd name="connsiteY3" fmla="*/ 177315 h 188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8835" h="188632">
                    <a:moveTo>
                      <a:pt x="0" y="177315"/>
                    </a:moveTo>
                    <a:cubicBezTo>
                      <a:pt x="87950" y="78338"/>
                      <a:pt x="247828" y="-1462"/>
                      <a:pt x="380228" y="21"/>
                    </a:cubicBezTo>
                    <a:cubicBezTo>
                      <a:pt x="512627" y="1505"/>
                      <a:pt x="683125" y="79364"/>
                      <a:pt x="768835" y="180287"/>
                    </a:cubicBezTo>
                    <a:cubicBezTo>
                      <a:pt x="513351" y="189616"/>
                      <a:pt x="257866" y="194180"/>
                      <a:pt x="0" y="177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587D824-FCEB-4441-8F29-BF54EC412749}"/>
                </a:ext>
              </a:extLst>
            </p:cNvPr>
            <p:cNvGrpSpPr/>
            <p:nvPr/>
          </p:nvGrpSpPr>
          <p:grpSpPr>
            <a:xfrm>
              <a:off x="11532414" y="4123539"/>
              <a:ext cx="843417" cy="1368501"/>
              <a:chOff x="9135938" y="933321"/>
              <a:chExt cx="704886" cy="1291182"/>
            </a:xfrm>
            <a:solidFill>
              <a:schemeClr val="accent4"/>
            </a:solidFill>
          </p:grpSpPr>
          <p:sp>
            <p:nvSpPr>
              <p:cNvPr id="71" name="Freeform 20">
                <a:extLst>
                  <a:ext uri="{FF2B5EF4-FFF2-40B4-BE49-F238E27FC236}">
                    <a16:creationId xmlns:a16="http://schemas.microsoft.com/office/drawing/2014/main" id="{43634099-AA79-4614-993D-3BB7C13BC870}"/>
                  </a:ext>
                </a:extLst>
              </p:cNvPr>
              <p:cNvSpPr/>
              <p:nvPr/>
            </p:nvSpPr>
            <p:spPr>
              <a:xfrm rot="724314">
                <a:off x="9449000" y="933321"/>
                <a:ext cx="391824" cy="763841"/>
              </a:xfrm>
              <a:custGeom>
                <a:avLst/>
                <a:gdLst>
                  <a:gd name="connsiteX0" fmla="*/ 991167 w 2238713"/>
                  <a:gd name="connsiteY0" fmla="*/ 1954206 h 4364252"/>
                  <a:gd name="connsiteX1" fmla="*/ 838970 w 2238713"/>
                  <a:gd name="connsiteY1" fmla="*/ 2040607 h 4364252"/>
                  <a:gd name="connsiteX2" fmla="*/ 744517 w 2238713"/>
                  <a:gd name="connsiteY2" fmla="*/ 2569433 h 4364252"/>
                  <a:gd name="connsiteX3" fmla="*/ 1221282 w 2238713"/>
                  <a:gd name="connsiteY3" fmla="*/ 2854903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44517 w 2238713"/>
                  <a:gd name="connsiteY2" fmla="*/ 2569433 h 4364252"/>
                  <a:gd name="connsiteX3" fmla="*/ 1221282 w 2238713"/>
                  <a:gd name="connsiteY3" fmla="*/ 2854903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44517 w 2238713"/>
                  <a:gd name="connsiteY2" fmla="*/ 2569433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97956 w 2238713"/>
                  <a:gd name="connsiteY2" fmla="*/ 2569433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7532 w 2238713"/>
                  <a:gd name="connsiteY3" fmla="*/ 2819277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96587 w 2238713"/>
                  <a:gd name="connsiteY18" fmla="*/ 1828872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08606 w 2238713"/>
                  <a:gd name="connsiteY13" fmla="*/ 2018875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24463 w 2238713"/>
                  <a:gd name="connsiteY13" fmla="*/ 1981876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898347 w 2238713"/>
                  <a:gd name="connsiteY1" fmla="*/ 2022794 h 4364252"/>
                  <a:gd name="connsiteX2" fmla="*/ 762330 w 2238713"/>
                  <a:gd name="connsiteY2" fmla="*/ 2563495 h 4364252"/>
                  <a:gd name="connsiteX3" fmla="*/ 1191594 w 2238713"/>
                  <a:gd name="connsiteY3" fmla="*/ 2801464 h 4364252"/>
                  <a:gd name="connsiteX4" fmla="*/ 1558616 w 2238713"/>
                  <a:gd name="connsiteY4" fmla="*/ 2199723 h 4364252"/>
                  <a:gd name="connsiteX5" fmla="*/ 991167 w 2238713"/>
                  <a:gd name="connsiteY5" fmla="*/ 1954206 h 4364252"/>
                  <a:gd name="connsiteX6" fmla="*/ 1490354 w 2238713"/>
                  <a:gd name="connsiteY6" fmla="*/ 71 h 4364252"/>
                  <a:gd name="connsiteX7" fmla="*/ 2214748 w 2238713"/>
                  <a:gd name="connsiteY7" fmla="*/ 481022 h 4364252"/>
                  <a:gd name="connsiteX8" fmla="*/ 1502228 w 2238713"/>
                  <a:gd name="connsiteY8" fmla="*/ 1490425 h 4364252"/>
                  <a:gd name="connsiteX9" fmla="*/ 1054263 w 2238713"/>
                  <a:gd name="connsiteY9" fmla="*/ 1824329 h 4364252"/>
                  <a:gd name="connsiteX10" fmla="*/ 1692232 w 2238713"/>
                  <a:gd name="connsiteY10" fmla="*/ 2149506 h 4364252"/>
                  <a:gd name="connsiteX11" fmla="*/ 1246908 w 2238713"/>
                  <a:gd name="connsiteY11" fmla="*/ 2980778 h 4364252"/>
                  <a:gd name="connsiteX12" fmla="*/ 617516 w 2238713"/>
                  <a:gd name="connsiteY12" fmla="*/ 2618582 h 4364252"/>
                  <a:gd name="connsiteX13" fmla="*/ 724463 w 2238713"/>
                  <a:gd name="connsiteY13" fmla="*/ 1997733 h 4364252"/>
                  <a:gd name="connsiteX14" fmla="*/ 172192 w 2238713"/>
                  <a:gd name="connsiteY14" fmla="*/ 2606706 h 4364252"/>
                  <a:gd name="connsiteX15" fmla="*/ 1330036 w 2238713"/>
                  <a:gd name="connsiteY15" fmla="*/ 4085183 h 4364252"/>
                  <a:gd name="connsiteX16" fmla="*/ 1407226 w 2238713"/>
                  <a:gd name="connsiteY16" fmla="*/ 4364252 h 4364252"/>
                  <a:gd name="connsiteX17" fmla="*/ 0 w 2238713"/>
                  <a:gd name="connsiteY17" fmla="*/ 2624517 h 4364252"/>
                  <a:gd name="connsiteX18" fmla="*/ 849017 w 2238713"/>
                  <a:gd name="connsiteY18" fmla="*/ 1813016 h 4364252"/>
                  <a:gd name="connsiteX19" fmla="*/ 1229095 w 2238713"/>
                  <a:gd name="connsiteY19" fmla="*/ 1478550 h 4364252"/>
                  <a:gd name="connsiteX20" fmla="*/ 2072244 w 2238713"/>
                  <a:gd name="connsiteY20" fmla="*/ 546336 h 4364252"/>
                  <a:gd name="connsiteX21" fmla="*/ 1401288 w 2238713"/>
                  <a:gd name="connsiteY21" fmla="*/ 112887 h 4364252"/>
                  <a:gd name="connsiteX22" fmla="*/ 973776 w 2238713"/>
                  <a:gd name="connsiteY22" fmla="*/ 540399 h 4364252"/>
                  <a:gd name="connsiteX23" fmla="*/ 1490354 w 2238713"/>
                  <a:gd name="connsiteY23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  <a:gd name="connsiteX0" fmla="*/ 991167 w 2238713"/>
                  <a:gd name="connsiteY0" fmla="*/ 1954206 h 4364252"/>
                  <a:gd name="connsiteX1" fmla="*/ 762330 w 2238713"/>
                  <a:gd name="connsiteY1" fmla="*/ 2563495 h 4364252"/>
                  <a:gd name="connsiteX2" fmla="*/ 1191594 w 2238713"/>
                  <a:gd name="connsiteY2" fmla="*/ 2801464 h 4364252"/>
                  <a:gd name="connsiteX3" fmla="*/ 1558616 w 2238713"/>
                  <a:gd name="connsiteY3" fmla="*/ 2199723 h 4364252"/>
                  <a:gd name="connsiteX4" fmla="*/ 991167 w 2238713"/>
                  <a:gd name="connsiteY4" fmla="*/ 1954206 h 4364252"/>
                  <a:gd name="connsiteX5" fmla="*/ 1490354 w 2238713"/>
                  <a:gd name="connsiteY5" fmla="*/ 71 h 4364252"/>
                  <a:gd name="connsiteX6" fmla="*/ 2214748 w 2238713"/>
                  <a:gd name="connsiteY6" fmla="*/ 481022 h 4364252"/>
                  <a:gd name="connsiteX7" fmla="*/ 1502228 w 2238713"/>
                  <a:gd name="connsiteY7" fmla="*/ 1490425 h 4364252"/>
                  <a:gd name="connsiteX8" fmla="*/ 1054263 w 2238713"/>
                  <a:gd name="connsiteY8" fmla="*/ 1824329 h 4364252"/>
                  <a:gd name="connsiteX9" fmla="*/ 1692232 w 2238713"/>
                  <a:gd name="connsiteY9" fmla="*/ 2149506 h 4364252"/>
                  <a:gd name="connsiteX10" fmla="*/ 1246908 w 2238713"/>
                  <a:gd name="connsiteY10" fmla="*/ 2980778 h 4364252"/>
                  <a:gd name="connsiteX11" fmla="*/ 617516 w 2238713"/>
                  <a:gd name="connsiteY11" fmla="*/ 2618582 h 4364252"/>
                  <a:gd name="connsiteX12" fmla="*/ 724463 w 2238713"/>
                  <a:gd name="connsiteY12" fmla="*/ 1997733 h 4364252"/>
                  <a:gd name="connsiteX13" fmla="*/ 172192 w 2238713"/>
                  <a:gd name="connsiteY13" fmla="*/ 2606706 h 4364252"/>
                  <a:gd name="connsiteX14" fmla="*/ 1330036 w 2238713"/>
                  <a:gd name="connsiteY14" fmla="*/ 4085183 h 4364252"/>
                  <a:gd name="connsiteX15" fmla="*/ 1407226 w 2238713"/>
                  <a:gd name="connsiteY15" fmla="*/ 4364252 h 4364252"/>
                  <a:gd name="connsiteX16" fmla="*/ 0 w 2238713"/>
                  <a:gd name="connsiteY16" fmla="*/ 2624517 h 4364252"/>
                  <a:gd name="connsiteX17" fmla="*/ 849017 w 2238713"/>
                  <a:gd name="connsiteY17" fmla="*/ 1813016 h 4364252"/>
                  <a:gd name="connsiteX18" fmla="*/ 1229095 w 2238713"/>
                  <a:gd name="connsiteY18" fmla="*/ 1478550 h 4364252"/>
                  <a:gd name="connsiteX19" fmla="*/ 2072244 w 2238713"/>
                  <a:gd name="connsiteY19" fmla="*/ 546336 h 4364252"/>
                  <a:gd name="connsiteX20" fmla="*/ 1401288 w 2238713"/>
                  <a:gd name="connsiteY20" fmla="*/ 112887 h 4364252"/>
                  <a:gd name="connsiteX21" fmla="*/ 973776 w 2238713"/>
                  <a:gd name="connsiteY21" fmla="*/ 540399 h 4364252"/>
                  <a:gd name="connsiteX22" fmla="*/ 1490354 w 2238713"/>
                  <a:gd name="connsiteY22" fmla="*/ 71 h 436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238713" h="4364252">
                    <a:moveTo>
                      <a:pt x="991167" y="1954206"/>
                    </a:moveTo>
                    <a:cubicBezTo>
                      <a:pt x="874309" y="1940837"/>
                      <a:pt x="728926" y="2422285"/>
                      <a:pt x="762330" y="2563495"/>
                    </a:cubicBezTo>
                    <a:cubicBezTo>
                      <a:pt x="817803" y="2763169"/>
                      <a:pt x="1035129" y="2814592"/>
                      <a:pt x="1191594" y="2801464"/>
                    </a:cubicBezTo>
                    <a:cubicBezTo>
                      <a:pt x="1336990" y="2789265"/>
                      <a:pt x="1811991" y="2695789"/>
                      <a:pt x="1558616" y="2199723"/>
                    </a:cubicBezTo>
                    <a:cubicBezTo>
                      <a:pt x="1491149" y="2092086"/>
                      <a:pt x="1283524" y="1986965"/>
                      <a:pt x="991167" y="1954206"/>
                    </a:cubicBezTo>
                    <a:close/>
                    <a:moveTo>
                      <a:pt x="1490354" y="71"/>
                    </a:moveTo>
                    <a:cubicBezTo>
                      <a:pt x="1933700" y="29760"/>
                      <a:pt x="2139536" y="213827"/>
                      <a:pt x="2214748" y="481022"/>
                    </a:cubicBezTo>
                    <a:cubicBezTo>
                      <a:pt x="2367148" y="1001558"/>
                      <a:pt x="1752600" y="1344953"/>
                      <a:pt x="1502228" y="1490425"/>
                    </a:cubicBezTo>
                    <a:cubicBezTo>
                      <a:pt x="1282828" y="1617902"/>
                      <a:pt x="1165064" y="1682510"/>
                      <a:pt x="1054263" y="1824329"/>
                    </a:cubicBezTo>
                    <a:cubicBezTo>
                      <a:pt x="1433743" y="1866887"/>
                      <a:pt x="1603884" y="2014039"/>
                      <a:pt x="1692232" y="2149506"/>
                    </a:cubicBezTo>
                    <a:cubicBezTo>
                      <a:pt x="2026720" y="2778899"/>
                      <a:pt x="1482436" y="2933276"/>
                      <a:pt x="1246908" y="2980778"/>
                    </a:cubicBezTo>
                    <a:cubicBezTo>
                      <a:pt x="977734" y="3030258"/>
                      <a:pt x="690748" y="2871923"/>
                      <a:pt x="617516" y="2618582"/>
                    </a:cubicBezTo>
                    <a:cubicBezTo>
                      <a:pt x="571269" y="2426869"/>
                      <a:pt x="658049" y="2151140"/>
                      <a:pt x="724463" y="1997733"/>
                    </a:cubicBezTo>
                    <a:cubicBezTo>
                      <a:pt x="450150" y="1962201"/>
                      <a:pt x="176019" y="2392404"/>
                      <a:pt x="172192" y="2606706"/>
                    </a:cubicBezTo>
                    <a:cubicBezTo>
                      <a:pt x="203859" y="3445896"/>
                      <a:pt x="1084613" y="3881324"/>
                      <a:pt x="1330036" y="4085183"/>
                    </a:cubicBezTo>
                    <a:lnTo>
                      <a:pt x="1407226" y="4364252"/>
                    </a:lnTo>
                    <a:cubicBezTo>
                      <a:pt x="1039091" y="3994138"/>
                      <a:pt x="5938" y="3600273"/>
                      <a:pt x="0" y="2624517"/>
                    </a:cubicBezTo>
                    <a:cubicBezTo>
                      <a:pt x="25730" y="2234611"/>
                      <a:pt x="434148" y="1756945"/>
                      <a:pt x="849017" y="1813016"/>
                    </a:cubicBezTo>
                    <a:cubicBezTo>
                      <a:pt x="941972" y="1657424"/>
                      <a:pt x="1076696" y="1583449"/>
                      <a:pt x="1229095" y="1478550"/>
                    </a:cubicBezTo>
                    <a:cubicBezTo>
                      <a:pt x="2000608" y="1060843"/>
                      <a:pt x="2109849" y="764050"/>
                      <a:pt x="2072244" y="546336"/>
                    </a:cubicBezTo>
                    <a:cubicBezTo>
                      <a:pt x="2052452" y="294974"/>
                      <a:pt x="1670462" y="79240"/>
                      <a:pt x="1401288" y="112887"/>
                    </a:cubicBezTo>
                    <a:cubicBezTo>
                      <a:pt x="1086592" y="136638"/>
                      <a:pt x="1045028" y="338519"/>
                      <a:pt x="973776" y="540399"/>
                    </a:cubicBezTo>
                    <a:cubicBezTo>
                      <a:pt x="898566" y="362269"/>
                      <a:pt x="1179616" y="-5867"/>
                      <a:pt x="14903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37E7859C-4729-44D7-AA4C-AD76AD198F32}"/>
                  </a:ext>
                </a:extLst>
              </p:cNvPr>
              <p:cNvSpPr/>
              <p:nvPr/>
            </p:nvSpPr>
            <p:spPr>
              <a:xfrm>
                <a:off x="9135938" y="1462303"/>
                <a:ext cx="506512" cy="762200"/>
              </a:xfrm>
              <a:custGeom>
                <a:avLst/>
                <a:gdLst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63847 w 512281"/>
                  <a:gd name="connsiteY19" fmla="*/ 438200 h 762200"/>
                  <a:gd name="connsiteX20" fmla="*/ 469597 w 512281"/>
                  <a:gd name="connsiteY20" fmla="*/ 415506 h 762200"/>
                  <a:gd name="connsiteX21" fmla="*/ 445740 w 512281"/>
                  <a:gd name="connsiteY21" fmla="*/ 185658 h 762200"/>
                  <a:gd name="connsiteX22" fmla="*/ 324332 w 512281"/>
                  <a:gd name="connsiteY22" fmla="*/ 169856 h 762200"/>
                  <a:gd name="connsiteX23" fmla="*/ 396365 w 512281"/>
                  <a:gd name="connsiteY23" fmla="*/ 229971 h 762200"/>
                  <a:gd name="connsiteX24" fmla="*/ 359909 w 512281"/>
                  <a:gd name="connsiteY24" fmla="*/ 331785 h 762200"/>
                  <a:gd name="connsiteX25" fmla="*/ 229186 w 512281"/>
                  <a:gd name="connsiteY25" fmla="*/ 280446 h 762200"/>
                  <a:gd name="connsiteX26" fmla="*/ 270187 w 512281"/>
                  <a:gd name="connsiteY26" fmla="*/ 182003 h 762200"/>
                  <a:gd name="connsiteX27" fmla="*/ 187152 w 512281"/>
                  <a:gd name="connsiteY27" fmla="*/ 187343 h 762200"/>
                  <a:gd name="connsiteX28" fmla="*/ 8930 w 512281"/>
                  <a:gd name="connsiteY28" fmla="*/ 141575 h 762200"/>
                  <a:gd name="connsiteX29" fmla="*/ 44707 w 512281"/>
                  <a:gd name="connsiteY29" fmla="*/ 17122 h 762200"/>
                  <a:gd name="connsiteX30" fmla="*/ 109834 w 512281"/>
                  <a:gd name="connsiteY30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69597 w 512281"/>
                  <a:gd name="connsiteY19" fmla="*/ 415506 h 762200"/>
                  <a:gd name="connsiteX20" fmla="*/ 445740 w 512281"/>
                  <a:gd name="connsiteY20" fmla="*/ 185658 h 762200"/>
                  <a:gd name="connsiteX21" fmla="*/ 324332 w 512281"/>
                  <a:gd name="connsiteY21" fmla="*/ 169856 h 762200"/>
                  <a:gd name="connsiteX22" fmla="*/ 396365 w 512281"/>
                  <a:gd name="connsiteY22" fmla="*/ 229971 h 762200"/>
                  <a:gd name="connsiteX23" fmla="*/ 359909 w 512281"/>
                  <a:gd name="connsiteY23" fmla="*/ 331785 h 762200"/>
                  <a:gd name="connsiteX24" fmla="*/ 229186 w 512281"/>
                  <a:gd name="connsiteY24" fmla="*/ 280446 h 762200"/>
                  <a:gd name="connsiteX25" fmla="*/ 270187 w 512281"/>
                  <a:gd name="connsiteY25" fmla="*/ 182003 h 762200"/>
                  <a:gd name="connsiteX26" fmla="*/ 187152 w 512281"/>
                  <a:gd name="connsiteY26" fmla="*/ 187343 h 762200"/>
                  <a:gd name="connsiteX27" fmla="*/ 8930 w 512281"/>
                  <a:gd name="connsiteY27" fmla="*/ 141575 h 762200"/>
                  <a:gd name="connsiteX28" fmla="*/ 44707 w 512281"/>
                  <a:gd name="connsiteY28" fmla="*/ 17122 h 762200"/>
                  <a:gd name="connsiteX29" fmla="*/ 109834 w 512281"/>
                  <a:gd name="connsiteY29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5740 w 512281"/>
                  <a:gd name="connsiteY19" fmla="*/ 185658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438200 h 762200"/>
                  <a:gd name="connsiteX16" fmla="*/ 491557 w 512281"/>
                  <a:gd name="connsiteY16" fmla="*/ 762200 h 762200"/>
                  <a:gd name="connsiteX17" fmla="*/ 455557 w 512281"/>
                  <a:gd name="connsiteY17" fmla="*/ 762200 h 762200"/>
                  <a:gd name="connsiteX18" fmla="*/ 455557 w 512281"/>
                  <a:gd name="connsiteY18" fmla="*/ 438200 h 762200"/>
                  <a:gd name="connsiteX19" fmla="*/ 440408 w 512281"/>
                  <a:gd name="connsiteY19" fmla="*/ 196322 h 762200"/>
                  <a:gd name="connsiteX20" fmla="*/ 324332 w 512281"/>
                  <a:gd name="connsiteY20" fmla="*/ 169856 h 762200"/>
                  <a:gd name="connsiteX21" fmla="*/ 396365 w 512281"/>
                  <a:gd name="connsiteY21" fmla="*/ 229971 h 762200"/>
                  <a:gd name="connsiteX22" fmla="*/ 359909 w 512281"/>
                  <a:gd name="connsiteY22" fmla="*/ 331785 h 762200"/>
                  <a:gd name="connsiteX23" fmla="*/ 229186 w 512281"/>
                  <a:gd name="connsiteY23" fmla="*/ 280446 h 762200"/>
                  <a:gd name="connsiteX24" fmla="*/ 270187 w 512281"/>
                  <a:gd name="connsiteY24" fmla="*/ 182003 h 762200"/>
                  <a:gd name="connsiteX25" fmla="*/ 187152 w 512281"/>
                  <a:gd name="connsiteY25" fmla="*/ 187343 h 762200"/>
                  <a:gd name="connsiteX26" fmla="*/ 8930 w 512281"/>
                  <a:gd name="connsiteY26" fmla="*/ 141575 h 762200"/>
                  <a:gd name="connsiteX27" fmla="*/ 44707 w 512281"/>
                  <a:gd name="connsiteY27" fmla="*/ 17122 h 762200"/>
                  <a:gd name="connsiteX28" fmla="*/ 109834 w 512281"/>
                  <a:gd name="connsiteY28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88970 w 512281"/>
                  <a:gd name="connsiteY14" fmla="*/ 438200 h 762200"/>
                  <a:gd name="connsiteX15" fmla="*/ 491557 w 512281"/>
                  <a:gd name="connsiteY15" fmla="*/ 762200 h 762200"/>
                  <a:gd name="connsiteX16" fmla="*/ 455557 w 512281"/>
                  <a:gd name="connsiteY16" fmla="*/ 762200 h 762200"/>
                  <a:gd name="connsiteX17" fmla="*/ 455557 w 512281"/>
                  <a:gd name="connsiteY17" fmla="*/ 438200 h 762200"/>
                  <a:gd name="connsiteX18" fmla="*/ 440408 w 512281"/>
                  <a:gd name="connsiteY18" fmla="*/ 196322 h 762200"/>
                  <a:gd name="connsiteX19" fmla="*/ 324332 w 512281"/>
                  <a:gd name="connsiteY19" fmla="*/ 169856 h 762200"/>
                  <a:gd name="connsiteX20" fmla="*/ 396365 w 512281"/>
                  <a:gd name="connsiteY20" fmla="*/ 229971 h 762200"/>
                  <a:gd name="connsiteX21" fmla="*/ 359909 w 512281"/>
                  <a:gd name="connsiteY21" fmla="*/ 331785 h 762200"/>
                  <a:gd name="connsiteX22" fmla="*/ 229186 w 512281"/>
                  <a:gd name="connsiteY22" fmla="*/ 280446 h 762200"/>
                  <a:gd name="connsiteX23" fmla="*/ 270187 w 512281"/>
                  <a:gd name="connsiteY23" fmla="*/ 182003 h 762200"/>
                  <a:gd name="connsiteX24" fmla="*/ 187152 w 512281"/>
                  <a:gd name="connsiteY24" fmla="*/ 187343 h 762200"/>
                  <a:gd name="connsiteX25" fmla="*/ 8930 w 512281"/>
                  <a:gd name="connsiteY25" fmla="*/ 141575 h 762200"/>
                  <a:gd name="connsiteX26" fmla="*/ 44707 w 512281"/>
                  <a:gd name="connsiteY26" fmla="*/ 17122 h 762200"/>
                  <a:gd name="connsiteX27" fmla="*/ 109834 w 512281"/>
                  <a:gd name="connsiteY27" fmla="*/ 1057 h 762200"/>
                  <a:gd name="connsiteX0" fmla="*/ 306783 w 512281"/>
                  <a:gd name="connsiteY0" fmla="*/ 189898 h 762200"/>
                  <a:gd name="connsiteX1" fmla="*/ 289876 w 512281"/>
                  <a:gd name="connsiteY1" fmla="*/ 190650 h 762200"/>
                  <a:gd name="connsiteX2" fmla="*/ 249189 w 512281"/>
                  <a:gd name="connsiteY2" fmla="*/ 273251 h 762200"/>
                  <a:gd name="connsiteX3" fmla="*/ 348883 w 512281"/>
                  <a:gd name="connsiteY3" fmla="*/ 306106 h 762200"/>
                  <a:gd name="connsiteX4" fmla="*/ 374622 w 512281"/>
                  <a:gd name="connsiteY4" fmla="*/ 237693 h 762200"/>
                  <a:gd name="connsiteX5" fmla="*/ 306783 w 512281"/>
                  <a:gd name="connsiteY5" fmla="*/ 189898 h 762200"/>
                  <a:gd name="connsiteX6" fmla="*/ 109834 w 512281"/>
                  <a:gd name="connsiteY6" fmla="*/ 1057 h 762200"/>
                  <a:gd name="connsiteX7" fmla="*/ 155443 w 512281"/>
                  <a:gd name="connsiteY7" fmla="*/ 28580 h 762200"/>
                  <a:gd name="connsiteX8" fmla="*/ 65696 w 512281"/>
                  <a:gd name="connsiteY8" fmla="*/ 21327 h 762200"/>
                  <a:gd name="connsiteX9" fmla="*/ 31398 w 512281"/>
                  <a:gd name="connsiteY9" fmla="*/ 135236 h 762200"/>
                  <a:gd name="connsiteX10" fmla="*/ 216992 w 512281"/>
                  <a:gd name="connsiteY10" fmla="*/ 159644 h 762200"/>
                  <a:gd name="connsiteX11" fmla="*/ 292380 w 512281"/>
                  <a:gd name="connsiteY11" fmla="*/ 160917 h 762200"/>
                  <a:gd name="connsiteX12" fmla="*/ 466993 w 512281"/>
                  <a:gd name="connsiteY12" fmla="*/ 171065 h 762200"/>
                  <a:gd name="connsiteX13" fmla="*/ 489617 w 512281"/>
                  <a:gd name="connsiteY13" fmla="*/ 435100 h 762200"/>
                  <a:gd name="connsiteX14" fmla="*/ 491557 w 512281"/>
                  <a:gd name="connsiteY14" fmla="*/ 762200 h 762200"/>
                  <a:gd name="connsiteX15" fmla="*/ 455557 w 512281"/>
                  <a:gd name="connsiteY15" fmla="*/ 762200 h 762200"/>
                  <a:gd name="connsiteX16" fmla="*/ 455557 w 512281"/>
                  <a:gd name="connsiteY16" fmla="*/ 438200 h 762200"/>
                  <a:gd name="connsiteX17" fmla="*/ 440408 w 512281"/>
                  <a:gd name="connsiteY17" fmla="*/ 196322 h 762200"/>
                  <a:gd name="connsiteX18" fmla="*/ 324332 w 512281"/>
                  <a:gd name="connsiteY18" fmla="*/ 169856 h 762200"/>
                  <a:gd name="connsiteX19" fmla="*/ 396365 w 512281"/>
                  <a:gd name="connsiteY19" fmla="*/ 229971 h 762200"/>
                  <a:gd name="connsiteX20" fmla="*/ 359909 w 512281"/>
                  <a:gd name="connsiteY20" fmla="*/ 331785 h 762200"/>
                  <a:gd name="connsiteX21" fmla="*/ 229186 w 512281"/>
                  <a:gd name="connsiteY21" fmla="*/ 280446 h 762200"/>
                  <a:gd name="connsiteX22" fmla="*/ 270187 w 512281"/>
                  <a:gd name="connsiteY22" fmla="*/ 182003 h 762200"/>
                  <a:gd name="connsiteX23" fmla="*/ 187152 w 512281"/>
                  <a:gd name="connsiteY23" fmla="*/ 187343 h 762200"/>
                  <a:gd name="connsiteX24" fmla="*/ 8930 w 512281"/>
                  <a:gd name="connsiteY24" fmla="*/ 141575 h 762200"/>
                  <a:gd name="connsiteX25" fmla="*/ 44707 w 512281"/>
                  <a:gd name="connsiteY25" fmla="*/ 17122 h 762200"/>
                  <a:gd name="connsiteX26" fmla="*/ 109834 w 512281"/>
                  <a:gd name="connsiteY26" fmla="*/ 1057 h 762200"/>
                  <a:gd name="connsiteX0" fmla="*/ 306783 w 493414"/>
                  <a:gd name="connsiteY0" fmla="*/ 189898 h 762200"/>
                  <a:gd name="connsiteX1" fmla="*/ 289876 w 493414"/>
                  <a:gd name="connsiteY1" fmla="*/ 190650 h 762200"/>
                  <a:gd name="connsiteX2" fmla="*/ 249189 w 493414"/>
                  <a:gd name="connsiteY2" fmla="*/ 273251 h 762200"/>
                  <a:gd name="connsiteX3" fmla="*/ 348883 w 493414"/>
                  <a:gd name="connsiteY3" fmla="*/ 306106 h 762200"/>
                  <a:gd name="connsiteX4" fmla="*/ 374622 w 493414"/>
                  <a:gd name="connsiteY4" fmla="*/ 237693 h 762200"/>
                  <a:gd name="connsiteX5" fmla="*/ 306783 w 493414"/>
                  <a:gd name="connsiteY5" fmla="*/ 189898 h 762200"/>
                  <a:gd name="connsiteX6" fmla="*/ 109834 w 493414"/>
                  <a:gd name="connsiteY6" fmla="*/ 1057 h 762200"/>
                  <a:gd name="connsiteX7" fmla="*/ 155443 w 493414"/>
                  <a:gd name="connsiteY7" fmla="*/ 28580 h 762200"/>
                  <a:gd name="connsiteX8" fmla="*/ 65696 w 493414"/>
                  <a:gd name="connsiteY8" fmla="*/ 21327 h 762200"/>
                  <a:gd name="connsiteX9" fmla="*/ 31398 w 493414"/>
                  <a:gd name="connsiteY9" fmla="*/ 135236 h 762200"/>
                  <a:gd name="connsiteX10" fmla="*/ 216992 w 493414"/>
                  <a:gd name="connsiteY10" fmla="*/ 159644 h 762200"/>
                  <a:gd name="connsiteX11" fmla="*/ 292380 w 493414"/>
                  <a:gd name="connsiteY11" fmla="*/ 160917 h 762200"/>
                  <a:gd name="connsiteX12" fmla="*/ 466993 w 493414"/>
                  <a:gd name="connsiteY12" fmla="*/ 171065 h 762200"/>
                  <a:gd name="connsiteX13" fmla="*/ 491557 w 493414"/>
                  <a:gd name="connsiteY13" fmla="*/ 762200 h 762200"/>
                  <a:gd name="connsiteX14" fmla="*/ 455557 w 493414"/>
                  <a:gd name="connsiteY14" fmla="*/ 762200 h 762200"/>
                  <a:gd name="connsiteX15" fmla="*/ 455557 w 493414"/>
                  <a:gd name="connsiteY15" fmla="*/ 438200 h 762200"/>
                  <a:gd name="connsiteX16" fmla="*/ 440408 w 493414"/>
                  <a:gd name="connsiteY16" fmla="*/ 196322 h 762200"/>
                  <a:gd name="connsiteX17" fmla="*/ 324332 w 493414"/>
                  <a:gd name="connsiteY17" fmla="*/ 169856 h 762200"/>
                  <a:gd name="connsiteX18" fmla="*/ 396365 w 493414"/>
                  <a:gd name="connsiteY18" fmla="*/ 229971 h 762200"/>
                  <a:gd name="connsiteX19" fmla="*/ 359909 w 493414"/>
                  <a:gd name="connsiteY19" fmla="*/ 331785 h 762200"/>
                  <a:gd name="connsiteX20" fmla="*/ 229186 w 493414"/>
                  <a:gd name="connsiteY20" fmla="*/ 280446 h 762200"/>
                  <a:gd name="connsiteX21" fmla="*/ 270187 w 493414"/>
                  <a:gd name="connsiteY21" fmla="*/ 182003 h 762200"/>
                  <a:gd name="connsiteX22" fmla="*/ 187152 w 493414"/>
                  <a:gd name="connsiteY22" fmla="*/ 187343 h 762200"/>
                  <a:gd name="connsiteX23" fmla="*/ 8930 w 493414"/>
                  <a:gd name="connsiteY23" fmla="*/ 141575 h 762200"/>
                  <a:gd name="connsiteX24" fmla="*/ 44707 w 493414"/>
                  <a:gd name="connsiteY24" fmla="*/ 17122 h 762200"/>
                  <a:gd name="connsiteX25" fmla="*/ 109834 w 493414"/>
                  <a:gd name="connsiteY25" fmla="*/ 1057 h 762200"/>
                  <a:gd name="connsiteX0" fmla="*/ 306783 w 509105"/>
                  <a:gd name="connsiteY0" fmla="*/ 189898 h 762200"/>
                  <a:gd name="connsiteX1" fmla="*/ 289876 w 509105"/>
                  <a:gd name="connsiteY1" fmla="*/ 190650 h 762200"/>
                  <a:gd name="connsiteX2" fmla="*/ 249189 w 509105"/>
                  <a:gd name="connsiteY2" fmla="*/ 273251 h 762200"/>
                  <a:gd name="connsiteX3" fmla="*/ 348883 w 509105"/>
                  <a:gd name="connsiteY3" fmla="*/ 306106 h 762200"/>
                  <a:gd name="connsiteX4" fmla="*/ 374622 w 509105"/>
                  <a:gd name="connsiteY4" fmla="*/ 237693 h 762200"/>
                  <a:gd name="connsiteX5" fmla="*/ 306783 w 509105"/>
                  <a:gd name="connsiteY5" fmla="*/ 189898 h 762200"/>
                  <a:gd name="connsiteX6" fmla="*/ 109834 w 509105"/>
                  <a:gd name="connsiteY6" fmla="*/ 1057 h 762200"/>
                  <a:gd name="connsiteX7" fmla="*/ 155443 w 509105"/>
                  <a:gd name="connsiteY7" fmla="*/ 28580 h 762200"/>
                  <a:gd name="connsiteX8" fmla="*/ 65696 w 509105"/>
                  <a:gd name="connsiteY8" fmla="*/ 21327 h 762200"/>
                  <a:gd name="connsiteX9" fmla="*/ 31398 w 509105"/>
                  <a:gd name="connsiteY9" fmla="*/ 135236 h 762200"/>
                  <a:gd name="connsiteX10" fmla="*/ 216992 w 509105"/>
                  <a:gd name="connsiteY10" fmla="*/ 159644 h 762200"/>
                  <a:gd name="connsiteX11" fmla="*/ 292380 w 509105"/>
                  <a:gd name="connsiteY11" fmla="*/ 160917 h 762200"/>
                  <a:gd name="connsiteX12" fmla="*/ 466993 w 509105"/>
                  <a:gd name="connsiteY12" fmla="*/ 171065 h 762200"/>
                  <a:gd name="connsiteX13" fmla="*/ 491557 w 509105"/>
                  <a:gd name="connsiteY13" fmla="*/ 762200 h 762200"/>
                  <a:gd name="connsiteX14" fmla="*/ 455557 w 509105"/>
                  <a:gd name="connsiteY14" fmla="*/ 762200 h 762200"/>
                  <a:gd name="connsiteX15" fmla="*/ 455557 w 509105"/>
                  <a:gd name="connsiteY15" fmla="*/ 438200 h 762200"/>
                  <a:gd name="connsiteX16" fmla="*/ 440408 w 509105"/>
                  <a:gd name="connsiteY16" fmla="*/ 196322 h 762200"/>
                  <a:gd name="connsiteX17" fmla="*/ 324332 w 509105"/>
                  <a:gd name="connsiteY17" fmla="*/ 169856 h 762200"/>
                  <a:gd name="connsiteX18" fmla="*/ 396365 w 509105"/>
                  <a:gd name="connsiteY18" fmla="*/ 229971 h 762200"/>
                  <a:gd name="connsiteX19" fmla="*/ 359909 w 509105"/>
                  <a:gd name="connsiteY19" fmla="*/ 331785 h 762200"/>
                  <a:gd name="connsiteX20" fmla="*/ 229186 w 509105"/>
                  <a:gd name="connsiteY20" fmla="*/ 280446 h 762200"/>
                  <a:gd name="connsiteX21" fmla="*/ 270187 w 509105"/>
                  <a:gd name="connsiteY21" fmla="*/ 182003 h 762200"/>
                  <a:gd name="connsiteX22" fmla="*/ 187152 w 509105"/>
                  <a:gd name="connsiteY22" fmla="*/ 187343 h 762200"/>
                  <a:gd name="connsiteX23" fmla="*/ 8930 w 509105"/>
                  <a:gd name="connsiteY23" fmla="*/ 141575 h 762200"/>
                  <a:gd name="connsiteX24" fmla="*/ 44707 w 509105"/>
                  <a:gd name="connsiteY24" fmla="*/ 17122 h 762200"/>
                  <a:gd name="connsiteX25" fmla="*/ 109834 w 509105"/>
                  <a:gd name="connsiteY25" fmla="*/ 1057 h 762200"/>
                  <a:gd name="connsiteX0" fmla="*/ 306783 w 505884"/>
                  <a:gd name="connsiteY0" fmla="*/ 189898 h 762200"/>
                  <a:gd name="connsiteX1" fmla="*/ 289876 w 505884"/>
                  <a:gd name="connsiteY1" fmla="*/ 190650 h 762200"/>
                  <a:gd name="connsiteX2" fmla="*/ 249189 w 505884"/>
                  <a:gd name="connsiteY2" fmla="*/ 273251 h 762200"/>
                  <a:gd name="connsiteX3" fmla="*/ 348883 w 505884"/>
                  <a:gd name="connsiteY3" fmla="*/ 306106 h 762200"/>
                  <a:gd name="connsiteX4" fmla="*/ 374622 w 505884"/>
                  <a:gd name="connsiteY4" fmla="*/ 237693 h 762200"/>
                  <a:gd name="connsiteX5" fmla="*/ 306783 w 505884"/>
                  <a:gd name="connsiteY5" fmla="*/ 189898 h 762200"/>
                  <a:gd name="connsiteX6" fmla="*/ 109834 w 505884"/>
                  <a:gd name="connsiteY6" fmla="*/ 1057 h 762200"/>
                  <a:gd name="connsiteX7" fmla="*/ 155443 w 505884"/>
                  <a:gd name="connsiteY7" fmla="*/ 28580 h 762200"/>
                  <a:gd name="connsiteX8" fmla="*/ 65696 w 505884"/>
                  <a:gd name="connsiteY8" fmla="*/ 21327 h 762200"/>
                  <a:gd name="connsiteX9" fmla="*/ 31398 w 505884"/>
                  <a:gd name="connsiteY9" fmla="*/ 135236 h 762200"/>
                  <a:gd name="connsiteX10" fmla="*/ 216992 w 505884"/>
                  <a:gd name="connsiteY10" fmla="*/ 159644 h 762200"/>
                  <a:gd name="connsiteX11" fmla="*/ 292380 w 505884"/>
                  <a:gd name="connsiteY11" fmla="*/ 160917 h 762200"/>
                  <a:gd name="connsiteX12" fmla="*/ 466993 w 505884"/>
                  <a:gd name="connsiteY12" fmla="*/ 171065 h 762200"/>
                  <a:gd name="connsiteX13" fmla="*/ 491557 w 505884"/>
                  <a:gd name="connsiteY13" fmla="*/ 762200 h 762200"/>
                  <a:gd name="connsiteX14" fmla="*/ 455557 w 505884"/>
                  <a:gd name="connsiteY14" fmla="*/ 762200 h 762200"/>
                  <a:gd name="connsiteX15" fmla="*/ 455557 w 505884"/>
                  <a:gd name="connsiteY15" fmla="*/ 438200 h 762200"/>
                  <a:gd name="connsiteX16" fmla="*/ 440408 w 505884"/>
                  <a:gd name="connsiteY16" fmla="*/ 196322 h 762200"/>
                  <a:gd name="connsiteX17" fmla="*/ 324332 w 505884"/>
                  <a:gd name="connsiteY17" fmla="*/ 169856 h 762200"/>
                  <a:gd name="connsiteX18" fmla="*/ 396365 w 505884"/>
                  <a:gd name="connsiteY18" fmla="*/ 229971 h 762200"/>
                  <a:gd name="connsiteX19" fmla="*/ 359909 w 505884"/>
                  <a:gd name="connsiteY19" fmla="*/ 331785 h 762200"/>
                  <a:gd name="connsiteX20" fmla="*/ 229186 w 505884"/>
                  <a:gd name="connsiteY20" fmla="*/ 280446 h 762200"/>
                  <a:gd name="connsiteX21" fmla="*/ 270187 w 505884"/>
                  <a:gd name="connsiteY21" fmla="*/ 182003 h 762200"/>
                  <a:gd name="connsiteX22" fmla="*/ 187152 w 505884"/>
                  <a:gd name="connsiteY22" fmla="*/ 187343 h 762200"/>
                  <a:gd name="connsiteX23" fmla="*/ 8930 w 505884"/>
                  <a:gd name="connsiteY23" fmla="*/ 141575 h 762200"/>
                  <a:gd name="connsiteX24" fmla="*/ 44707 w 505884"/>
                  <a:gd name="connsiteY24" fmla="*/ 17122 h 762200"/>
                  <a:gd name="connsiteX25" fmla="*/ 109834 w 505884"/>
                  <a:gd name="connsiteY25" fmla="*/ 1057 h 762200"/>
                  <a:gd name="connsiteX0" fmla="*/ 306783 w 505884"/>
                  <a:gd name="connsiteY0" fmla="*/ 189898 h 762200"/>
                  <a:gd name="connsiteX1" fmla="*/ 289876 w 505884"/>
                  <a:gd name="connsiteY1" fmla="*/ 190650 h 762200"/>
                  <a:gd name="connsiteX2" fmla="*/ 249189 w 505884"/>
                  <a:gd name="connsiteY2" fmla="*/ 273251 h 762200"/>
                  <a:gd name="connsiteX3" fmla="*/ 348883 w 505884"/>
                  <a:gd name="connsiteY3" fmla="*/ 306106 h 762200"/>
                  <a:gd name="connsiteX4" fmla="*/ 374622 w 505884"/>
                  <a:gd name="connsiteY4" fmla="*/ 237693 h 762200"/>
                  <a:gd name="connsiteX5" fmla="*/ 306783 w 505884"/>
                  <a:gd name="connsiteY5" fmla="*/ 189898 h 762200"/>
                  <a:gd name="connsiteX6" fmla="*/ 109834 w 505884"/>
                  <a:gd name="connsiteY6" fmla="*/ 1057 h 762200"/>
                  <a:gd name="connsiteX7" fmla="*/ 155443 w 505884"/>
                  <a:gd name="connsiteY7" fmla="*/ 28580 h 762200"/>
                  <a:gd name="connsiteX8" fmla="*/ 65696 w 505884"/>
                  <a:gd name="connsiteY8" fmla="*/ 21327 h 762200"/>
                  <a:gd name="connsiteX9" fmla="*/ 31398 w 505884"/>
                  <a:gd name="connsiteY9" fmla="*/ 135236 h 762200"/>
                  <a:gd name="connsiteX10" fmla="*/ 216992 w 505884"/>
                  <a:gd name="connsiteY10" fmla="*/ 159644 h 762200"/>
                  <a:gd name="connsiteX11" fmla="*/ 292380 w 505884"/>
                  <a:gd name="connsiteY11" fmla="*/ 160917 h 762200"/>
                  <a:gd name="connsiteX12" fmla="*/ 466993 w 505884"/>
                  <a:gd name="connsiteY12" fmla="*/ 171065 h 762200"/>
                  <a:gd name="connsiteX13" fmla="*/ 491557 w 505884"/>
                  <a:gd name="connsiteY13" fmla="*/ 762200 h 762200"/>
                  <a:gd name="connsiteX14" fmla="*/ 455557 w 505884"/>
                  <a:gd name="connsiteY14" fmla="*/ 762200 h 762200"/>
                  <a:gd name="connsiteX15" fmla="*/ 455557 w 505884"/>
                  <a:gd name="connsiteY15" fmla="*/ 438200 h 762200"/>
                  <a:gd name="connsiteX16" fmla="*/ 440408 w 505884"/>
                  <a:gd name="connsiteY16" fmla="*/ 196322 h 762200"/>
                  <a:gd name="connsiteX17" fmla="*/ 324332 w 505884"/>
                  <a:gd name="connsiteY17" fmla="*/ 169856 h 762200"/>
                  <a:gd name="connsiteX18" fmla="*/ 396365 w 505884"/>
                  <a:gd name="connsiteY18" fmla="*/ 229971 h 762200"/>
                  <a:gd name="connsiteX19" fmla="*/ 359909 w 505884"/>
                  <a:gd name="connsiteY19" fmla="*/ 331785 h 762200"/>
                  <a:gd name="connsiteX20" fmla="*/ 229186 w 505884"/>
                  <a:gd name="connsiteY20" fmla="*/ 280446 h 762200"/>
                  <a:gd name="connsiteX21" fmla="*/ 270187 w 505884"/>
                  <a:gd name="connsiteY21" fmla="*/ 182003 h 762200"/>
                  <a:gd name="connsiteX22" fmla="*/ 187152 w 505884"/>
                  <a:gd name="connsiteY22" fmla="*/ 187343 h 762200"/>
                  <a:gd name="connsiteX23" fmla="*/ 8930 w 505884"/>
                  <a:gd name="connsiteY23" fmla="*/ 141575 h 762200"/>
                  <a:gd name="connsiteX24" fmla="*/ 44707 w 505884"/>
                  <a:gd name="connsiteY24" fmla="*/ 17122 h 762200"/>
                  <a:gd name="connsiteX25" fmla="*/ 109834 w 505884"/>
                  <a:gd name="connsiteY25" fmla="*/ 1057 h 762200"/>
                  <a:gd name="connsiteX0" fmla="*/ 306783 w 504733"/>
                  <a:gd name="connsiteY0" fmla="*/ 189898 h 762200"/>
                  <a:gd name="connsiteX1" fmla="*/ 289876 w 504733"/>
                  <a:gd name="connsiteY1" fmla="*/ 190650 h 762200"/>
                  <a:gd name="connsiteX2" fmla="*/ 249189 w 504733"/>
                  <a:gd name="connsiteY2" fmla="*/ 273251 h 762200"/>
                  <a:gd name="connsiteX3" fmla="*/ 348883 w 504733"/>
                  <a:gd name="connsiteY3" fmla="*/ 306106 h 762200"/>
                  <a:gd name="connsiteX4" fmla="*/ 374622 w 504733"/>
                  <a:gd name="connsiteY4" fmla="*/ 237693 h 762200"/>
                  <a:gd name="connsiteX5" fmla="*/ 306783 w 504733"/>
                  <a:gd name="connsiteY5" fmla="*/ 189898 h 762200"/>
                  <a:gd name="connsiteX6" fmla="*/ 109834 w 504733"/>
                  <a:gd name="connsiteY6" fmla="*/ 1057 h 762200"/>
                  <a:gd name="connsiteX7" fmla="*/ 155443 w 504733"/>
                  <a:gd name="connsiteY7" fmla="*/ 28580 h 762200"/>
                  <a:gd name="connsiteX8" fmla="*/ 65696 w 504733"/>
                  <a:gd name="connsiteY8" fmla="*/ 21327 h 762200"/>
                  <a:gd name="connsiteX9" fmla="*/ 31398 w 504733"/>
                  <a:gd name="connsiteY9" fmla="*/ 135236 h 762200"/>
                  <a:gd name="connsiteX10" fmla="*/ 216992 w 504733"/>
                  <a:gd name="connsiteY10" fmla="*/ 159644 h 762200"/>
                  <a:gd name="connsiteX11" fmla="*/ 292380 w 504733"/>
                  <a:gd name="connsiteY11" fmla="*/ 160917 h 762200"/>
                  <a:gd name="connsiteX12" fmla="*/ 466993 w 504733"/>
                  <a:gd name="connsiteY12" fmla="*/ 171065 h 762200"/>
                  <a:gd name="connsiteX13" fmla="*/ 491557 w 504733"/>
                  <a:gd name="connsiteY13" fmla="*/ 762200 h 762200"/>
                  <a:gd name="connsiteX14" fmla="*/ 455557 w 504733"/>
                  <a:gd name="connsiteY14" fmla="*/ 762200 h 762200"/>
                  <a:gd name="connsiteX15" fmla="*/ 455557 w 504733"/>
                  <a:gd name="connsiteY15" fmla="*/ 438200 h 762200"/>
                  <a:gd name="connsiteX16" fmla="*/ 440408 w 504733"/>
                  <a:gd name="connsiteY16" fmla="*/ 196322 h 762200"/>
                  <a:gd name="connsiteX17" fmla="*/ 324332 w 504733"/>
                  <a:gd name="connsiteY17" fmla="*/ 169856 h 762200"/>
                  <a:gd name="connsiteX18" fmla="*/ 396365 w 504733"/>
                  <a:gd name="connsiteY18" fmla="*/ 229971 h 762200"/>
                  <a:gd name="connsiteX19" fmla="*/ 359909 w 504733"/>
                  <a:gd name="connsiteY19" fmla="*/ 331785 h 762200"/>
                  <a:gd name="connsiteX20" fmla="*/ 229186 w 504733"/>
                  <a:gd name="connsiteY20" fmla="*/ 280446 h 762200"/>
                  <a:gd name="connsiteX21" fmla="*/ 270187 w 504733"/>
                  <a:gd name="connsiteY21" fmla="*/ 182003 h 762200"/>
                  <a:gd name="connsiteX22" fmla="*/ 187152 w 504733"/>
                  <a:gd name="connsiteY22" fmla="*/ 187343 h 762200"/>
                  <a:gd name="connsiteX23" fmla="*/ 8930 w 504733"/>
                  <a:gd name="connsiteY23" fmla="*/ 141575 h 762200"/>
                  <a:gd name="connsiteX24" fmla="*/ 44707 w 504733"/>
                  <a:gd name="connsiteY24" fmla="*/ 17122 h 762200"/>
                  <a:gd name="connsiteX25" fmla="*/ 109834 w 504733"/>
                  <a:gd name="connsiteY25" fmla="*/ 1057 h 762200"/>
                  <a:gd name="connsiteX0" fmla="*/ 306783 w 495685"/>
                  <a:gd name="connsiteY0" fmla="*/ 189898 h 762200"/>
                  <a:gd name="connsiteX1" fmla="*/ 289876 w 495685"/>
                  <a:gd name="connsiteY1" fmla="*/ 190650 h 762200"/>
                  <a:gd name="connsiteX2" fmla="*/ 249189 w 495685"/>
                  <a:gd name="connsiteY2" fmla="*/ 273251 h 762200"/>
                  <a:gd name="connsiteX3" fmla="*/ 348883 w 495685"/>
                  <a:gd name="connsiteY3" fmla="*/ 306106 h 762200"/>
                  <a:gd name="connsiteX4" fmla="*/ 374622 w 495685"/>
                  <a:gd name="connsiteY4" fmla="*/ 237693 h 762200"/>
                  <a:gd name="connsiteX5" fmla="*/ 306783 w 495685"/>
                  <a:gd name="connsiteY5" fmla="*/ 189898 h 762200"/>
                  <a:gd name="connsiteX6" fmla="*/ 109834 w 495685"/>
                  <a:gd name="connsiteY6" fmla="*/ 1057 h 762200"/>
                  <a:gd name="connsiteX7" fmla="*/ 155443 w 495685"/>
                  <a:gd name="connsiteY7" fmla="*/ 28580 h 762200"/>
                  <a:gd name="connsiteX8" fmla="*/ 65696 w 495685"/>
                  <a:gd name="connsiteY8" fmla="*/ 21327 h 762200"/>
                  <a:gd name="connsiteX9" fmla="*/ 31398 w 495685"/>
                  <a:gd name="connsiteY9" fmla="*/ 135236 h 762200"/>
                  <a:gd name="connsiteX10" fmla="*/ 216992 w 495685"/>
                  <a:gd name="connsiteY10" fmla="*/ 159644 h 762200"/>
                  <a:gd name="connsiteX11" fmla="*/ 292380 w 495685"/>
                  <a:gd name="connsiteY11" fmla="*/ 160917 h 762200"/>
                  <a:gd name="connsiteX12" fmla="*/ 466993 w 495685"/>
                  <a:gd name="connsiteY12" fmla="*/ 171065 h 762200"/>
                  <a:gd name="connsiteX13" fmla="*/ 490589 w 495685"/>
                  <a:gd name="connsiteY13" fmla="*/ 441142 h 762200"/>
                  <a:gd name="connsiteX14" fmla="*/ 491557 w 495685"/>
                  <a:gd name="connsiteY14" fmla="*/ 762200 h 762200"/>
                  <a:gd name="connsiteX15" fmla="*/ 455557 w 495685"/>
                  <a:gd name="connsiteY15" fmla="*/ 762200 h 762200"/>
                  <a:gd name="connsiteX16" fmla="*/ 455557 w 495685"/>
                  <a:gd name="connsiteY16" fmla="*/ 438200 h 762200"/>
                  <a:gd name="connsiteX17" fmla="*/ 440408 w 495685"/>
                  <a:gd name="connsiteY17" fmla="*/ 196322 h 762200"/>
                  <a:gd name="connsiteX18" fmla="*/ 324332 w 495685"/>
                  <a:gd name="connsiteY18" fmla="*/ 169856 h 762200"/>
                  <a:gd name="connsiteX19" fmla="*/ 396365 w 495685"/>
                  <a:gd name="connsiteY19" fmla="*/ 229971 h 762200"/>
                  <a:gd name="connsiteX20" fmla="*/ 359909 w 495685"/>
                  <a:gd name="connsiteY20" fmla="*/ 331785 h 762200"/>
                  <a:gd name="connsiteX21" fmla="*/ 229186 w 495685"/>
                  <a:gd name="connsiteY21" fmla="*/ 280446 h 762200"/>
                  <a:gd name="connsiteX22" fmla="*/ 270187 w 495685"/>
                  <a:gd name="connsiteY22" fmla="*/ 182003 h 762200"/>
                  <a:gd name="connsiteX23" fmla="*/ 187152 w 495685"/>
                  <a:gd name="connsiteY23" fmla="*/ 187343 h 762200"/>
                  <a:gd name="connsiteX24" fmla="*/ 8930 w 495685"/>
                  <a:gd name="connsiteY24" fmla="*/ 141575 h 762200"/>
                  <a:gd name="connsiteX25" fmla="*/ 44707 w 495685"/>
                  <a:gd name="connsiteY25" fmla="*/ 17122 h 762200"/>
                  <a:gd name="connsiteX26" fmla="*/ 109834 w 495685"/>
                  <a:gd name="connsiteY26" fmla="*/ 1057 h 762200"/>
                  <a:gd name="connsiteX0" fmla="*/ 306783 w 495685"/>
                  <a:gd name="connsiteY0" fmla="*/ 189898 h 762200"/>
                  <a:gd name="connsiteX1" fmla="*/ 289876 w 495685"/>
                  <a:gd name="connsiteY1" fmla="*/ 190650 h 762200"/>
                  <a:gd name="connsiteX2" fmla="*/ 249189 w 495685"/>
                  <a:gd name="connsiteY2" fmla="*/ 273251 h 762200"/>
                  <a:gd name="connsiteX3" fmla="*/ 348883 w 495685"/>
                  <a:gd name="connsiteY3" fmla="*/ 306106 h 762200"/>
                  <a:gd name="connsiteX4" fmla="*/ 374622 w 495685"/>
                  <a:gd name="connsiteY4" fmla="*/ 237693 h 762200"/>
                  <a:gd name="connsiteX5" fmla="*/ 306783 w 495685"/>
                  <a:gd name="connsiteY5" fmla="*/ 189898 h 762200"/>
                  <a:gd name="connsiteX6" fmla="*/ 109834 w 495685"/>
                  <a:gd name="connsiteY6" fmla="*/ 1057 h 762200"/>
                  <a:gd name="connsiteX7" fmla="*/ 155443 w 495685"/>
                  <a:gd name="connsiteY7" fmla="*/ 28580 h 762200"/>
                  <a:gd name="connsiteX8" fmla="*/ 65696 w 495685"/>
                  <a:gd name="connsiteY8" fmla="*/ 21327 h 762200"/>
                  <a:gd name="connsiteX9" fmla="*/ 31398 w 495685"/>
                  <a:gd name="connsiteY9" fmla="*/ 135236 h 762200"/>
                  <a:gd name="connsiteX10" fmla="*/ 216992 w 495685"/>
                  <a:gd name="connsiteY10" fmla="*/ 159644 h 762200"/>
                  <a:gd name="connsiteX11" fmla="*/ 292380 w 495685"/>
                  <a:gd name="connsiteY11" fmla="*/ 160917 h 762200"/>
                  <a:gd name="connsiteX12" fmla="*/ 466993 w 495685"/>
                  <a:gd name="connsiteY12" fmla="*/ 171065 h 762200"/>
                  <a:gd name="connsiteX13" fmla="*/ 490589 w 495685"/>
                  <a:gd name="connsiteY13" fmla="*/ 441142 h 762200"/>
                  <a:gd name="connsiteX14" fmla="*/ 491557 w 495685"/>
                  <a:gd name="connsiteY14" fmla="*/ 762200 h 762200"/>
                  <a:gd name="connsiteX15" fmla="*/ 455557 w 495685"/>
                  <a:gd name="connsiteY15" fmla="*/ 762200 h 762200"/>
                  <a:gd name="connsiteX16" fmla="*/ 455557 w 495685"/>
                  <a:gd name="connsiteY16" fmla="*/ 438200 h 762200"/>
                  <a:gd name="connsiteX17" fmla="*/ 440408 w 495685"/>
                  <a:gd name="connsiteY17" fmla="*/ 196322 h 762200"/>
                  <a:gd name="connsiteX18" fmla="*/ 324332 w 495685"/>
                  <a:gd name="connsiteY18" fmla="*/ 169856 h 762200"/>
                  <a:gd name="connsiteX19" fmla="*/ 396365 w 495685"/>
                  <a:gd name="connsiteY19" fmla="*/ 229971 h 762200"/>
                  <a:gd name="connsiteX20" fmla="*/ 359909 w 495685"/>
                  <a:gd name="connsiteY20" fmla="*/ 331785 h 762200"/>
                  <a:gd name="connsiteX21" fmla="*/ 229186 w 495685"/>
                  <a:gd name="connsiteY21" fmla="*/ 280446 h 762200"/>
                  <a:gd name="connsiteX22" fmla="*/ 270187 w 495685"/>
                  <a:gd name="connsiteY22" fmla="*/ 182003 h 762200"/>
                  <a:gd name="connsiteX23" fmla="*/ 187152 w 495685"/>
                  <a:gd name="connsiteY23" fmla="*/ 187343 h 762200"/>
                  <a:gd name="connsiteX24" fmla="*/ 8930 w 495685"/>
                  <a:gd name="connsiteY24" fmla="*/ 141575 h 762200"/>
                  <a:gd name="connsiteX25" fmla="*/ 44707 w 495685"/>
                  <a:gd name="connsiteY25" fmla="*/ 17122 h 762200"/>
                  <a:gd name="connsiteX26" fmla="*/ 109834 w 495685"/>
                  <a:gd name="connsiteY26" fmla="*/ 1057 h 762200"/>
                  <a:gd name="connsiteX0" fmla="*/ 306783 w 506512"/>
                  <a:gd name="connsiteY0" fmla="*/ 189898 h 762200"/>
                  <a:gd name="connsiteX1" fmla="*/ 289876 w 506512"/>
                  <a:gd name="connsiteY1" fmla="*/ 190650 h 762200"/>
                  <a:gd name="connsiteX2" fmla="*/ 249189 w 506512"/>
                  <a:gd name="connsiteY2" fmla="*/ 273251 h 762200"/>
                  <a:gd name="connsiteX3" fmla="*/ 348883 w 506512"/>
                  <a:gd name="connsiteY3" fmla="*/ 306106 h 762200"/>
                  <a:gd name="connsiteX4" fmla="*/ 374622 w 506512"/>
                  <a:gd name="connsiteY4" fmla="*/ 237693 h 762200"/>
                  <a:gd name="connsiteX5" fmla="*/ 306783 w 506512"/>
                  <a:gd name="connsiteY5" fmla="*/ 189898 h 762200"/>
                  <a:gd name="connsiteX6" fmla="*/ 109834 w 506512"/>
                  <a:gd name="connsiteY6" fmla="*/ 1057 h 762200"/>
                  <a:gd name="connsiteX7" fmla="*/ 155443 w 506512"/>
                  <a:gd name="connsiteY7" fmla="*/ 28580 h 762200"/>
                  <a:gd name="connsiteX8" fmla="*/ 65696 w 506512"/>
                  <a:gd name="connsiteY8" fmla="*/ 21327 h 762200"/>
                  <a:gd name="connsiteX9" fmla="*/ 31398 w 506512"/>
                  <a:gd name="connsiteY9" fmla="*/ 135236 h 762200"/>
                  <a:gd name="connsiteX10" fmla="*/ 216992 w 506512"/>
                  <a:gd name="connsiteY10" fmla="*/ 159644 h 762200"/>
                  <a:gd name="connsiteX11" fmla="*/ 292380 w 506512"/>
                  <a:gd name="connsiteY11" fmla="*/ 160917 h 762200"/>
                  <a:gd name="connsiteX12" fmla="*/ 466993 w 506512"/>
                  <a:gd name="connsiteY12" fmla="*/ 171065 h 762200"/>
                  <a:gd name="connsiteX13" fmla="*/ 490589 w 506512"/>
                  <a:gd name="connsiteY13" fmla="*/ 441142 h 762200"/>
                  <a:gd name="connsiteX14" fmla="*/ 491557 w 506512"/>
                  <a:gd name="connsiteY14" fmla="*/ 762200 h 762200"/>
                  <a:gd name="connsiteX15" fmla="*/ 455557 w 506512"/>
                  <a:gd name="connsiteY15" fmla="*/ 762200 h 762200"/>
                  <a:gd name="connsiteX16" fmla="*/ 455557 w 506512"/>
                  <a:gd name="connsiteY16" fmla="*/ 438200 h 762200"/>
                  <a:gd name="connsiteX17" fmla="*/ 440408 w 506512"/>
                  <a:gd name="connsiteY17" fmla="*/ 196322 h 762200"/>
                  <a:gd name="connsiteX18" fmla="*/ 324332 w 506512"/>
                  <a:gd name="connsiteY18" fmla="*/ 169856 h 762200"/>
                  <a:gd name="connsiteX19" fmla="*/ 396365 w 506512"/>
                  <a:gd name="connsiteY19" fmla="*/ 229971 h 762200"/>
                  <a:gd name="connsiteX20" fmla="*/ 359909 w 506512"/>
                  <a:gd name="connsiteY20" fmla="*/ 331785 h 762200"/>
                  <a:gd name="connsiteX21" fmla="*/ 229186 w 506512"/>
                  <a:gd name="connsiteY21" fmla="*/ 280446 h 762200"/>
                  <a:gd name="connsiteX22" fmla="*/ 270187 w 506512"/>
                  <a:gd name="connsiteY22" fmla="*/ 182003 h 762200"/>
                  <a:gd name="connsiteX23" fmla="*/ 187152 w 506512"/>
                  <a:gd name="connsiteY23" fmla="*/ 187343 h 762200"/>
                  <a:gd name="connsiteX24" fmla="*/ 8930 w 506512"/>
                  <a:gd name="connsiteY24" fmla="*/ 141575 h 762200"/>
                  <a:gd name="connsiteX25" fmla="*/ 44707 w 506512"/>
                  <a:gd name="connsiteY25" fmla="*/ 17122 h 762200"/>
                  <a:gd name="connsiteX26" fmla="*/ 109834 w 506512"/>
                  <a:gd name="connsiteY26" fmla="*/ 1057 h 762200"/>
                  <a:gd name="connsiteX0" fmla="*/ 306783 w 506512"/>
                  <a:gd name="connsiteY0" fmla="*/ 189898 h 762200"/>
                  <a:gd name="connsiteX1" fmla="*/ 289876 w 506512"/>
                  <a:gd name="connsiteY1" fmla="*/ 190650 h 762200"/>
                  <a:gd name="connsiteX2" fmla="*/ 249189 w 506512"/>
                  <a:gd name="connsiteY2" fmla="*/ 273251 h 762200"/>
                  <a:gd name="connsiteX3" fmla="*/ 348883 w 506512"/>
                  <a:gd name="connsiteY3" fmla="*/ 306106 h 762200"/>
                  <a:gd name="connsiteX4" fmla="*/ 374622 w 506512"/>
                  <a:gd name="connsiteY4" fmla="*/ 237693 h 762200"/>
                  <a:gd name="connsiteX5" fmla="*/ 306783 w 506512"/>
                  <a:gd name="connsiteY5" fmla="*/ 189898 h 762200"/>
                  <a:gd name="connsiteX6" fmla="*/ 109834 w 506512"/>
                  <a:gd name="connsiteY6" fmla="*/ 1057 h 762200"/>
                  <a:gd name="connsiteX7" fmla="*/ 155443 w 506512"/>
                  <a:gd name="connsiteY7" fmla="*/ 28580 h 762200"/>
                  <a:gd name="connsiteX8" fmla="*/ 65696 w 506512"/>
                  <a:gd name="connsiteY8" fmla="*/ 21327 h 762200"/>
                  <a:gd name="connsiteX9" fmla="*/ 31398 w 506512"/>
                  <a:gd name="connsiteY9" fmla="*/ 135236 h 762200"/>
                  <a:gd name="connsiteX10" fmla="*/ 216992 w 506512"/>
                  <a:gd name="connsiteY10" fmla="*/ 159644 h 762200"/>
                  <a:gd name="connsiteX11" fmla="*/ 292380 w 506512"/>
                  <a:gd name="connsiteY11" fmla="*/ 160917 h 762200"/>
                  <a:gd name="connsiteX12" fmla="*/ 466993 w 506512"/>
                  <a:gd name="connsiteY12" fmla="*/ 171065 h 762200"/>
                  <a:gd name="connsiteX13" fmla="*/ 490589 w 506512"/>
                  <a:gd name="connsiteY13" fmla="*/ 441142 h 762200"/>
                  <a:gd name="connsiteX14" fmla="*/ 491557 w 506512"/>
                  <a:gd name="connsiteY14" fmla="*/ 762200 h 762200"/>
                  <a:gd name="connsiteX15" fmla="*/ 455557 w 506512"/>
                  <a:gd name="connsiteY15" fmla="*/ 762200 h 762200"/>
                  <a:gd name="connsiteX16" fmla="*/ 455557 w 506512"/>
                  <a:gd name="connsiteY16" fmla="*/ 438200 h 762200"/>
                  <a:gd name="connsiteX17" fmla="*/ 440408 w 506512"/>
                  <a:gd name="connsiteY17" fmla="*/ 196322 h 762200"/>
                  <a:gd name="connsiteX18" fmla="*/ 324332 w 506512"/>
                  <a:gd name="connsiteY18" fmla="*/ 169856 h 762200"/>
                  <a:gd name="connsiteX19" fmla="*/ 396365 w 506512"/>
                  <a:gd name="connsiteY19" fmla="*/ 229971 h 762200"/>
                  <a:gd name="connsiteX20" fmla="*/ 359909 w 506512"/>
                  <a:gd name="connsiteY20" fmla="*/ 331785 h 762200"/>
                  <a:gd name="connsiteX21" fmla="*/ 229186 w 506512"/>
                  <a:gd name="connsiteY21" fmla="*/ 280446 h 762200"/>
                  <a:gd name="connsiteX22" fmla="*/ 270187 w 506512"/>
                  <a:gd name="connsiteY22" fmla="*/ 182003 h 762200"/>
                  <a:gd name="connsiteX23" fmla="*/ 187152 w 506512"/>
                  <a:gd name="connsiteY23" fmla="*/ 187343 h 762200"/>
                  <a:gd name="connsiteX24" fmla="*/ 8930 w 506512"/>
                  <a:gd name="connsiteY24" fmla="*/ 141575 h 762200"/>
                  <a:gd name="connsiteX25" fmla="*/ 44707 w 506512"/>
                  <a:gd name="connsiteY25" fmla="*/ 17122 h 762200"/>
                  <a:gd name="connsiteX26" fmla="*/ 109834 w 506512"/>
                  <a:gd name="connsiteY26" fmla="*/ 1057 h 76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06512" h="762200">
                    <a:moveTo>
                      <a:pt x="306783" y="189898"/>
                    </a:moveTo>
                    <a:cubicBezTo>
                      <a:pt x="299046" y="187591"/>
                      <a:pt x="292868" y="187452"/>
                      <a:pt x="289876" y="190650"/>
                    </a:cubicBezTo>
                    <a:cubicBezTo>
                      <a:pt x="259870" y="222573"/>
                      <a:pt x="246458" y="254531"/>
                      <a:pt x="249189" y="273251"/>
                    </a:cubicBezTo>
                    <a:cubicBezTo>
                      <a:pt x="268306" y="353974"/>
                      <a:pt x="331212" y="318750"/>
                      <a:pt x="348883" y="306106"/>
                    </a:cubicBezTo>
                    <a:cubicBezTo>
                      <a:pt x="367900" y="292499"/>
                      <a:pt x="387594" y="265697"/>
                      <a:pt x="374622" y="237693"/>
                    </a:cubicBezTo>
                    <a:cubicBezTo>
                      <a:pt x="367246" y="223261"/>
                      <a:pt x="329996" y="196820"/>
                      <a:pt x="306783" y="189898"/>
                    </a:cubicBezTo>
                    <a:close/>
                    <a:moveTo>
                      <a:pt x="109834" y="1057"/>
                    </a:moveTo>
                    <a:cubicBezTo>
                      <a:pt x="132102" y="4320"/>
                      <a:pt x="151116" y="14848"/>
                      <a:pt x="155443" y="28580"/>
                    </a:cubicBezTo>
                    <a:cubicBezTo>
                      <a:pt x="127881" y="12552"/>
                      <a:pt x="103688" y="-6340"/>
                      <a:pt x="65696" y="21327"/>
                    </a:cubicBezTo>
                    <a:cubicBezTo>
                      <a:pt x="31913" y="43481"/>
                      <a:pt x="9392" y="104810"/>
                      <a:pt x="31398" y="135236"/>
                    </a:cubicBezTo>
                    <a:cubicBezTo>
                      <a:pt x="48137" y="163563"/>
                      <a:pt x="89165" y="186693"/>
                      <a:pt x="216992" y="159644"/>
                    </a:cubicBezTo>
                    <a:cubicBezTo>
                      <a:pt x="244402" y="156841"/>
                      <a:pt x="266823" y="152234"/>
                      <a:pt x="292380" y="160917"/>
                    </a:cubicBezTo>
                    <a:cubicBezTo>
                      <a:pt x="334036" y="114529"/>
                      <a:pt x="426455" y="129314"/>
                      <a:pt x="466993" y="171065"/>
                    </a:cubicBezTo>
                    <a:cubicBezTo>
                      <a:pt x="533795" y="261312"/>
                      <a:pt x="497159" y="342620"/>
                      <a:pt x="490589" y="441142"/>
                    </a:cubicBezTo>
                    <a:cubicBezTo>
                      <a:pt x="494683" y="539664"/>
                      <a:pt x="488509" y="666924"/>
                      <a:pt x="491557" y="762200"/>
                    </a:cubicBezTo>
                    <a:lnTo>
                      <a:pt x="455557" y="762200"/>
                    </a:lnTo>
                    <a:lnTo>
                      <a:pt x="455557" y="438200"/>
                    </a:lnTo>
                    <a:cubicBezTo>
                      <a:pt x="455838" y="341579"/>
                      <a:pt x="501441" y="290277"/>
                      <a:pt x="440408" y="196322"/>
                    </a:cubicBezTo>
                    <a:cubicBezTo>
                      <a:pt x="419298" y="172379"/>
                      <a:pt x="352024" y="139359"/>
                      <a:pt x="324332" y="169856"/>
                    </a:cubicBezTo>
                    <a:cubicBezTo>
                      <a:pt x="346668" y="180852"/>
                      <a:pt x="383115" y="203759"/>
                      <a:pt x="396365" y="229971"/>
                    </a:cubicBezTo>
                    <a:cubicBezTo>
                      <a:pt x="412500" y="265777"/>
                      <a:pt x="395219" y="311428"/>
                      <a:pt x="359909" y="331785"/>
                    </a:cubicBezTo>
                    <a:cubicBezTo>
                      <a:pt x="328606" y="349120"/>
                      <a:pt x="251964" y="384120"/>
                      <a:pt x="229186" y="280446"/>
                    </a:cubicBezTo>
                    <a:cubicBezTo>
                      <a:pt x="226138" y="256553"/>
                      <a:pt x="231243" y="223444"/>
                      <a:pt x="270187" y="182003"/>
                    </a:cubicBezTo>
                    <a:cubicBezTo>
                      <a:pt x="243934" y="176605"/>
                      <a:pt x="224341" y="180637"/>
                      <a:pt x="187152" y="187343"/>
                    </a:cubicBezTo>
                    <a:cubicBezTo>
                      <a:pt x="144712" y="194996"/>
                      <a:pt x="41863" y="215332"/>
                      <a:pt x="8930" y="141575"/>
                    </a:cubicBezTo>
                    <a:cubicBezTo>
                      <a:pt x="-8317" y="104006"/>
                      <a:pt x="-2725" y="63265"/>
                      <a:pt x="44707" y="17122"/>
                    </a:cubicBezTo>
                    <a:cubicBezTo>
                      <a:pt x="62047" y="1795"/>
                      <a:pt x="87567" y="-2207"/>
                      <a:pt x="109834" y="10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77" name="Rectangle 21">
              <a:extLst>
                <a:ext uri="{FF2B5EF4-FFF2-40B4-BE49-F238E27FC236}">
                  <a16:creationId xmlns:a16="http://schemas.microsoft.com/office/drawing/2014/main" id="{B31FF0A3-E2EF-443C-B786-FB030CEE9B8F}"/>
                </a:ext>
              </a:extLst>
            </p:cNvPr>
            <p:cNvSpPr/>
            <p:nvPr/>
          </p:nvSpPr>
          <p:spPr>
            <a:xfrm rot="3027132">
              <a:off x="11723256" y="3838013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Rectangle 21">
              <a:extLst>
                <a:ext uri="{FF2B5EF4-FFF2-40B4-BE49-F238E27FC236}">
                  <a16:creationId xmlns:a16="http://schemas.microsoft.com/office/drawing/2014/main" id="{D500FD30-1F28-4EEA-BA73-6813366A9265}"/>
                </a:ext>
              </a:extLst>
            </p:cNvPr>
            <p:cNvSpPr/>
            <p:nvPr/>
          </p:nvSpPr>
          <p:spPr>
            <a:xfrm rot="19333603">
              <a:off x="11126204" y="4936273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Rectangle 21">
              <a:extLst>
                <a:ext uri="{FF2B5EF4-FFF2-40B4-BE49-F238E27FC236}">
                  <a16:creationId xmlns:a16="http://schemas.microsoft.com/office/drawing/2014/main" id="{771E931E-999C-4572-AB03-168CCB254EAC}"/>
                </a:ext>
              </a:extLst>
            </p:cNvPr>
            <p:cNvSpPr/>
            <p:nvPr/>
          </p:nvSpPr>
          <p:spPr>
            <a:xfrm rot="18900000">
              <a:off x="12333202" y="3884431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Rectangle 21">
              <a:extLst>
                <a:ext uri="{FF2B5EF4-FFF2-40B4-BE49-F238E27FC236}">
                  <a16:creationId xmlns:a16="http://schemas.microsoft.com/office/drawing/2014/main" id="{6B106DE7-1276-4776-AE08-AD9ED19230C9}"/>
                </a:ext>
              </a:extLst>
            </p:cNvPr>
            <p:cNvSpPr/>
            <p:nvPr/>
          </p:nvSpPr>
          <p:spPr>
            <a:xfrm rot="381144">
              <a:off x="12109285" y="4900252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Rectangle 21">
              <a:extLst>
                <a:ext uri="{FF2B5EF4-FFF2-40B4-BE49-F238E27FC236}">
                  <a16:creationId xmlns:a16="http://schemas.microsoft.com/office/drawing/2014/main" id="{D26B23C2-F3FE-4C87-BCB0-F2BBA841F43A}"/>
                </a:ext>
              </a:extLst>
            </p:cNvPr>
            <p:cNvSpPr/>
            <p:nvPr/>
          </p:nvSpPr>
          <p:spPr>
            <a:xfrm rot="900000">
              <a:off x="12249811" y="4517583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Rectangle 21">
              <a:extLst>
                <a:ext uri="{FF2B5EF4-FFF2-40B4-BE49-F238E27FC236}">
                  <a16:creationId xmlns:a16="http://schemas.microsoft.com/office/drawing/2014/main" id="{3EFFC9E5-A658-4F28-BD40-581CEB7F0758}"/>
                </a:ext>
              </a:extLst>
            </p:cNvPr>
            <p:cNvSpPr/>
            <p:nvPr/>
          </p:nvSpPr>
          <p:spPr>
            <a:xfrm rot="1059299">
              <a:off x="11365205" y="4290636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63CA9204-A7FE-4348-B6EA-62F538002E17}"/>
              </a:ext>
            </a:extLst>
          </p:cNvPr>
          <p:cNvSpPr txBox="1"/>
          <p:nvPr/>
        </p:nvSpPr>
        <p:spPr>
          <a:xfrm>
            <a:off x="7845403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02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1" name="Group 26">
            <a:extLst>
              <a:ext uri="{FF2B5EF4-FFF2-40B4-BE49-F238E27FC236}">
                <a16:creationId xmlns:a16="http://schemas.microsoft.com/office/drawing/2014/main" id="{6F355F55-66DC-4486-AA1F-301F785AA930}"/>
              </a:ext>
            </a:extLst>
          </p:cNvPr>
          <p:cNvGrpSpPr/>
          <p:nvPr/>
        </p:nvGrpSpPr>
        <p:grpSpPr>
          <a:xfrm>
            <a:off x="7625048" y="3427221"/>
            <a:ext cx="1401048" cy="1107996"/>
            <a:chOff x="2551705" y="4283314"/>
            <a:chExt cx="2357003" cy="1107996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518A342-404C-40D0-A82E-59766AED1F13}"/>
                </a:ext>
              </a:extLst>
            </p:cNvPr>
            <p:cNvSpPr txBox="1"/>
            <p:nvPr/>
          </p:nvSpPr>
          <p:spPr>
            <a:xfrm>
              <a:off x="2551707" y="4560313"/>
              <a:ext cx="23570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72D0330-6A60-40FD-B804-E363C3479DE8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EED36487-3BFD-43D9-BED3-714003225473}"/>
              </a:ext>
            </a:extLst>
          </p:cNvPr>
          <p:cNvSpPr txBox="1"/>
          <p:nvPr/>
        </p:nvSpPr>
        <p:spPr>
          <a:xfrm>
            <a:off x="9780418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01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5" name="Group 30">
            <a:extLst>
              <a:ext uri="{FF2B5EF4-FFF2-40B4-BE49-F238E27FC236}">
                <a16:creationId xmlns:a16="http://schemas.microsoft.com/office/drawing/2014/main" id="{7BE5B7AA-E279-49F3-A8CD-3797CCCC6528}"/>
              </a:ext>
            </a:extLst>
          </p:cNvPr>
          <p:cNvGrpSpPr/>
          <p:nvPr/>
        </p:nvGrpSpPr>
        <p:grpSpPr>
          <a:xfrm>
            <a:off x="9560063" y="3427221"/>
            <a:ext cx="1401048" cy="1107996"/>
            <a:chOff x="2551705" y="4283314"/>
            <a:chExt cx="2357003" cy="1107996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C7A95EE-C251-4669-8F51-08F695FB4820}"/>
                </a:ext>
              </a:extLst>
            </p:cNvPr>
            <p:cNvSpPr txBox="1"/>
            <p:nvPr/>
          </p:nvSpPr>
          <p:spPr>
            <a:xfrm>
              <a:off x="2551707" y="4560313"/>
              <a:ext cx="23570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F73F6BA-BAAD-4A76-A3BA-5DAA9E1BD500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74BF561A-50DA-4D26-B367-0DBAA0C0DDA8}"/>
              </a:ext>
            </a:extLst>
          </p:cNvPr>
          <p:cNvSpPr txBox="1"/>
          <p:nvPr/>
        </p:nvSpPr>
        <p:spPr>
          <a:xfrm>
            <a:off x="4016698" y="221334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04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9" name="Group 34">
            <a:extLst>
              <a:ext uri="{FF2B5EF4-FFF2-40B4-BE49-F238E27FC236}">
                <a16:creationId xmlns:a16="http://schemas.microsoft.com/office/drawing/2014/main" id="{C526001F-F090-4289-ABD1-41896FF51997}"/>
              </a:ext>
            </a:extLst>
          </p:cNvPr>
          <p:cNvGrpSpPr/>
          <p:nvPr/>
        </p:nvGrpSpPr>
        <p:grpSpPr>
          <a:xfrm>
            <a:off x="3796343" y="3427221"/>
            <a:ext cx="1401048" cy="1107996"/>
            <a:chOff x="2551705" y="4283314"/>
            <a:chExt cx="2357003" cy="1107996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915579C-8B56-4FD7-97B8-27CDCFB65769}"/>
                </a:ext>
              </a:extLst>
            </p:cNvPr>
            <p:cNvSpPr txBox="1"/>
            <p:nvPr/>
          </p:nvSpPr>
          <p:spPr>
            <a:xfrm>
              <a:off x="2551707" y="4560313"/>
              <a:ext cx="23570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9760290-F012-40BD-BD05-0BC88EB28770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6FB86308-371D-46FF-A211-A31B615123AD}"/>
              </a:ext>
            </a:extLst>
          </p:cNvPr>
          <p:cNvSpPr txBox="1"/>
          <p:nvPr/>
        </p:nvSpPr>
        <p:spPr>
          <a:xfrm>
            <a:off x="5931051" y="482648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03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3" name="Group 38">
            <a:extLst>
              <a:ext uri="{FF2B5EF4-FFF2-40B4-BE49-F238E27FC236}">
                <a16:creationId xmlns:a16="http://schemas.microsoft.com/office/drawing/2014/main" id="{80980CC9-104B-4D43-B8DB-EBFA04A519DA}"/>
              </a:ext>
            </a:extLst>
          </p:cNvPr>
          <p:cNvGrpSpPr/>
          <p:nvPr/>
        </p:nvGrpSpPr>
        <p:grpSpPr>
          <a:xfrm>
            <a:off x="5710696" y="3427221"/>
            <a:ext cx="1401048" cy="1107996"/>
            <a:chOff x="2551705" y="4283314"/>
            <a:chExt cx="2357003" cy="1107996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296CB40-5F27-417C-A982-EC8C6B7CD4E8}"/>
                </a:ext>
              </a:extLst>
            </p:cNvPr>
            <p:cNvSpPr txBox="1"/>
            <p:nvPr/>
          </p:nvSpPr>
          <p:spPr>
            <a:xfrm>
              <a:off x="2551707" y="4560313"/>
              <a:ext cx="23570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9D427B0-19A4-4A34-B2F0-66F7389D9EBC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860405F1-C668-4AA5-85F6-3FE7A717B9BF}"/>
              </a:ext>
            </a:extLst>
          </p:cNvPr>
          <p:cNvSpPr txBox="1"/>
          <p:nvPr/>
        </p:nvSpPr>
        <p:spPr>
          <a:xfrm>
            <a:off x="2102345" y="4826487"/>
            <a:ext cx="960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n w="12700">
                  <a:solidFill>
                    <a:schemeClr val="bg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05</a:t>
            </a:r>
            <a:endParaRPr lang="ko-KR" altLang="en-US" sz="4400" b="1" dirty="0">
              <a:ln w="12700">
                <a:solidFill>
                  <a:schemeClr val="bg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7" name="Group 42">
            <a:extLst>
              <a:ext uri="{FF2B5EF4-FFF2-40B4-BE49-F238E27FC236}">
                <a16:creationId xmlns:a16="http://schemas.microsoft.com/office/drawing/2014/main" id="{6143BEB6-C966-40B4-A543-17DF4F0838B4}"/>
              </a:ext>
            </a:extLst>
          </p:cNvPr>
          <p:cNvGrpSpPr/>
          <p:nvPr/>
        </p:nvGrpSpPr>
        <p:grpSpPr>
          <a:xfrm>
            <a:off x="1881990" y="3427221"/>
            <a:ext cx="1401048" cy="1107996"/>
            <a:chOff x="2551705" y="4283314"/>
            <a:chExt cx="2357003" cy="1107996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E8EAD11-8A81-4D3A-BBB2-59FE47A19D93}"/>
                </a:ext>
              </a:extLst>
            </p:cNvPr>
            <p:cNvSpPr txBox="1"/>
            <p:nvPr/>
          </p:nvSpPr>
          <p:spPr>
            <a:xfrm>
              <a:off x="2551707" y="4560313"/>
              <a:ext cx="23570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E19D9C0-8099-4681-A358-C4DECB5F9E06}"/>
                </a:ext>
              </a:extLst>
            </p:cNvPr>
            <p:cNvSpPr txBox="1"/>
            <p:nvPr/>
          </p:nvSpPr>
          <p:spPr>
            <a:xfrm>
              <a:off x="2551705" y="4283314"/>
              <a:ext cx="23369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B0318E29-CEB6-4C18-934B-1EEE4FFBF472}"/>
              </a:ext>
            </a:extLst>
          </p:cNvPr>
          <p:cNvGrpSpPr/>
          <p:nvPr/>
        </p:nvGrpSpPr>
        <p:grpSpPr>
          <a:xfrm rot="10800000">
            <a:off x="1575617" y="3352264"/>
            <a:ext cx="2013796" cy="2658860"/>
            <a:chOff x="1461188" y="2203612"/>
            <a:chExt cx="2149652" cy="2838234"/>
          </a:xfrm>
          <a:solidFill>
            <a:schemeClr val="accent4"/>
          </a:solidFill>
        </p:grpSpPr>
        <p:sp>
          <p:nvSpPr>
            <p:cNvPr id="121" name="막힌 원호 120">
              <a:extLst>
                <a:ext uri="{FF2B5EF4-FFF2-40B4-BE49-F238E27FC236}">
                  <a16:creationId xmlns:a16="http://schemas.microsoft.com/office/drawing/2014/main" id="{F3616F0D-EB1F-4A36-AB5C-0D5C34EF591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BB25F07F-C37B-4219-A2BD-735F62E4B8A7}"/>
                </a:ext>
              </a:extLst>
            </p:cNvPr>
            <p:cNvSpPr/>
            <p:nvPr/>
          </p:nvSpPr>
          <p:spPr>
            <a:xfrm>
              <a:off x="1461188" y="3274130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9E6F0635-5EC3-4AAD-B83A-EB9A74D9F158}"/>
                </a:ext>
              </a:extLst>
            </p:cNvPr>
            <p:cNvSpPr/>
            <p:nvPr/>
          </p:nvSpPr>
          <p:spPr>
            <a:xfrm>
              <a:off x="3508975" y="3274127"/>
              <a:ext cx="101865" cy="1767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46B90266-E09F-48E5-A91A-020EE2261313}"/>
              </a:ext>
            </a:extLst>
          </p:cNvPr>
          <p:cNvGrpSpPr/>
          <p:nvPr/>
        </p:nvGrpSpPr>
        <p:grpSpPr>
          <a:xfrm>
            <a:off x="3496412" y="1812378"/>
            <a:ext cx="2013796" cy="2658853"/>
            <a:chOff x="1461188" y="2203612"/>
            <a:chExt cx="2149652" cy="2838233"/>
          </a:xfrm>
          <a:solidFill>
            <a:schemeClr val="accent3"/>
          </a:solidFill>
        </p:grpSpPr>
        <p:sp>
          <p:nvSpPr>
            <p:cNvPr id="125" name="막힌 원호 124">
              <a:extLst>
                <a:ext uri="{FF2B5EF4-FFF2-40B4-BE49-F238E27FC236}">
                  <a16:creationId xmlns:a16="http://schemas.microsoft.com/office/drawing/2014/main" id="{F9E31CF4-C1D9-480C-99DC-E22AB9D0099D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6708816C-C593-4808-80EC-938A74C00677}"/>
                </a:ext>
              </a:extLst>
            </p:cNvPr>
            <p:cNvSpPr/>
            <p:nvPr/>
          </p:nvSpPr>
          <p:spPr>
            <a:xfrm>
              <a:off x="1461188" y="3274122"/>
              <a:ext cx="101865" cy="17677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9C8983AA-50E0-470A-96A9-F0A91EA0E19E}"/>
                </a:ext>
              </a:extLst>
            </p:cNvPr>
            <p:cNvSpPr/>
            <p:nvPr/>
          </p:nvSpPr>
          <p:spPr>
            <a:xfrm>
              <a:off x="3508975" y="3274127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2968AAA4-E706-4A84-AE6D-A5123371EE2A}"/>
              </a:ext>
            </a:extLst>
          </p:cNvPr>
          <p:cNvGrpSpPr/>
          <p:nvPr/>
        </p:nvGrpSpPr>
        <p:grpSpPr>
          <a:xfrm rot="10800000">
            <a:off x="5410018" y="3352264"/>
            <a:ext cx="2013796" cy="2658859"/>
            <a:chOff x="1461188" y="2203612"/>
            <a:chExt cx="2149652" cy="2838233"/>
          </a:xfrm>
          <a:solidFill>
            <a:schemeClr val="accent2"/>
          </a:solidFill>
        </p:grpSpPr>
        <p:sp>
          <p:nvSpPr>
            <p:cNvPr id="129" name="막힌 원호 128">
              <a:extLst>
                <a:ext uri="{FF2B5EF4-FFF2-40B4-BE49-F238E27FC236}">
                  <a16:creationId xmlns:a16="http://schemas.microsoft.com/office/drawing/2014/main" id="{410BFA2E-8E0B-410F-A03F-2CA1227DBA3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1126EA57-0D05-4181-823C-90EB71E76F13}"/>
                </a:ext>
              </a:extLst>
            </p:cNvPr>
            <p:cNvSpPr/>
            <p:nvPr/>
          </p:nvSpPr>
          <p:spPr>
            <a:xfrm>
              <a:off x="1461188" y="3274130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B38544FF-A4C8-485A-9D26-41DBF5BE11A7}"/>
                </a:ext>
              </a:extLst>
            </p:cNvPr>
            <p:cNvSpPr/>
            <p:nvPr/>
          </p:nvSpPr>
          <p:spPr>
            <a:xfrm>
              <a:off x="3508975" y="3274127"/>
              <a:ext cx="101865" cy="176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1715B663-5FBC-423B-8729-3903A5149659}"/>
              </a:ext>
            </a:extLst>
          </p:cNvPr>
          <p:cNvGrpSpPr/>
          <p:nvPr/>
        </p:nvGrpSpPr>
        <p:grpSpPr>
          <a:xfrm>
            <a:off x="7318674" y="1812378"/>
            <a:ext cx="2013796" cy="2658859"/>
            <a:chOff x="1461188" y="2203612"/>
            <a:chExt cx="2149652" cy="2838233"/>
          </a:xfrm>
          <a:solidFill>
            <a:schemeClr val="accent1"/>
          </a:solidFill>
        </p:grpSpPr>
        <p:sp>
          <p:nvSpPr>
            <p:cNvPr id="133" name="막힌 원호 132">
              <a:extLst>
                <a:ext uri="{FF2B5EF4-FFF2-40B4-BE49-F238E27FC236}">
                  <a16:creationId xmlns:a16="http://schemas.microsoft.com/office/drawing/2014/main" id="{0F229ABB-B298-4DD1-8FB7-0336BA4662C6}"/>
                </a:ext>
              </a:extLst>
            </p:cNvPr>
            <p:cNvSpPr/>
            <p:nvPr/>
          </p:nvSpPr>
          <p:spPr>
            <a:xfrm>
              <a:off x="1461188" y="2203612"/>
              <a:ext cx="2149652" cy="2149652"/>
            </a:xfrm>
            <a:prstGeom prst="blockArc">
              <a:avLst>
                <a:gd name="adj1" fmla="val 10800000"/>
                <a:gd name="adj2" fmla="val 65562"/>
                <a:gd name="adj3" fmla="val 47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244B01A3-146F-4C64-BFF8-8E0156C93FD3}"/>
                </a:ext>
              </a:extLst>
            </p:cNvPr>
            <p:cNvSpPr/>
            <p:nvPr/>
          </p:nvSpPr>
          <p:spPr>
            <a:xfrm>
              <a:off x="1461188" y="3274127"/>
              <a:ext cx="101865" cy="17677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21869ED7-A1BE-449E-A12C-40A1E905C110}"/>
                </a:ext>
              </a:extLst>
            </p:cNvPr>
            <p:cNvSpPr/>
            <p:nvPr/>
          </p:nvSpPr>
          <p:spPr>
            <a:xfrm>
              <a:off x="3508975" y="3274127"/>
              <a:ext cx="101865" cy="4995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61D83EE7-0289-48AA-BEB8-A9BD7D7D6A64}"/>
              </a:ext>
            </a:extLst>
          </p:cNvPr>
          <p:cNvGrpSpPr/>
          <p:nvPr/>
        </p:nvGrpSpPr>
        <p:grpSpPr>
          <a:xfrm>
            <a:off x="1372943" y="3222994"/>
            <a:ext cx="378655" cy="337248"/>
            <a:chOff x="1249118" y="3971544"/>
            <a:chExt cx="404200" cy="360000"/>
          </a:xfrm>
          <a:solidFill>
            <a:schemeClr val="accent4"/>
          </a:solidFill>
        </p:grpSpPr>
        <p:sp>
          <p:nvSpPr>
            <p:cNvPr id="137" name="사각형: 둥근 모서리 136">
              <a:extLst>
                <a:ext uri="{FF2B5EF4-FFF2-40B4-BE49-F238E27FC236}">
                  <a16:creationId xmlns:a16="http://schemas.microsoft.com/office/drawing/2014/main" id="{D063E457-D4B2-49C0-B0D0-ABAA591C38E2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0135F6AB-02E2-484F-B93B-405156F9FD9F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DB837F69-CED5-4243-BED2-DF9395083DDD}"/>
              </a:ext>
            </a:extLst>
          </p:cNvPr>
          <p:cNvGrpSpPr/>
          <p:nvPr/>
        </p:nvGrpSpPr>
        <p:grpSpPr>
          <a:xfrm rot="10800000">
            <a:off x="3421276" y="4248549"/>
            <a:ext cx="378655" cy="337248"/>
            <a:chOff x="1249118" y="3971544"/>
            <a:chExt cx="404200" cy="360000"/>
          </a:xfrm>
          <a:solidFill>
            <a:schemeClr val="accent3"/>
          </a:solidFill>
        </p:grpSpPr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DAE1A349-932F-4CAF-81AE-E0F56C54DD8D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650FFCC9-53EA-4825-B2CE-4E7358CD64D1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FEFBE77-5DE8-4429-8716-6524543B9A55}"/>
              </a:ext>
            </a:extLst>
          </p:cNvPr>
          <p:cNvSpPr/>
          <p:nvPr/>
        </p:nvSpPr>
        <p:spPr>
          <a:xfrm>
            <a:off x="9237042" y="3333738"/>
            <a:ext cx="101865" cy="13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DA8B8895-F071-4DF6-A1E4-6E7BAFAC9C2B}"/>
              </a:ext>
            </a:extLst>
          </p:cNvPr>
          <p:cNvGrpSpPr/>
          <p:nvPr/>
        </p:nvGrpSpPr>
        <p:grpSpPr>
          <a:xfrm rot="10800000">
            <a:off x="7238911" y="4248548"/>
            <a:ext cx="378655" cy="337248"/>
            <a:chOff x="1249118" y="3971544"/>
            <a:chExt cx="404200" cy="360000"/>
          </a:xfrm>
        </p:grpSpPr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07D07547-84D0-4C68-9365-5D48FF0F6551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CFFDD2C2-FE62-48DD-9BCB-49DC8D4E0865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2D18FA2-9010-4EA1-A1EF-35A1DF2AAE9B}"/>
              </a:ext>
            </a:extLst>
          </p:cNvPr>
          <p:cNvGrpSpPr/>
          <p:nvPr/>
        </p:nvGrpSpPr>
        <p:grpSpPr>
          <a:xfrm>
            <a:off x="9033239" y="3222994"/>
            <a:ext cx="378655" cy="337248"/>
            <a:chOff x="1249118" y="3971544"/>
            <a:chExt cx="404200" cy="360000"/>
          </a:xfrm>
          <a:solidFill>
            <a:schemeClr val="accent6"/>
          </a:solidFill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D0C8E573-92E9-42A5-AE78-8DB7ACF94EE1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4BE5873D-FC13-4556-AEAA-DE6AC281B1AF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C848DEE7-B601-4AC2-B4B2-2CC74BF6A54D}"/>
              </a:ext>
            </a:extLst>
          </p:cNvPr>
          <p:cNvGrpSpPr/>
          <p:nvPr/>
        </p:nvGrpSpPr>
        <p:grpSpPr>
          <a:xfrm>
            <a:off x="5212799" y="3222994"/>
            <a:ext cx="378655" cy="337248"/>
            <a:chOff x="1249118" y="3971544"/>
            <a:chExt cx="404200" cy="360000"/>
          </a:xfrm>
          <a:solidFill>
            <a:schemeClr val="accent2"/>
          </a:solidFill>
        </p:grpSpPr>
        <p:sp>
          <p:nvSpPr>
            <p:cNvPr id="150" name="사각형: 둥근 모서리 149">
              <a:extLst>
                <a:ext uri="{FF2B5EF4-FFF2-40B4-BE49-F238E27FC236}">
                  <a16:creationId xmlns:a16="http://schemas.microsoft.com/office/drawing/2014/main" id="{4F018CBD-F773-4FEA-9EAA-79A0DCC8397C}"/>
                </a:ext>
              </a:extLst>
            </p:cNvPr>
            <p:cNvSpPr/>
            <p:nvPr/>
          </p:nvSpPr>
          <p:spPr>
            <a:xfrm rot="13500000">
              <a:off x="1378718" y="3958106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615BD2B4-AC2A-4D1A-8161-D3EF07846803}"/>
                </a:ext>
              </a:extLst>
            </p:cNvPr>
            <p:cNvSpPr/>
            <p:nvPr/>
          </p:nvSpPr>
          <p:spPr>
            <a:xfrm rot="8700000">
              <a:off x="1552518" y="3971544"/>
              <a:ext cx="100800" cy="36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32C91889-5E3D-4FE1-A880-4C3AF387E11E}"/>
              </a:ext>
            </a:extLst>
          </p:cNvPr>
          <p:cNvGrpSpPr/>
          <p:nvPr/>
        </p:nvGrpSpPr>
        <p:grpSpPr>
          <a:xfrm>
            <a:off x="9045244" y="4917977"/>
            <a:ext cx="452185" cy="452185"/>
            <a:chOff x="2460435" y="1380960"/>
            <a:chExt cx="914400" cy="914400"/>
          </a:xfrm>
          <a:solidFill>
            <a:schemeClr val="accent3"/>
          </a:solidFill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86F38463-60E9-42A3-8245-92E7C9FF3B94}"/>
                </a:ext>
              </a:extLst>
            </p:cNvPr>
            <p:cNvSpPr/>
            <p:nvPr/>
          </p:nvSpPr>
          <p:spPr>
            <a:xfrm>
              <a:off x="2460435" y="138096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63EE5A6F-A412-4C2A-84B0-9C9EAB1BC225}"/>
                </a:ext>
              </a:extLst>
            </p:cNvPr>
            <p:cNvSpPr/>
            <p:nvPr/>
          </p:nvSpPr>
          <p:spPr>
            <a:xfrm>
              <a:off x="2528509" y="1449034"/>
              <a:ext cx="778251" cy="778251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Block Arc 11">
              <a:extLst>
                <a:ext uri="{FF2B5EF4-FFF2-40B4-BE49-F238E27FC236}">
                  <a16:creationId xmlns:a16="http://schemas.microsoft.com/office/drawing/2014/main" id="{30A945E1-ACEA-4641-B087-4F5B365544C0}"/>
                </a:ext>
              </a:extLst>
            </p:cNvPr>
            <p:cNvSpPr/>
            <p:nvPr/>
          </p:nvSpPr>
          <p:spPr>
            <a:xfrm>
              <a:off x="2761961" y="1573266"/>
              <a:ext cx="311347" cy="506602"/>
            </a:xfrm>
            <a:custGeom>
              <a:avLst/>
              <a:gdLst/>
              <a:ahLst/>
              <a:cxnLst/>
              <a:rect l="l" t="t" r="r" b="b"/>
              <a:pathLst>
                <a:path w="3636337" h="7138182">
                  <a:moveTo>
                    <a:pt x="1563551" y="3029061"/>
                  </a:moveTo>
                  <a:lnTo>
                    <a:pt x="1563551" y="1171769"/>
                  </a:lnTo>
                  <a:cubicBezTo>
                    <a:pt x="1444523" y="1201084"/>
                    <a:pt x="1330799" y="1254073"/>
                    <a:pt x="1228219" y="1328453"/>
                  </a:cubicBezTo>
                  <a:cubicBezTo>
                    <a:pt x="927220" y="1546705"/>
                    <a:pt x="771440" y="1913395"/>
                    <a:pt x="823311" y="2281559"/>
                  </a:cubicBezTo>
                  <a:cubicBezTo>
                    <a:pt x="886035" y="2761950"/>
                    <a:pt x="1181988" y="2923981"/>
                    <a:pt x="1563551" y="3029061"/>
                  </a:cubicBezTo>
                  <a:close/>
                  <a:moveTo>
                    <a:pt x="2056123" y="5971053"/>
                  </a:moveTo>
                  <a:cubicBezTo>
                    <a:pt x="2180706" y="5941789"/>
                    <a:pt x="2300029" y="5887431"/>
                    <a:pt x="2407191" y="5809729"/>
                  </a:cubicBezTo>
                  <a:cubicBezTo>
                    <a:pt x="2708190" y="5591477"/>
                    <a:pt x="2863970" y="5224787"/>
                    <a:pt x="2812099" y="4856623"/>
                  </a:cubicBezTo>
                  <a:cubicBezTo>
                    <a:pt x="2712300" y="4365494"/>
                    <a:pt x="2419393" y="4148018"/>
                    <a:pt x="2056123" y="4007016"/>
                  </a:cubicBezTo>
                  <a:close/>
                  <a:moveTo>
                    <a:pt x="2056123" y="7138182"/>
                  </a:moveTo>
                  <a:lnTo>
                    <a:pt x="1563551" y="7138182"/>
                  </a:lnTo>
                  <a:lnTo>
                    <a:pt x="1563551" y="6796553"/>
                  </a:lnTo>
                  <a:cubicBezTo>
                    <a:pt x="1376287" y="6771102"/>
                    <a:pt x="1191751" y="6715291"/>
                    <a:pt x="1016794" y="6629471"/>
                  </a:cubicBezTo>
                  <a:cubicBezTo>
                    <a:pt x="412303" y="6332946"/>
                    <a:pt x="21102" y="5726704"/>
                    <a:pt x="0" y="5053734"/>
                  </a:cubicBezTo>
                  <a:lnTo>
                    <a:pt x="813973" y="5028205"/>
                  </a:lnTo>
                  <a:cubicBezTo>
                    <a:pt x="825624" y="5399818"/>
                    <a:pt x="1041643" y="5734588"/>
                    <a:pt x="1375441" y="5898325"/>
                  </a:cubicBezTo>
                  <a:cubicBezTo>
                    <a:pt x="1436179" y="5928119"/>
                    <a:pt x="1499008" y="5951362"/>
                    <a:pt x="1563551" y="5965918"/>
                  </a:cubicBezTo>
                  <a:lnTo>
                    <a:pt x="1563551" y="3847635"/>
                  </a:lnTo>
                  <a:cubicBezTo>
                    <a:pt x="920238" y="3662345"/>
                    <a:pt x="233045" y="3450393"/>
                    <a:pt x="16852" y="2382091"/>
                  </a:cubicBezTo>
                  <a:cubicBezTo>
                    <a:pt x="-73403" y="1719933"/>
                    <a:pt x="208577" y="1061859"/>
                    <a:pt x="750173" y="669157"/>
                  </a:cubicBezTo>
                  <a:cubicBezTo>
                    <a:pt x="994931" y="491686"/>
                    <a:pt x="1274723" y="381458"/>
                    <a:pt x="1563551" y="341319"/>
                  </a:cubicBezTo>
                  <a:lnTo>
                    <a:pt x="1563551" y="0"/>
                  </a:lnTo>
                  <a:lnTo>
                    <a:pt x="2056123" y="0"/>
                  </a:lnTo>
                  <a:lnTo>
                    <a:pt x="2056123" y="339268"/>
                  </a:lnTo>
                  <a:cubicBezTo>
                    <a:pt x="2248752" y="363969"/>
                    <a:pt x="2438747" y="420481"/>
                    <a:pt x="2618616" y="508711"/>
                  </a:cubicBezTo>
                  <a:cubicBezTo>
                    <a:pt x="3223107" y="805237"/>
                    <a:pt x="3614308" y="1411478"/>
                    <a:pt x="3635410" y="2084448"/>
                  </a:cubicBezTo>
                  <a:lnTo>
                    <a:pt x="2821437" y="2109978"/>
                  </a:lnTo>
                  <a:cubicBezTo>
                    <a:pt x="2809786" y="1738364"/>
                    <a:pt x="2593767" y="1403594"/>
                    <a:pt x="2259969" y="1239857"/>
                  </a:cubicBezTo>
                  <a:cubicBezTo>
                    <a:pt x="2194243" y="1207617"/>
                    <a:pt x="2126069" y="1183046"/>
                    <a:pt x="2056123" y="1168235"/>
                  </a:cubicBezTo>
                  <a:lnTo>
                    <a:pt x="2056123" y="3150890"/>
                  </a:lnTo>
                  <a:cubicBezTo>
                    <a:pt x="2675271" y="3303511"/>
                    <a:pt x="3347939" y="3564428"/>
                    <a:pt x="3618512" y="4743007"/>
                  </a:cubicBezTo>
                  <a:cubicBezTo>
                    <a:pt x="3712448" y="5409725"/>
                    <a:pt x="3430336" y="6073786"/>
                    <a:pt x="2885237" y="6469025"/>
                  </a:cubicBezTo>
                  <a:cubicBezTo>
                    <a:pt x="2636047" y="6649712"/>
                    <a:pt x="2350538" y="6760700"/>
                    <a:pt x="2056123" y="67987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9435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9C020A8-AECA-4263-B8E5-8365EFA5C6F7}"/>
              </a:ext>
            </a:extLst>
          </p:cNvPr>
          <p:cNvSpPr txBox="1">
            <a:spLocks/>
          </p:cNvSpPr>
          <p:nvPr/>
        </p:nvSpPr>
        <p:spPr>
          <a:xfrm>
            <a:off x="1123301" y="632344"/>
            <a:ext cx="4391674" cy="154836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altLang="ko-KR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40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Portfolio </a:t>
            </a:r>
            <a:r>
              <a:rPr lang="en-US" altLang="ko-K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E02620-1A43-4098-AF0D-75A0A900A14D}"/>
              </a:ext>
            </a:extLst>
          </p:cNvPr>
          <p:cNvSpPr txBox="1"/>
          <p:nvPr/>
        </p:nvSpPr>
        <p:spPr>
          <a:xfrm>
            <a:off x="6391275" y="5448103"/>
            <a:ext cx="5310751" cy="861774"/>
          </a:xfrm>
          <a:prstGeom prst="rect">
            <a:avLst/>
          </a:prstGeom>
          <a:noFill/>
        </p:spPr>
        <p:txBody>
          <a:bodyPr wrap="square" lIns="72000" tIns="0" rIns="36000" bIns="0" rtlCol="0">
            <a:spAutoFit/>
          </a:bodyPr>
          <a:lstStyle/>
          <a:p>
            <a:pPr algn="r"/>
            <a:r>
              <a:rPr lang="en-US" altLang="ko-KR" sz="2800" b="1" dirty="0">
                <a:cs typeface="Arial" pitchFamily="34" charset="0"/>
              </a:rPr>
              <a:t>We Create</a:t>
            </a:r>
          </a:p>
          <a:p>
            <a:pPr algn="r"/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Professi</a:t>
            </a:r>
            <a:r>
              <a:rPr lang="en-US" altLang="ko-KR" sz="2800" b="1" dirty="0">
                <a:cs typeface="Arial" pitchFamily="34" charset="0"/>
              </a:rPr>
              <a:t>onal Presentation</a:t>
            </a:r>
            <a:endParaRPr lang="ko-KR" altLang="en-US" sz="2800" b="1" dirty="0">
              <a:cs typeface="Arial" pitchFamily="34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46"/>
          </p:nvPr>
        </p:nvSpPr>
        <p:spPr/>
      </p:sp>
    </p:spTree>
    <p:extLst>
      <p:ext uri="{BB962C8B-B14F-4D97-AF65-F5344CB8AC3E}">
        <p14:creationId xmlns:p14="http://schemas.microsoft.com/office/powerpoint/2010/main" val="2934972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09EA4FD5-302C-4DB8-AE30-A5CA0D531A9B}"/>
              </a:ext>
            </a:extLst>
          </p:cNvPr>
          <p:cNvSpPr/>
          <p:nvPr/>
        </p:nvSpPr>
        <p:spPr>
          <a:xfrm>
            <a:off x="3525715" y="2197575"/>
            <a:ext cx="6881446" cy="3245198"/>
          </a:xfrm>
          <a:custGeom>
            <a:avLst/>
            <a:gdLst>
              <a:gd name="connsiteX0" fmla="*/ 1719943 w 5105400"/>
              <a:gd name="connsiteY0" fmla="*/ 3341914 h 3341914"/>
              <a:gd name="connsiteX1" fmla="*/ 0 w 5105400"/>
              <a:gd name="connsiteY1" fmla="*/ 1872343 h 3341914"/>
              <a:gd name="connsiteX2" fmla="*/ 1654629 w 5105400"/>
              <a:gd name="connsiteY2" fmla="*/ 0 h 3341914"/>
              <a:gd name="connsiteX3" fmla="*/ 3581400 w 5105400"/>
              <a:gd name="connsiteY3" fmla="*/ 1654628 h 3341914"/>
              <a:gd name="connsiteX4" fmla="*/ 5105400 w 5105400"/>
              <a:gd name="connsiteY4" fmla="*/ 152400 h 3341914"/>
              <a:gd name="connsiteX5" fmla="*/ 5105400 w 5105400"/>
              <a:gd name="connsiteY5" fmla="*/ 152400 h 3341914"/>
              <a:gd name="connsiteX0" fmla="*/ 1684774 w 5105400"/>
              <a:gd name="connsiteY0" fmla="*/ 3297952 h 3297952"/>
              <a:gd name="connsiteX1" fmla="*/ 0 w 5105400"/>
              <a:gd name="connsiteY1" fmla="*/ 1872343 h 3297952"/>
              <a:gd name="connsiteX2" fmla="*/ 1654629 w 5105400"/>
              <a:gd name="connsiteY2" fmla="*/ 0 h 3297952"/>
              <a:gd name="connsiteX3" fmla="*/ 3581400 w 5105400"/>
              <a:gd name="connsiteY3" fmla="*/ 1654628 h 3297952"/>
              <a:gd name="connsiteX4" fmla="*/ 5105400 w 5105400"/>
              <a:gd name="connsiteY4" fmla="*/ 152400 h 3297952"/>
              <a:gd name="connsiteX5" fmla="*/ 5105400 w 5105400"/>
              <a:gd name="connsiteY5" fmla="*/ 152400 h 3297952"/>
              <a:gd name="connsiteX0" fmla="*/ 2247481 w 5668107"/>
              <a:gd name="connsiteY0" fmla="*/ 3297952 h 3297952"/>
              <a:gd name="connsiteX1" fmla="*/ 0 w 5668107"/>
              <a:gd name="connsiteY1" fmla="*/ 1881135 h 3297952"/>
              <a:gd name="connsiteX2" fmla="*/ 2217336 w 5668107"/>
              <a:gd name="connsiteY2" fmla="*/ 0 h 3297952"/>
              <a:gd name="connsiteX3" fmla="*/ 4144107 w 5668107"/>
              <a:gd name="connsiteY3" fmla="*/ 1654628 h 3297952"/>
              <a:gd name="connsiteX4" fmla="*/ 5668107 w 5668107"/>
              <a:gd name="connsiteY4" fmla="*/ 152400 h 3297952"/>
              <a:gd name="connsiteX5" fmla="*/ 5668107 w 5668107"/>
              <a:gd name="connsiteY5" fmla="*/ 152400 h 3297952"/>
              <a:gd name="connsiteX0" fmla="*/ 2247481 w 5668107"/>
              <a:gd name="connsiteY0" fmla="*/ 3297952 h 3297952"/>
              <a:gd name="connsiteX1" fmla="*/ 0 w 5668107"/>
              <a:gd name="connsiteY1" fmla="*/ 1881135 h 3297952"/>
              <a:gd name="connsiteX2" fmla="*/ 2217336 w 5668107"/>
              <a:gd name="connsiteY2" fmla="*/ 0 h 3297952"/>
              <a:gd name="connsiteX3" fmla="*/ 4504591 w 5668107"/>
              <a:gd name="connsiteY3" fmla="*/ 1672213 h 3297952"/>
              <a:gd name="connsiteX4" fmla="*/ 5668107 w 5668107"/>
              <a:gd name="connsiteY4" fmla="*/ 152400 h 3297952"/>
              <a:gd name="connsiteX5" fmla="*/ 5668107 w 5668107"/>
              <a:gd name="connsiteY5" fmla="*/ 152400 h 3297952"/>
              <a:gd name="connsiteX0" fmla="*/ 2247481 w 5668107"/>
              <a:gd name="connsiteY0" fmla="*/ 3166067 h 3166067"/>
              <a:gd name="connsiteX1" fmla="*/ 0 w 5668107"/>
              <a:gd name="connsiteY1" fmla="*/ 1749250 h 3166067"/>
              <a:gd name="connsiteX2" fmla="*/ 2305259 w 5668107"/>
              <a:gd name="connsiteY2" fmla="*/ 0 h 3166067"/>
              <a:gd name="connsiteX3" fmla="*/ 4504591 w 5668107"/>
              <a:gd name="connsiteY3" fmla="*/ 1540328 h 3166067"/>
              <a:gd name="connsiteX4" fmla="*/ 5668107 w 5668107"/>
              <a:gd name="connsiteY4" fmla="*/ 20515 h 3166067"/>
              <a:gd name="connsiteX5" fmla="*/ 5668107 w 5668107"/>
              <a:gd name="connsiteY5" fmla="*/ 20515 h 3166067"/>
              <a:gd name="connsiteX0" fmla="*/ 2247481 w 6942991"/>
              <a:gd name="connsiteY0" fmla="*/ 3166067 h 3166067"/>
              <a:gd name="connsiteX1" fmla="*/ 0 w 6942991"/>
              <a:gd name="connsiteY1" fmla="*/ 1749250 h 3166067"/>
              <a:gd name="connsiteX2" fmla="*/ 2305259 w 6942991"/>
              <a:gd name="connsiteY2" fmla="*/ 0 h 3166067"/>
              <a:gd name="connsiteX3" fmla="*/ 4504591 w 6942991"/>
              <a:gd name="connsiteY3" fmla="*/ 1540328 h 3166067"/>
              <a:gd name="connsiteX4" fmla="*/ 5668107 w 6942991"/>
              <a:gd name="connsiteY4" fmla="*/ 20515 h 3166067"/>
              <a:gd name="connsiteX5" fmla="*/ 6942991 w 6942991"/>
              <a:gd name="connsiteY5" fmla="*/ 20515 h 3166067"/>
              <a:gd name="connsiteX0" fmla="*/ 2247481 w 5668107"/>
              <a:gd name="connsiteY0" fmla="*/ 3166067 h 3166067"/>
              <a:gd name="connsiteX1" fmla="*/ 0 w 5668107"/>
              <a:gd name="connsiteY1" fmla="*/ 1749250 h 3166067"/>
              <a:gd name="connsiteX2" fmla="*/ 2305259 w 5668107"/>
              <a:gd name="connsiteY2" fmla="*/ 0 h 3166067"/>
              <a:gd name="connsiteX3" fmla="*/ 4504591 w 5668107"/>
              <a:gd name="connsiteY3" fmla="*/ 1540328 h 3166067"/>
              <a:gd name="connsiteX4" fmla="*/ 5668107 w 5668107"/>
              <a:gd name="connsiteY4" fmla="*/ 20515 h 3166067"/>
              <a:gd name="connsiteX0" fmla="*/ 2247481 w 6855069"/>
              <a:gd name="connsiteY0" fmla="*/ 3166067 h 3166067"/>
              <a:gd name="connsiteX1" fmla="*/ 0 w 6855069"/>
              <a:gd name="connsiteY1" fmla="*/ 1749250 h 3166067"/>
              <a:gd name="connsiteX2" fmla="*/ 2305259 w 6855069"/>
              <a:gd name="connsiteY2" fmla="*/ 0 h 3166067"/>
              <a:gd name="connsiteX3" fmla="*/ 4504591 w 6855069"/>
              <a:gd name="connsiteY3" fmla="*/ 1540328 h 3166067"/>
              <a:gd name="connsiteX4" fmla="*/ 6855069 w 6855069"/>
              <a:gd name="connsiteY4" fmla="*/ 11723 h 3166067"/>
              <a:gd name="connsiteX0" fmla="*/ 2247481 w 6855069"/>
              <a:gd name="connsiteY0" fmla="*/ 3166067 h 3166067"/>
              <a:gd name="connsiteX1" fmla="*/ 0 w 6855069"/>
              <a:gd name="connsiteY1" fmla="*/ 1749250 h 3166067"/>
              <a:gd name="connsiteX2" fmla="*/ 2270089 w 6855069"/>
              <a:gd name="connsiteY2" fmla="*/ 0 h 3166067"/>
              <a:gd name="connsiteX3" fmla="*/ 4504591 w 6855069"/>
              <a:gd name="connsiteY3" fmla="*/ 1540328 h 3166067"/>
              <a:gd name="connsiteX4" fmla="*/ 6855069 w 6855069"/>
              <a:gd name="connsiteY4" fmla="*/ 11723 h 3166067"/>
              <a:gd name="connsiteX0" fmla="*/ 2247481 w 6855069"/>
              <a:gd name="connsiteY0" fmla="*/ 3166067 h 3166067"/>
              <a:gd name="connsiteX1" fmla="*/ 0 w 6855069"/>
              <a:gd name="connsiteY1" fmla="*/ 1749250 h 3166067"/>
              <a:gd name="connsiteX2" fmla="*/ 2270089 w 6855069"/>
              <a:gd name="connsiteY2" fmla="*/ 0 h 3166067"/>
              <a:gd name="connsiteX3" fmla="*/ 4557345 w 6855069"/>
              <a:gd name="connsiteY3" fmla="*/ 1637043 h 3166067"/>
              <a:gd name="connsiteX4" fmla="*/ 6855069 w 6855069"/>
              <a:gd name="connsiteY4" fmla="*/ 11723 h 3166067"/>
              <a:gd name="connsiteX0" fmla="*/ 2282650 w 6855069"/>
              <a:gd name="connsiteY0" fmla="*/ 3245198 h 3245198"/>
              <a:gd name="connsiteX1" fmla="*/ 0 w 6855069"/>
              <a:gd name="connsiteY1" fmla="*/ 1749250 h 3245198"/>
              <a:gd name="connsiteX2" fmla="*/ 2270089 w 6855069"/>
              <a:gd name="connsiteY2" fmla="*/ 0 h 3245198"/>
              <a:gd name="connsiteX3" fmla="*/ 4557345 w 6855069"/>
              <a:gd name="connsiteY3" fmla="*/ 1637043 h 3245198"/>
              <a:gd name="connsiteX4" fmla="*/ 6855069 w 6855069"/>
              <a:gd name="connsiteY4" fmla="*/ 11723 h 3245198"/>
              <a:gd name="connsiteX0" fmla="*/ 2309027 w 6881446"/>
              <a:gd name="connsiteY0" fmla="*/ 3245198 h 3245198"/>
              <a:gd name="connsiteX1" fmla="*/ 0 w 6881446"/>
              <a:gd name="connsiteY1" fmla="*/ 1617366 h 3245198"/>
              <a:gd name="connsiteX2" fmla="*/ 2296466 w 6881446"/>
              <a:gd name="connsiteY2" fmla="*/ 0 h 3245198"/>
              <a:gd name="connsiteX3" fmla="*/ 4583722 w 6881446"/>
              <a:gd name="connsiteY3" fmla="*/ 1637043 h 3245198"/>
              <a:gd name="connsiteX4" fmla="*/ 6881446 w 6881446"/>
              <a:gd name="connsiteY4" fmla="*/ 11723 h 324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1446" h="3245198">
                <a:moveTo>
                  <a:pt x="2309027" y="3245198"/>
                </a:moveTo>
                <a:lnTo>
                  <a:pt x="0" y="1617366"/>
                </a:lnTo>
                <a:lnTo>
                  <a:pt x="2296466" y="0"/>
                </a:lnTo>
                <a:lnTo>
                  <a:pt x="4583722" y="1637043"/>
                </a:lnTo>
                <a:lnTo>
                  <a:pt x="6881446" y="11723"/>
                </a:lnTo>
              </a:path>
            </a:pathLst>
          </a:custGeom>
          <a:ln w="349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Oval 2">
            <a:extLst>
              <a:ext uri="{FF2B5EF4-FFF2-40B4-BE49-F238E27FC236}">
                <a16:creationId xmlns:a16="http://schemas.microsoft.com/office/drawing/2014/main" id="{63E3A747-6ED0-40C8-AD9B-5EA7B5387DC7}"/>
              </a:ext>
            </a:extLst>
          </p:cNvPr>
          <p:cNvSpPr/>
          <p:nvPr/>
        </p:nvSpPr>
        <p:spPr>
          <a:xfrm>
            <a:off x="5458170" y="1836684"/>
            <a:ext cx="720000" cy="72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Oval 75">
            <a:extLst>
              <a:ext uri="{FF2B5EF4-FFF2-40B4-BE49-F238E27FC236}">
                <a16:creationId xmlns:a16="http://schemas.microsoft.com/office/drawing/2014/main" id="{7A81F93D-C5C9-4815-B9E6-2098D41AB0C9}"/>
              </a:ext>
            </a:extLst>
          </p:cNvPr>
          <p:cNvSpPr/>
          <p:nvPr/>
        </p:nvSpPr>
        <p:spPr>
          <a:xfrm>
            <a:off x="3185581" y="3431838"/>
            <a:ext cx="720000" cy="72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6" name="Oval 76">
            <a:extLst>
              <a:ext uri="{FF2B5EF4-FFF2-40B4-BE49-F238E27FC236}">
                <a16:creationId xmlns:a16="http://schemas.microsoft.com/office/drawing/2014/main" id="{8C413621-9F4E-4F1F-B0EC-C47A57F455C3}"/>
              </a:ext>
            </a:extLst>
          </p:cNvPr>
          <p:cNvSpPr/>
          <p:nvPr/>
        </p:nvSpPr>
        <p:spPr>
          <a:xfrm>
            <a:off x="5458170" y="5009082"/>
            <a:ext cx="720000" cy="72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Oval 77">
            <a:extLst>
              <a:ext uri="{FF2B5EF4-FFF2-40B4-BE49-F238E27FC236}">
                <a16:creationId xmlns:a16="http://schemas.microsoft.com/office/drawing/2014/main" id="{3F441F15-79B1-47A5-869B-D533E5583699}"/>
              </a:ext>
            </a:extLst>
          </p:cNvPr>
          <p:cNvSpPr/>
          <p:nvPr/>
        </p:nvSpPr>
        <p:spPr>
          <a:xfrm>
            <a:off x="7730759" y="3431838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Oval 78">
            <a:extLst>
              <a:ext uri="{FF2B5EF4-FFF2-40B4-BE49-F238E27FC236}">
                <a16:creationId xmlns:a16="http://schemas.microsoft.com/office/drawing/2014/main" id="{506858BF-6617-43D4-84A7-741EEC23620F}"/>
              </a:ext>
            </a:extLst>
          </p:cNvPr>
          <p:cNvSpPr/>
          <p:nvPr/>
        </p:nvSpPr>
        <p:spPr>
          <a:xfrm>
            <a:off x="10003348" y="1760911"/>
            <a:ext cx="828000" cy="828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9" name="Oval 81">
            <a:extLst>
              <a:ext uri="{FF2B5EF4-FFF2-40B4-BE49-F238E27FC236}">
                <a16:creationId xmlns:a16="http://schemas.microsoft.com/office/drawing/2014/main" id="{A5B85FAB-7A25-4E67-91C6-83053E1B5952}"/>
              </a:ext>
            </a:extLst>
          </p:cNvPr>
          <p:cNvSpPr/>
          <p:nvPr/>
        </p:nvSpPr>
        <p:spPr>
          <a:xfrm>
            <a:off x="10140425" y="1897988"/>
            <a:ext cx="553846" cy="55384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40" name="Group 6">
            <a:extLst>
              <a:ext uri="{FF2B5EF4-FFF2-40B4-BE49-F238E27FC236}">
                <a16:creationId xmlns:a16="http://schemas.microsoft.com/office/drawing/2014/main" id="{0C16CD69-6C05-4AFF-9CB7-C82B3EF36D14}"/>
              </a:ext>
            </a:extLst>
          </p:cNvPr>
          <p:cNvGrpSpPr/>
          <p:nvPr/>
        </p:nvGrpSpPr>
        <p:grpSpPr>
          <a:xfrm>
            <a:off x="741706" y="3328400"/>
            <a:ext cx="2326640" cy="1157710"/>
            <a:chOff x="-243332" y="3137575"/>
            <a:chExt cx="2326640" cy="115771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5D82986-BBDB-4B9E-B41B-A5FBB4712D7E}"/>
                </a:ext>
              </a:extLst>
            </p:cNvPr>
            <p:cNvSpPr txBox="1"/>
            <p:nvPr/>
          </p:nvSpPr>
          <p:spPr>
            <a:xfrm>
              <a:off x="-243332" y="3163977"/>
              <a:ext cx="1960908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3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4E3E085-57DC-4898-9CF4-830BDC1B0AAF}"/>
                </a:ext>
              </a:extLst>
            </p:cNvPr>
            <p:cNvSpPr txBox="1"/>
            <p:nvPr/>
          </p:nvSpPr>
          <p:spPr>
            <a:xfrm>
              <a:off x="-237692" y="3464288"/>
              <a:ext cx="2321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Oval 49">
              <a:extLst>
                <a:ext uri="{FF2B5EF4-FFF2-40B4-BE49-F238E27FC236}">
                  <a16:creationId xmlns:a16="http://schemas.microsoft.com/office/drawing/2014/main" id="{0EFEB102-5BE5-49B6-ABDF-A01C36073751}"/>
                </a:ext>
              </a:extLst>
            </p:cNvPr>
            <p:cNvSpPr/>
            <p:nvPr/>
          </p:nvSpPr>
          <p:spPr>
            <a:xfrm>
              <a:off x="1723216" y="3137575"/>
              <a:ext cx="359589" cy="3600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E4A9FE8-C0EB-4919-A861-E479B5AFDC14}"/>
                </a:ext>
              </a:extLst>
            </p:cNvPr>
            <p:cNvSpPr txBox="1"/>
            <p:nvPr/>
          </p:nvSpPr>
          <p:spPr>
            <a:xfrm>
              <a:off x="1737207" y="3152454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2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45" name="Group 10">
            <a:extLst>
              <a:ext uri="{FF2B5EF4-FFF2-40B4-BE49-F238E27FC236}">
                <a16:creationId xmlns:a16="http://schemas.microsoft.com/office/drawing/2014/main" id="{AA1D54D8-78AA-4C05-A97B-ADE7F239BAB9}"/>
              </a:ext>
            </a:extLst>
          </p:cNvPr>
          <p:cNvGrpSpPr/>
          <p:nvPr/>
        </p:nvGrpSpPr>
        <p:grpSpPr>
          <a:xfrm>
            <a:off x="2795954" y="4932793"/>
            <a:ext cx="2358195" cy="1157710"/>
            <a:chOff x="1292171" y="4653887"/>
            <a:chExt cx="2358195" cy="115771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CAF81C2-DD77-4096-A056-C1AAEB21943F}"/>
                </a:ext>
              </a:extLst>
            </p:cNvPr>
            <p:cNvSpPr txBox="1"/>
            <p:nvPr/>
          </p:nvSpPr>
          <p:spPr>
            <a:xfrm>
              <a:off x="1292171" y="4680289"/>
              <a:ext cx="1992464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4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2FC1A8A-E6C1-45B7-9B00-2A0674A2E2E6}"/>
                </a:ext>
              </a:extLst>
            </p:cNvPr>
            <p:cNvSpPr txBox="1"/>
            <p:nvPr/>
          </p:nvSpPr>
          <p:spPr>
            <a:xfrm>
              <a:off x="1292171" y="4980600"/>
              <a:ext cx="23581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Oval 54">
              <a:extLst>
                <a:ext uri="{FF2B5EF4-FFF2-40B4-BE49-F238E27FC236}">
                  <a16:creationId xmlns:a16="http://schemas.microsoft.com/office/drawing/2014/main" id="{96AA46F8-4BE6-46AE-BC16-8DEA7BDBBAC7}"/>
                </a:ext>
              </a:extLst>
            </p:cNvPr>
            <p:cNvSpPr/>
            <p:nvPr/>
          </p:nvSpPr>
          <p:spPr>
            <a:xfrm>
              <a:off x="3290275" y="4653887"/>
              <a:ext cx="359589" cy="36000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D01DD6-53DC-40AB-85D9-5C1D2503EF7F}"/>
                </a:ext>
              </a:extLst>
            </p:cNvPr>
            <p:cNvSpPr txBox="1"/>
            <p:nvPr/>
          </p:nvSpPr>
          <p:spPr>
            <a:xfrm>
              <a:off x="3302599" y="4671830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1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50" name="Group 11">
            <a:extLst>
              <a:ext uri="{FF2B5EF4-FFF2-40B4-BE49-F238E27FC236}">
                <a16:creationId xmlns:a16="http://schemas.microsoft.com/office/drawing/2014/main" id="{07D38D07-E177-40EC-8E6B-2DE1137EFC34}"/>
              </a:ext>
            </a:extLst>
          </p:cNvPr>
          <p:cNvGrpSpPr/>
          <p:nvPr/>
        </p:nvGrpSpPr>
        <p:grpSpPr>
          <a:xfrm>
            <a:off x="2904614" y="1575762"/>
            <a:ext cx="2249535" cy="1157710"/>
            <a:chOff x="1380613" y="1553975"/>
            <a:chExt cx="2249535" cy="115771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FB3A46D-0EA6-426F-ACF6-3F3DC63F25CD}"/>
                </a:ext>
              </a:extLst>
            </p:cNvPr>
            <p:cNvSpPr txBox="1"/>
            <p:nvPr/>
          </p:nvSpPr>
          <p:spPr>
            <a:xfrm>
              <a:off x="1380613" y="1580377"/>
              <a:ext cx="1883803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2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24124D9-E3AA-4CBB-9C95-A07B780AD40E}"/>
                </a:ext>
              </a:extLst>
            </p:cNvPr>
            <p:cNvSpPr txBox="1"/>
            <p:nvPr/>
          </p:nvSpPr>
          <p:spPr>
            <a:xfrm>
              <a:off x="1386253" y="1880688"/>
              <a:ext cx="22438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3" name="Oval 59">
              <a:extLst>
                <a:ext uri="{FF2B5EF4-FFF2-40B4-BE49-F238E27FC236}">
                  <a16:creationId xmlns:a16="http://schemas.microsoft.com/office/drawing/2014/main" id="{87BD004E-93F7-4644-BCE5-A4E42A6865EA}"/>
                </a:ext>
              </a:extLst>
            </p:cNvPr>
            <p:cNvSpPr/>
            <p:nvPr/>
          </p:nvSpPr>
          <p:spPr>
            <a:xfrm>
              <a:off x="3270057" y="1553975"/>
              <a:ext cx="359589" cy="3600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9A94347-2551-4E3B-89AC-23455B449308}"/>
                </a:ext>
              </a:extLst>
            </p:cNvPr>
            <p:cNvSpPr txBox="1"/>
            <p:nvPr/>
          </p:nvSpPr>
          <p:spPr>
            <a:xfrm>
              <a:off x="3282381" y="1580086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3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55" name="Group 12">
            <a:extLst>
              <a:ext uri="{FF2B5EF4-FFF2-40B4-BE49-F238E27FC236}">
                <a16:creationId xmlns:a16="http://schemas.microsoft.com/office/drawing/2014/main" id="{4011CA76-1272-4567-AFB2-37D7D7CF929A}"/>
              </a:ext>
            </a:extLst>
          </p:cNvPr>
          <p:cNvGrpSpPr/>
          <p:nvPr/>
        </p:nvGrpSpPr>
        <p:grpSpPr>
          <a:xfrm>
            <a:off x="4663021" y="3328400"/>
            <a:ext cx="2323632" cy="1157710"/>
            <a:chOff x="3139020" y="3202670"/>
            <a:chExt cx="2323632" cy="1157710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A742970-98AB-4EF7-846E-F88873CBAB89}"/>
                </a:ext>
              </a:extLst>
            </p:cNvPr>
            <p:cNvSpPr txBox="1"/>
            <p:nvPr/>
          </p:nvSpPr>
          <p:spPr>
            <a:xfrm>
              <a:off x="3139020" y="3229072"/>
              <a:ext cx="1957902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1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275D8E5-215E-4154-8BA5-EC734F4FBF46}"/>
                </a:ext>
              </a:extLst>
            </p:cNvPr>
            <p:cNvSpPr txBox="1"/>
            <p:nvPr/>
          </p:nvSpPr>
          <p:spPr>
            <a:xfrm>
              <a:off x="3139521" y="3529383"/>
              <a:ext cx="232313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8" name="Oval 65">
              <a:extLst>
                <a:ext uri="{FF2B5EF4-FFF2-40B4-BE49-F238E27FC236}">
                  <a16:creationId xmlns:a16="http://schemas.microsoft.com/office/drawing/2014/main" id="{3B2B7478-A86F-4D17-B7CE-F4A2EF15D004}"/>
                </a:ext>
              </a:extLst>
            </p:cNvPr>
            <p:cNvSpPr/>
            <p:nvPr/>
          </p:nvSpPr>
          <p:spPr>
            <a:xfrm>
              <a:off x="5102561" y="3202670"/>
              <a:ext cx="359589" cy="3600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93650AF-4B5E-416C-8B4A-84832176855E}"/>
                </a:ext>
              </a:extLst>
            </p:cNvPr>
            <p:cNvSpPr txBox="1"/>
            <p:nvPr/>
          </p:nvSpPr>
          <p:spPr>
            <a:xfrm>
              <a:off x="5114885" y="3228782"/>
              <a:ext cx="33494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4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60" name="Group 8">
            <a:extLst>
              <a:ext uri="{FF2B5EF4-FFF2-40B4-BE49-F238E27FC236}">
                <a16:creationId xmlns:a16="http://schemas.microsoft.com/office/drawing/2014/main" id="{599B2DDC-31EE-4F8E-86F7-913E3218F958}"/>
              </a:ext>
            </a:extLst>
          </p:cNvPr>
          <p:cNvGrpSpPr/>
          <p:nvPr/>
        </p:nvGrpSpPr>
        <p:grpSpPr>
          <a:xfrm>
            <a:off x="7490545" y="1583219"/>
            <a:ext cx="2253720" cy="1157710"/>
            <a:chOff x="5456569" y="1496337"/>
            <a:chExt cx="2253720" cy="115771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6FC2A02-B687-4F5A-A917-BC79799D89A2}"/>
                </a:ext>
              </a:extLst>
            </p:cNvPr>
            <p:cNvSpPr txBox="1"/>
            <p:nvPr/>
          </p:nvSpPr>
          <p:spPr>
            <a:xfrm>
              <a:off x="5456569" y="1522739"/>
              <a:ext cx="1887988" cy="30777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accent6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accent6"/>
                </a:solidFill>
                <a:cs typeface="Arial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25C1C49-8319-45C8-9C50-04D6F2AE4E72}"/>
                </a:ext>
              </a:extLst>
            </p:cNvPr>
            <p:cNvSpPr txBox="1"/>
            <p:nvPr/>
          </p:nvSpPr>
          <p:spPr>
            <a:xfrm>
              <a:off x="5457071" y="1823050"/>
              <a:ext cx="225321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3" name="Oval 70">
              <a:extLst>
                <a:ext uri="{FF2B5EF4-FFF2-40B4-BE49-F238E27FC236}">
                  <a16:creationId xmlns:a16="http://schemas.microsoft.com/office/drawing/2014/main" id="{63F4D26D-C882-48CA-B7C7-7F9E65EC1CA5}"/>
                </a:ext>
              </a:extLst>
            </p:cNvPr>
            <p:cNvSpPr/>
            <p:nvPr/>
          </p:nvSpPr>
          <p:spPr>
            <a:xfrm>
              <a:off x="7350197" y="1496337"/>
              <a:ext cx="359589" cy="36000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81E0ABD-C68F-4ECE-9D5A-D057E883D4F2}"/>
                </a:ext>
              </a:extLst>
            </p:cNvPr>
            <p:cNvSpPr txBox="1"/>
            <p:nvPr/>
          </p:nvSpPr>
          <p:spPr>
            <a:xfrm>
              <a:off x="7391709" y="1522234"/>
              <a:ext cx="27656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5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67" name="Rectangle 7">
            <a:extLst>
              <a:ext uri="{FF2B5EF4-FFF2-40B4-BE49-F238E27FC236}">
                <a16:creationId xmlns:a16="http://schemas.microsoft.com/office/drawing/2014/main" id="{127469BE-2B29-4A8D-8FC2-2FE039CF7B72}"/>
              </a:ext>
            </a:extLst>
          </p:cNvPr>
          <p:cNvSpPr/>
          <p:nvPr/>
        </p:nvSpPr>
        <p:spPr>
          <a:xfrm>
            <a:off x="3397319" y="3635356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8" name="Rounded Rectangle 10">
            <a:extLst>
              <a:ext uri="{FF2B5EF4-FFF2-40B4-BE49-F238E27FC236}">
                <a16:creationId xmlns:a16="http://schemas.microsoft.com/office/drawing/2014/main" id="{C28635BB-4DCF-4747-B4E0-64D4A0CF4445}"/>
              </a:ext>
            </a:extLst>
          </p:cNvPr>
          <p:cNvSpPr/>
          <p:nvPr/>
        </p:nvSpPr>
        <p:spPr>
          <a:xfrm>
            <a:off x="5721214" y="5199496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9" name="Rounded Rectangle 5">
            <a:extLst>
              <a:ext uri="{FF2B5EF4-FFF2-40B4-BE49-F238E27FC236}">
                <a16:creationId xmlns:a16="http://schemas.microsoft.com/office/drawing/2014/main" id="{298E1EBD-883C-4968-B2F6-590A8BE87B39}"/>
              </a:ext>
            </a:extLst>
          </p:cNvPr>
          <p:cNvSpPr/>
          <p:nvPr/>
        </p:nvSpPr>
        <p:spPr>
          <a:xfrm flipH="1">
            <a:off x="5613599" y="2029999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0" name="Round Same Side Corner Rectangle 11">
            <a:extLst>
              <a:ext uri="{FF2B5EF4-FFF2-40B4-BE49-F238E27FC236}">
                <a16:creationId xmlns:a16="http://schemas.microsoft.com/office/drawing/2014/main" id="{AB69FF37-1C92-4520-8371-7968E76A1ECC}"/>
              </a:ext>
            </a:extLst>
          </p:cNvPr>
          <p:cNvSpPr>
            <a:spLocks noChangeAspect="1"/>
          </p:cNvSpPr>
          <p:nvPr/>
        </p:nvSpPr>
        <p:spPr>
          <a:xfrm rot="9900000">
            <a:off x="7906175" y="3664186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1" name="Block Arc 10">
            <a:extLst>
              <a:ext uri="{FF2B5EF4-FFF2-40B4-BE49-F238E27FC236}">
                <a16:creationId xmlns:a16="http://schemas.microsoft.com/office/drawing/2014/main" id="{8DB78F04-62E5-41F8-A4E4-E1E090A8C1AF}"/>
              </a:ext>
            </a:extLst>
          </p:cNvPr>
          <p:cNvSpPr/>
          <p:nvPr/>
        </p:nvSpPr>
        <p:spPr>
          <a:xfrm>
            <a:off x="10225473" y="2037666"/>
            <a:ext cx="404890" cy="27425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84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5" name="Oval 3">
            <a:extLst>
              <a:ext uri="{FF2B5EF4-FFF2-40B4-BE49-F238E27FC236}">
                <a16:creationId xmlns:a16="http://schemas.microsoft.com/office/drawing/2014/main" id="{16C6950C-2EF4-4CC1-8CA0-C820E56AC7EF}"/>
              </a:ext>
            </a:extLst>
          </p:cNvPr>
          <p:cNvSpPr/>
          <p:nvPr/>
        </p:nvSpPr>
        <p:spPr>
          <a:xfrm>
            <a:off x="3396202" y="3723054"/>
            <a:ext cx="914400" cy="914400"/>
          </a:xfrm>
          <a:prstGeom prst="ellipse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Oval 4">
            <a:extLst>
              <a:ext uri="{FF2B5EF4-FFF2-40B4-BE49-F238E27FC236}">
                <a16:creationId xmlns:a16="http://schemas.microsoft.com/office/drawing/2014/main" id="{BF4CC9F9-CAAB-42CE-8574-BDCCC3067DE7}"/>
              </a:ext>
            </a:extLst>
          </p:cNvPr>
          <p:cNvSpPr/>
          <p:nvPr/>
        </p:nvSpPr>
        <p:spPr>
          <a:xfrm>
            <a:off x="5764502" y="2729239"/>
            <a:ext cx="914400" cy="914400"/>
          </a:xfrm>
          <a:prstGeom prst="ellipse">
            <a:avLst/>
          </a:prstGeom>
          <a:noFill/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Oval 5">
            <a:extLst>
              <a:ext uri="{FF2B5EF4-FFF2-40B4-BE49-F238E27FC236}">
                <a16:creationId xmlns:a16="http://schemas.microsoft.com/office/drawing/2014/main" id="{EA0C016C-D7F1-48D0-8874-1A8CE6060448}"/>
              </a:ext>
            </a:extLst>
          </p:cNvPr>
          <p:cNvSpPr/>
          <p:nvPr/>
        </p:nvSpPr>
        <p:spPr>
          <a:xfrm>
            <a:off x="8132801" y="1805751"/>
            <a:ext cx="914400" cy="914400"/>
          </a:xfrm>
          <a:prstGeom prst="ellipse">
            <a:avLst/>
          </a:prstGeom>
          <a:noFill/>
          <a:ln w="317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Elbow Connector 7">
            <a:extLst>
              <a:ext uri="{FF2B5EF4-FFF2-40B4-BE49-F238E27FC236}">
                <a16:creationId xmlns:a16="http://schemas.microsoft.com/office/drawing/2014/main" id="{B847100E-FAD5-402C-9EB3-6B3FD83FF671}"/>
              </a:ext>
            </a:extLst>
          </p:cNvPr>
          <p:cNvCxnSpPr>
            <a:cxnSpLocks/>
          </p:cNvCxnSpPr>
          <p:nvPr/>
        </p:nvCxnSpPr>
        <p:spPr>
          <a:xfrm flipV="1">
            <a:off x="4310599" y="3670170"/>
            <a:ext cx="1911100" cy="504000"/>
          </a:xfrm>
          <a:prstGeom prst="bentConnector2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10">
            <a:extLst>
              <a:ext uri="{FF2B5EF4-FFF2-40B4-BE49-F238E27FC236}">
                <a16:creationId xmlns:a16="http://schemas.microsoft.com/office/drawing/2014/main" id="{706CF899-5B4A-40CF-A8FB-21842B37D829}"/>
              </a:ext>
            </a:extLst>
          </p:cNvPr>
          <p:cNvCxnSpPr>
            <a:cxnSpLocks/>
            <a:stCxn id="36" idx="6"/>
          </p:cNvCxnSpPr>
          <p:nvPr/>
        </p:nvCxnSpPr>
        <p:spPr>
          <a:xfrm flipV="1">
            <a:off x="6678902" y="2746527"/>
            <a:ext cx="1911099" cy="504000"/>
          </a:xfrm>
          <a:prstGeom prst="bentConnector2">
            <a:avLst/>
          </a:prstGeom>
          <a:ln w="317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13">
            <a:extLst>
              <a:ext uri="{FF2B5EF4-FFF2-40B4-BE49-F238E27FC236}">
                <a16:creationId xmlns:a16="http://schemas.microsoft.com/office/drawing/2014/main" id="{7E4E773C-1B34-4CC6-93FD-69853D546364}"/>
              </a:ext>
            </a:extLst>
          </p:cNvPr>
          <p:cNvCxnSpPr>
            <a:stCxn id="37" idx="6"/>
          </p:cNvCxnSpPr>
          <p:nvPr/>
        </p:nvCxnSpPr>
        <p:spPr>
          <a:xfrm flipV="1">
            <a:off x="9047202" y="737887"/>
            <a:ext cx="2236765" cy="1525064"/>
          </a:xfrm>
          <a:prstGeom prst="bentConnector3">
            <a:avLst>
              <a:gd name="adj1" fmla="val 99375"/>
            </a:avLst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D5D3091-E03E-406B-BB11-44AB435D8EDB}"/>
              </a:ext>
            </a:extLst>
          </p:cNvPr>
          <p:cNvSpPr txBox="1"/>
          <p:nvPr/>
        </p:nvSpPr>
        <p:spPr>
          <a:xfrm>
            <a:off x="4432157" y="3795821"/>
            <a:ext cx="178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75E7EF-73FC-44D3-A496-52251140492D}"/>
              </a:ext>
            </a:extLst>
          </p:cNvPr>
          <p:cNvSpPr txBox="1"/>
          <p:nvPr/>
        </p:nvSpPr>
        <p:spPr>
          <a:xfrm>
            <a:off x="4309953" y="4233443"/>
            <a:ext cx="2233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 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C182E3-9D60-4C32-8102-D49DDC0488FC}"/>
              </a:ext>
            </a:extLst>
          </p:cNvPr>
          <p:cNvSpPr txBox="1"/>
          <p:nvPr/>
        </p:nvSpPr>
        <p:spPr>
          <a:xfrm>
            <a:off x="6791233" y="2807397"/>
            <a:ext cx="178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3439E8-88D7-4927-AB08-015DB9FA4C32}"/>
              </a:ext>
            </a:extLst>
          </p:cNvPr>
          <p:cNvSpPr txBox="1"/>
          <p:nvPr/>
        </p:nvSpPr>
        <p:spPr>
          <a:xfrm>
            <a:off x="6696295" y="3267969"/>
            <a:ext cx="2233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 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618ECA-AF52-4B3D-8D36-EBB484BF7051}"/>
              </a:ext>
            </a:extLst>
          </p:cNvPr>
          <p:cNvSpPr txBox="1"/>
          <p:nvPr/>
        </p:nvSpPr>
        <p:spPr>
          <a:xfrm>
            <a:off x="9223312" y="1840474"/>
            <a:ext cx="178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84C68B-7C6B-44D4-AC9B-64C270EDD7AC}"/>
              </a:ext>
            </a:extLst>
          </p:cNvPr>
          <p:cNvSpPr txBox="1"/>
          <p:nvPr/>
        </p:nvSpPr>
        <p:spPr>
          <a:xfrm>
            <a:off x="9082636" y="2302495"/>
            <a:ext cx="2233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 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FB6D80-9B7D-40E6-A29A-0B69A28009D2}"/>
              </a:ext>
            </a:extLst>
          </p:cNvPr>
          <p:cNvSpPr txBox="1"/>
          <p:nvPr/>
        </p:nvSpPr>
        <p:spPr>
          <a:xfrm>
            <a:off x="935698" y="1815108"/>
            <a:ext cx="1947738" cy="369332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Your Text  Here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6EBD77-228C-4437-BA5B-01A0A5B10030}"/>
              </a:ext>
            </a:extLst>
          </p:cNvPr>
          <p:cNvSpPr txBox="1"/>
          <p:nvPr/>
        </p:nvSpPr>
        <p:spPr>
          <a:xfrm>
            <a:off x="935698" y="2275231"/>
            <a:ext cx="3894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9" name="Oval 3">
            <a:extLst>
              <a:ext uri="{FF2B5EF4-FFF2-40B4-BE49-F238E27FC236}">
                <a16:creationId xmlns:a16="http://schemas.microsoft.com/office/drawing/2014/main" id="{ED91B131-F12D-4F4A-8A54-86DEB9C6B411}"/>
              </a:ext>
            </a:extLst>
          </p:cNvPr>
          <p:cNvSpPr/>
          <p:nvPr/>
        </p:nvSpPr>
        <p:spPr>
          <a:xfrm>
            <a:off x="1028332" y="4699299"/>
            <a:ext cx="914400" cy="914400"/>
          </a:xfrm>
          <a:prstGeom prst="ellipse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Elbow Connector 7">
            <a:extLst>
              <a:ext uri="{FF2B5EF4-FFF2-40B4-BE49-F238E27FC236}">
                <a16:creationId xmlns:a16="http://schemas.microsoft.com/office/drawing/2014/main" id="{21295390-F133-437F-9289-5BD0E0F23941}"/>
              </a:ext>
            </a:extLst>
          </p:cNvPr>
          <p:cNvCxnSpPr>
            <a:cxnSpLocks/>
          </p:cNvCxnSpPr>
          <p:nvPr/>
        </p:nvCxnSpPr>
        <p:spPr>
          <a:xfrm flipV="1">
            <a:off x="1951524" y="4655043"/>
            <a:ext cx="1911100" cy="504000"/>
          </a:xfrm>
          <a:prstGeom prst="bentConnector2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F31ED73-72D0-441F-AB5D-7C8ADE4A1E99}"/>
              </a:ext>
            </a:extLst>
          </p:cNvPr>
          <p:cNvSpPr txBox="1"/>
          <p:nvPr/>
        </p:nvSpPr>
        <p:spPr>
          <a:xfrm>
            <a:off x="2064287" y="4772065"/>
            <a:ext cx="1789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F1CAB9-B2C2-4435-91E8-8E74E4F58B0B}"/>
              </a:ext>
            </a:extLst>
          </p:cNvPr>
          <p:cNvSpPr txBox="1"/>
          <p:nvPr/>
        </p:nvSpPr>
        <p:spPr>
          <a:xfrm>
            <a:off x="1923611" y="5198918"/>
            <a:ext cx="2233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Easy to change colors, photos and Text.   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3" name="Donut 24">
            <a:extLst>
              <a:ext uri="{FF2B5EF4-FFF2-40B4-BE49-F238E27FC236}">
                <a16:creationId xmlns:a16="http://schemas.microsoft.com/office/drawing/2014/main" id="{841ADCAB-6035-4EDA-AE7C-FA2CCF324438}"/>
              </a:ext>
            </a:extLst>
          </p:cNvPr>
          <p:cNvSpPr/>
          <p:nvPr/>
        </p:nvSpPr>
        <p:spPr>
          <a:xfrm>
            <a:off x="8375122" y="2038542"/>
            <a:ext cx="448053" cy="451700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Rectangle 23">
            <a:extLst>
              <a:ext uri="{FF2B5EF4-FFF2-40B4-BE49-F238E27FC236}">
                <a16:creationId xmlns:a16="http://schemas.microsoft.com/office/drawing/2014/main" id="{B6DAAC43-2242-47F3-98DE-56E055CA6CF4}"/>
              </a:ext>
            </a:extLst>
          </p:cNvPr>
          <p:cNvSpPr/>
          <p:nvPr/>
        </p:nvSpPr>
        <p:spPr>
          <a:xfrm>
            <a:off x="5947350" y="2997236"/>
            <a:ext cx="550777" cy="354955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5" name="Trapezoid 22">
            <a:extLst>
              <a:ext uri="{FF2B5EF4-FFF2-40B4-BE49-F238E27FC236}">
                <a16:creationId xmlns:a16="http://schemas.microsoft.com/office/drawing/2014/main" id="{CAF97553-56F0-4F0A-8762-9AD122C82E4D}"/>
              </a:ext>
            </a:extLst>
          </p:cNvPr>
          <p:cNvSpPr>
            <a:spLocks noChangeAspect="1"/>
          </p:cNvSpPr>
          <p:nvPr/>
        </p:nvSpPr>
        <p:spPr>
          <a:xfrm>
            <a:off x="3606716" y="4032981"/>
            <a:ext cx="509776" cy="259333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56" name="자유형 151">
            <a:extLst>
              <a:ext uri="{FF2B5EF4-FFF2-40B4-BE49-F238E27FC236}">
                <a16:creationId xmlns:a16="http://schemas.microsoft.com/office/drawing/2014/main" id="{23706283-28B2-4B59-B451-F98A243AEEB5}"/>
              </a:ext>
            </a:extLst>
          </p:cNvPr>
          <p:cNvSpPr/>
          <p:nvPr/>
        </p:nvSpPr>
        <p:spPr>
          <a:xfrm>
            <a:off x="1257518" y="4936910"/>
            <a:ext cx="418435" cy="439177"/>
          </a:xfrm>
          <a:custGeom>
            <a:avLst/>
            <a:gdLst>
              <a:gd name="connsiteX0" fmla="*/ 1460984 w 2921968"/>
              <a:gd name="connsiteY0" fmla="*/ 233294 h 3066808"/>
              <a:gd name="connsiteX1" fmla="*/ 1320049 w 2921968"/>
              <a:gd name="connsiteY1" fmla="*/ 374229 h 3066808"/>
              <a:gd name="connsiteX2" fmla="*/ 1460984 w 2921968"/>
              <a:gd name="connsiteY2" fmla="*/ 515164 h 3066808"/>
              <a:gd name="connsiteX3" fmla="*/ 1601919 w 2921968"/>
              <a:gd name="connsiteY3" fmla="*/ 374229 h 3066808"/>
              <a:gd name="connsiteX4" fmla="*/ 1460984 w 2921968"/>
              <a:gd name="connsiteY4" fmla="*/ 233294 h 3066808"/>
              <a:gd name="connsiteX5" fmla="*/ 1460984 w 2921968"/>
              <a:gd name="connsiteY5" fmla="*/ 0 h 3066808"/>
              <a:gd name="connsiteX6" fmla="*/ 1835213 w 2921968"/>
              <a:gd name="connsiteY6" fmla="*/ 374229 h 3066808"/>
              <a:gd name="connsiteX7" fmla="*/ 1670219 w 2921968"/>
              <a:gd name="connsiteY7" fmla="*/ 684545 h 3066808"/>
              <a:gd name="connsiteX8" fmla="*/ 1626866 w 2921968"/>
              <a:gd name="connsiteY8" fmla="*/ 708077 h 3066808"/>
              <a:gd name="connsiteX9" fmla="*/ 1646248 w 2921968"/>
              <a:gd name="connsiteY9" fmla="*/ 873151 h 3066808"/>
              <a:gd name="connsiteX10" fmla="*/ 2235203 w 2921968"/>
              <a:gd name="connsiteY10" fmla="*/ 873151 h 3066808"/>
              <a:gd name="connsiteX11" fmla="*/ 2241832 w 2921968"/>
              <a:gd name="connsiteY11" fmla="*/ 851796 h 3066808"/>
              <a:gd name="connsiteX12" fmla="*/ 2430803 w 2921968"/>
              <a:gd name="connsiteY12" fmla="*/ 726537 h 3066808"/>
              <a:gd name="connsiteX13" fmla="*/ 2635891 w 2921968"/>
              <a:gd name="connsiteY13" fmla="*/ 931625 h 3066808"/>
              <a:gd name="connsiteX14" fmla="*/ 2430803 w 2921968"/>
              <a:gd name="connsiteY14" fmla="*/ 1136713 h 3066808"/>
              <a:gd name="connsiteX15" fmla="*/ 2241832 w 2921968"/>
              <a:gd name="connsiteY15" fmla="*/ 1011455 h 3066808"/>
              <a:gd name="connsiteX16" fmla="*/ 2233652 w 2921968"/>
              <a:gd name="connsiteY16" fmla="*/ 985105 h 3066808"/>
              <a:gd name="connsiteX17" fmla="*/ 1659393 w 2921968"/>
              <a:gd name="connsiteY17" fmla="*/ 985105 h 3066808"/>
              <a:gd name="connsiteX18" fmla="*/ 1835639 w 2921968"/>
              <a:gd name="connsiteY18" fmla="*/ 2486125 h 3066808"/>
              <a:gd name="connsiteX19" fmla="*/ 2605322 w 2921968"/>
              <a:gd name="connsiteY19" fmla="*/ 1804902 h 3066808"/>
              <a:gd name="connsiteX20" fmla="*/ 2437231 w 2921968"/>
              <a:gd name="connsiteY20" fmla="*/ 1828663 h 3066808"/>
              <a:gd name="connsiteX21" fmla="*/ 2679599 w 2921968"/>
              <a:gd name="connsiteY21" fmla="*/ 1472350 h 3066808"/>
              <a:gd name="connsiteX22" fmla="*/ 2921968 w 2921968"/>
              <a:gd name="connsiteY22" fmla="*/ 1828663 h 3066808"/>
              <a:gd name="connsiteX23" fmla="*/ 2749252 w 2921968"/>
              <a:gd name="connsiteY23" fmla="*/ 1804848 h 3066808"/>
              <a:gd name="connsiteX24" fmla="*/ 1665272 w 2921968"/>
              <a:gd name="connsiteY24" fmla="*/ 2905483 h 3066808"/>
              <a:gd name="connsiteX25" fmla="*/ 1462434 w 2921968"/>
              <a:gd name="connsiteY25" fmla="*/ 3066808 h 3066808"/>
              <a:gd name="connsiteX26" fmla="*/ 1265857 w 2921968"/>
              <a:gd name="connsiteY26" fmla="*/ 2910631 h 3066808"/>
              <a:gd name="connsiteX27" fmla="*/ 175466 w 2921968"/>
              <a:gd name="connsiteY27" fmla="*/ 1804523 h 3066808"/>
              <a:gd name="connsiteX28" fmla="*/ 0 w 2921968"/>
              <a:gd name="connsiteY28" fmla="*/ 1828663 h 3066808"/>
              <a:gd name="connsiteX29" fmla="*/ 242369 w 2921968"/>
              <a:gd name="connsiteY29" fmla="*/ 1472350 h 3066808"/>
              <a:gd name="connsiteX30" fmla="*/ 484739 w 2921968"/>
              <a:gd name="connsiteY30" fmla="*/ 1828663 h 3066808"/>
              <a:gd name="connsiteX31" fmla="*/ 319066 w 2921968"/>
              <a:gd name="connsiteY31" fmla="*/ 1805271 h 3066808"/>
              <a:gd name="connsiteX32" fmla="*/ 1095798 w 2921968"/>
              <a:gd name="connsiteY32" fmla="*/ 2488933 h 3066808"/>
              <a:gd name="connsiteX33" fmla="*/ 1266566 w 2921968"/>
              <a:gd name="connsiteY33" fmla="*/ 985105 h 3066808"/>
              <a:gd name="connsiteX34" fmla="*/ 728631 w 2921968"/>
              <a:gd name="connsiteY34" fmla="*/ 985105 h 3066808"/>
              <a:gd name="connsiteX35" fmla="*/ 727109 w 2921968"/>
              <a:gd name="connsiteY35" fmla="*/ 987221 h 3066808"/>
              <a:gd name="connsiteX36" fmla="*/ 719586 w 2921968"/>
              <a:gd name="connsiteY36" fmla="*/ 1011455 h 3066808"/>
              <a:gd name="connsiteX37" fmla="*/ 530615 w 2921968"/>
              <a:gd name="connsiteY37" fmla="*/ 1136713 h 3066808"/>
              <a:gd name="connsiteX38" fmla="*/ 325527 w 2921968"/>
              <a:gd name="connsiteY38" fmla="*/ 931625 h 3066808"/>
              <a:gd name="connsiteX39" fmla="*/ 530615 w 2921968"/>
              <a:gd name="connsiteY39" fmla="*/ 726537 h 3066808"/>
              <a:gd name="connsiteX40" fmla="*/ 719586 w 2921968"/>
              <a:gd name="connsiteY40" fmla="*/ 851796 h 3066808"/>
              <a:gd name="connsiteX41" fmla="*/ 724380 w 2921968"/>
              <a:gd name="connsiteY41" fmla="*/ 867240 h 3066808"/>
              <a:gd name="connsiteX42" fmla="*/ 728634 w 2921968"/>
              <a:gd name="connsiteY42" fmla="*/ 873151 h 3066808"/>
              <a:gd name="connsiteX43" fmla="*/ 1279279 w 2921968"/>
              <a:gd name="connsiteY43" fmla="*/ 873151 h 3066808"/>
              <a:gd name="connsiteX44" fmla="*/ 1297855 w 2921968"/>
              <a:gd name="connsiteY44" fmla="*/ 709571 h 3066808"/>
              <a:gd name="connsiteX45" fmla="*/ 1251749 w 2921968"/>
              <a:gd name="connsiteY45" fmla="*/ 684545 h 3066808"/>
              <a:gd name="connsiteX46" fmla="*/ 1086755 w 2921968"/>
              <a:gd name="connsiteY46" fmla="*/ 374229 h 3066808"/>
              <a:gd name="connsiteX47" fmla="*/ 1460984 w 2921968"/>
              <a:gd name="connsiteY47" fmla="*/ 0 h 306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921968" h="3066808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9881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5E6933-A2E4-4F9D-A4F0-2372E31FEEAF}"/>
              </a:ext>
            </a:extLst>
          </p:cNvPr>
          <p:cNvSpPr txBox="1">
            <a:spLocks/>
          </p:cNvSpPr>
          <p:nvPr/>
        </p:nvSpPr>
        <p:spPr>
          <a:xfrm>
            <a:off x="7654241" y="904124"/>
            <a:ext cx="2951878" cy="1981794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36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altLang="ko-KR" b="1" dirty="0"/>
              <a:t>Simple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b="1" dirty="0">
                <a:solidFill>
                  <a:schemeClr val="accent3"/>
                </a:solidFill>
              </a:rPr>
              <a:t>Portfolio </a:t>
            </a:r>
            <a:r>
              <a:rPr lang="en-US" altLang="ko-KR" b="1" dirty="0"/>
              <a:t>Presentation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C10B994-7E1E-48BE-914A-577FE8515C11}"/>
              </a:ext>
            </a:extLst>
          </p:cNvPr>
          <p:cNvSpPr/>
          <p:nvPr/>
        </p:nvSpPr>
        <p:spPr>
          <a:xfrm>
            <a:off x="7654241" y="4105327"/>
            <a:ext cx="337131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You can simply impress your audience and add a unique zing and appeal to your Presentations. Get a modern PowerPoint  Presentation that is beautifully designed. You can simply impress your audience and add a unique zing and appeal to your Presentations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/>
      </p:sp>
    </p:spTree>
    <p:extLst>
      <p:ext uri="{BB962C8B-B14F-4D97-AF65-F5344CB8AC3E}">
        <p14:creationId xmlns:p14="http://schemas.microsoft.com/office/powerpoint/2010/main" val="3871156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cxnSp>
        <p:nvCxnSpPr>
          <p:cNvPr id="50" name="Straight Arrow Connector 1">
            <a:extLst>
              <a:ext uri="{FF2B5EF4-FFF2-40B4-BE49-F238E27FC236}">
                <a16:creationId xmlns:a16="http://schemas.microsoft.com/office/drawing/2014/main" id="{3412F00C-4488-4B43-B409-37B6106D3C80}"/>
              </a:ext>
            </a:extLst>
          </p:cNvPr>
          <p:cNvCxnSpPr>
            <a:stCxn id="51" idx="6"/>
            <a:endCxn id="60" idx="2"/>
          </p:cNvCxnSpPr>
          <p:nvPr/>
        </p:nvCxnSpPr>
        <p:spPr>
          <a:xfrm flipV="1">
            <a:off x="1773661" y="3950540"/>
            <a:ext cx="8830022" cy="2"/>
          </a:xfrm>
          <a:prstGeom prst="straightConnector1">
            <a:avLst/>
          </a:prstGeom>
          <a:ln w="25400">
            <a:solidFill>
              <a:srgbClr val="2681AD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4">
            <a:extLst>
              <a:ext uri="{FF2B5EF4-FFF2-40B4-BE49-F238E27FC236}">
                <a16:creationId xmlns:a16="http://schemas.microsoft.com/office/drawing/2014/main" id="{69DF3017-27CE-428F-9F0C-21A6D133669A}"/>
              </a:ext>
            </a:extLst>
          </p:cNvPr>
          <p:cNvSpPr/>
          <p:nvPr/>
        </p:nvSpPr>
        <p:spPr>
          <a:xfrm>
            <a:off x="964819" y="3546121"/>
            <a:ext cx="808842" cy="8088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ADD936-F158-4B05-8B15-F1A7CB95547F}"/>
              </a:ext>
            </a:extLst>
          </p:cNvPr>
          <p:cNvSpPr txBox="1"/>
          <p:nvPr/>
        </p:nvSpPr>
        <p:spPr>
          <a:xfrm>
            <a:off x="904662" y="3814725"/>
            <a:ext cx="929159" cy="271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400" b="1" dirty="0">
                <a:cs typeface="Arial" pitchFamily="34" charset="0"/>
              </a:rPr>
              <a:t>Content</a:t>
            </a:r>
          </a:p>
        </p:txBody>
      </p:sp>
      <p:sp>
        <p:nvSpPr>
          <p:cNvPr id="53" name="Oval 7">
            <a:extLst>
              <a:ext uri="{FF2B5EF4-FFF2-40B4-BE49-F238E27FC236}">
                <a16:creationId xmlns:a16="http://schemas.microsoft.com/office/drawing/2014/main" id="{C5B389D7-ABB6-4A0C-890D-C9FBD5DA3BAE}"/>
              </a:ext>
            </a:extLst>
          </p:cNvPr>
          <p:cNvSpPr/>
          <p:nvPr/>
        </p:nvSpPr>
        <p:spPr>
          <a:xfrm>
            <a:off x="8733710" y="3368355"/>
            <a:ext cx="1164373" cy="116437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cs typeface="Arial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F55FE6-9BA3-45EC-82C5-F41BA2C8C5D0}"/>
              </a:ext>
            </a:extLst>
          </p:cNvPr>
          <p:cNvSpPr txBox="1"/>
          <p:nvPr/>
        </p:nvSpPr>
        <p:spPr>
          <a:xfrm>
            <a:off x="8733815" y="3765874"/>
            <a:ext cx="116437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Content</a:t>
            </a:r>
          </a:p>
        </p:txBody>
      </p:sp>
      <p:sp>
        <p:nvSpPr>
          <p:cNvPr id="55" name="Oval 10">
            <a:extLst>
              <a:ext uri="{FF2B5EF4-FFF2-40B4-BE49-F238E27FC236}">
                <a16:creationId xmlns:a16="http://schemas.microsoft.com/office/drawing/2014/main" id="{405ECD69-5702-48FB-BD58-0CE51056B91F}"/>
              </a:ext>
            </a:extLst>
          </p:cNvPr>
          <p:cNvSpPr/>
          <p:nvPr/>
        </p:nvSpPr>
        <p:spPr>
          <a:xfrm>
            <a:off x="3832933" y="3014435"/>
            <a:ext cx="1872210" cy="18722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B73EA1-323F-492D-96AA-3B10AB6AE46E}"/>
              </a:ext>
            </a:extLst>
          </p:cNvPr>
          <p:cNvSpPr txBox="1"/>
          <p:nvPr/>
        </p:nvSpPr>
        <p:spPr>
          <a:xfrm>
            <a:off x="3953831" y="3719709"/>
            <a:ext cx="163041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Content</a:t>
            </a:r>
          </a:p>
        </p:txBody>
      </p:sp>
      <p:sp>
        <p:nvSpPr>
          <p:cNvPr id="57" name="Oval 13">
            <a:extLst>
              <a:ext uri="{FF2B5EF4-FFF2-40B4-BE49-F238E27FC236}">
                <a16:creationId xmlns:a16="http://schemas.microsoft.com/office/drawing/2014/main" id="{98AD33E1-16E7-486B-BD0D-DFE95B325F0F}"/>
              </a:ext>
            </a:extLst>
          </p:cNvPr>
          <p:cNvSpPr/>
          <p:nvPr/>
        </p:nvSpPr>
        <p:spPr>
          <a:xfrm>
            <a:off x="6410743" y="3141858"/>
            <a:ext cx="1617367" cy="16173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cs typeface="Arial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978D74-9421-4484-A7B9-BEFD0054FC9E}"/>
              </a:ext>
            </a:extLst>
          </p:cNvPr>
          <p:cNvSpPr txBox="1"/>
          <p:nvPr/>
        </p:nvSpPr>
        <p:spPr>
          <a:xfrm>
            <a:off x="6482468" y="3719710"/>
            <a:ext cx="147391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Content</a:t>
            </a:r>
          </a:p>
        </p:txBody>
      </p:sp>
      <p:sp>
        <p:nvSpPr>
          <p:cNvPr id="59" name="Oval 15">
            <a:extLst>
              <a:ext uri="{FF2B5EF4-FFF2-40B4-BE49-F238E27FC236}">
                <a16:creationId xmlns:a16="http://schemas.microsoft.com/office/drawing/2014/main" id="{7797E712-E9B3-42A8-B7F5-3FF67D10ACCC}"/>
              </a:ext>
            </a:extLst>
          </p:cNvPr>
          <p:cNvSpPr/>
          <p:nvPr/>
        </p:nvSpPr>
        <p:spPr>
          <a:xfrm>
            <a:off x="2479261" y="3626504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Oval 16">
            <a:extLst>
              <a:ext uri="{FF2B5EF4-FFF2-40B4-BE49-F238E27FC236}">
                <a16:creationId xmlns:a16="http://schemas.microsoft.com/office/drawing/2014/main" id="{A468BC98-9C2E-415B-A063-9CA56A12B064}"/>
              </a:ext>
            </a:extLst>
          </p:cNvPr>
          <p:cNvSpPr/>
          <p:nvPr/>
        </p:nvSpPr>
        <p:spPr>
          <a:xfrm>
            <a:off x="10603683" y="362650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Group 17">
            <a:extLst>
              <a:ext uri="{FF2B5EF4-FFF2-40B4-BE49-F238E27FC236}">
                <a16:creationId xmlns:a16="http://schemas.microsoft.com/office/drawing/2014/main" id="{BA8C89CF-0276-4E75-A96F-0F720C9AD8AE}"/>
              </a:ext>
            </a:extLst>
          </p:cNvPr>
          <p:cNvGrpSpPr/>
          <p:nvPr/>
        </p:nvGrpSpPr>
        <p:grpSpPr>
          <a:xfrm>
            <a:off x="1754003" y="1918855"/>
            <a:ext cx="2092554" cy="1008318"/>
            <a:chOff x="2079598" y="4324401"/>
            <a:chExt cx="3303211" cy="100831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1B0E9C9-3E7F-4D67-9ABC-770876454E0E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A226F26-E302-4983-8AC7-6970A7DA6B20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4" name="Group 20">
            <a:extLst>
              <a:ext uri="{FF2B5EF4-FFF2-40B4-BE49-F238E27FC236}">
                <a16:creationId xmlns:a16="http://schemas.microsoft.com/office/drawing/2014/main" id="{9AC3F83F-1EDE-4C5A-B7A5-B4200D91AFF8}"/>
              </a:ext>
            </a:extLst>
          </p:cNvPr>
          <p:cNvGrpSpPr/>
          <p:nvPr/>
        </p:nvGrpSpPr>
        <p:grpSpPr>
          <a:xfrm>
            <a:off x="3722761" y="5006368"/>
            <a:ext cx="2092554" cy="1008318"/>
            <a:chOff x="2079598" y="4324401"/>
            <a:chExt cx="3303211" cy="100831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E46FF7E-8919-413C-9AE0-650125850587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9606E84-AF60-48C2-94EC-1FCCD855756A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7" name="Group 23">
            <a:extLst>
              <a:ext uri="{FF2B5EF4-FFF2-40B4-BE49-F238E27FC236}">
                <a16:creationId xmlns:a16="http://schemas.microsoft.com/office/drawing/2014/main" id="{1088D875-7E3D-4163-BB95-862D405F507C}"/>
              </a:ext>
            </a:extLst>
          </p:cNvPr>
          <p:cNvGrpSpPr/>
          <p:nvPr/>
        </p:nvGrpSpPr>
        <p:grpSpPr>
          <a:xfrm>
            <a:off x="8269619" y="5006368"/>
            <a:ext cx="2092554" cy="1008318"/>
            <a:chOff x="2079598" y="4324401"/>
            <a:chExt cx="3303211" cy="100831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CD5B9B3-4601-4657-8C68-4310915AAD16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889DD57-C028-4BE3-B168-E6C660C73CC2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0" name="Group 26">
            <a:extLst>
              <a:ext uri="{FF2B5EF4-FFF2-40B4-BE49-F238E27FC236}">
                <a16:creationId xmlns:a16="http://schemas.microsoft.com/office/drawing/2014/main" id="{6DDBD75E-8239-4993-9DEF-06D81FEAB06A}"/>
              </a:ext>
            </a:extLst>
          </p:cNvPr>
          <p:cNvGrpSpPr/>
          <p:nvPr/>
        </p:nvGrpSpPr>
        <p:grpSpPr>
          <a:xfrm>
            <a:off x="6173149" y="1918855"/>
            <a:ext cx="2092554" cy="1008318"/>
            <a:chOff x="2079598" y="4324401"/>
            <a:chExt cx="3303211" cy="100831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ECBDCB1-2171-4C83-A3D2-CACC5E42F0BE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88DAF75-59CA-4BCF-93B7-B22EE2031347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3" name="Group 29">
            <a:extLst>
              <a:ext uri="{FF2B5EF4-FFF2-40B4-BE49-F238E27FC236}">
                <a16:creationId xmlns:a16="http://schemas.microsoft.com/office/drawing/2014/main" id="{B845766B-025D-4CC3-A8EC-5DD6A8068D0B}"/>
              </a:ext>
            </a:extLst>
          </p:cNvPr>
          <p:cNvGrpSpPr/>
          <p:nvPr/>
        </p:nvGrpSpPr>
        <p:grpSpPr>
          <a:xfrm>
            <a:off x="9159201" y="1918855"/>
            <a:ext cx="2092554" cy="1008318"/>
            <a:chOff x="2079598" y="4324401"/>
            <a:chExt cx="3303211" cy="1008318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FDD312D-BF61-4EF4-8322-BDB327B040D9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A6F5467-A7DF-4642-89A2-BF12CAD634F8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6" name="Group 32">
            <a:extLst>
              <a:ext uri="{FF2B5EF4-FFF2-40B4-BE49-F238E27FC236}">
                <a16:creationId xmlns:a16="http://schemas.microsoft.com/office/drawing/2014/main" id="{2B42A2AC-5833-4254-B21D-C884DE6D005D}"/>
              </a:ext>
            </a:extLst>
          </p:cNvPr>
          <p:cNvGrpSpPr/>
          <p:nvPr/>
        </p:nvGrpSpPr>
        <p:grpSpPr>
          <a:xfrm>
            <a:off x="964819" y="5006368"/>
            <a:ext cx="2092554" cy="1008318"/>
            <a:chOff x="2079598" y="4324401"/>
            <a:chExt cx="3303211" cy="10083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A9CD23B-1537-4905-B842-5B15B086F7A5}"/>
                </a:ext>
              </a:extLst>
            </p:cNvPr>
            <p:cNvSpPr txBox="1"/>
            <p:nvPr/>
          </p:nvSpPr>
          <p:spPr>
            <a:xfrm>
              <a:off x="2098435" y="4501722"/>
              <a:ext cx="32557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51A4C35-8E9A-4510-998C-6910BB6F604C}"/>
                </a:ext>
              </a:extLst>
            </p:cNvPr>
            <p:cNvSpPr txBox="1"/>
            <p:nvPr/>
          </p:nvSpPr>
          <p:spPr>
            <a:xfrm>
              <a:off x="2079598" y="4324401"/>
              <a:ext cx="3303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8207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cxnSp>
        <p:nvCxnSpPr>
          <p:cNvPr id="3" name="Elbow Connector 3">
            <a:extLst>
              <a:ext uri="{FF2B5EF4-FFF2-40B4-BE49-F238E27FC236}">
                <a16:creationId xmlns:a16="http://schemas.microsoft.com/office/drawing/2014/main" id="{640DB6FA-BE62-4366-A764-2D7E64D5DA99}"/>
              </a:ext>
            </a:extLst>
          </p:cNvPr>
          <p:cNvCxnSpPr/>
          <p:nvPr/>
        </p:nvCxnSpPr>
        <p:spPr>
          <a:xfrm rot="5400000" flipH="1" flipV="1">
            <a:off x="6185743" y="3946434"/>
            <a:ext cx="888123" cy="108000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lbow Connector 4">
            <a:extLst>
              <a:ext uri="{FF2B5EF4-FFF2-40B4-BE49-F238E27FC236}">
                <a16:creationId xmlns:a16="http://schemas.microsoft.com/office/drawing/2014/main" id="{0087557D-3339-4B0D-9D89-B6F5E2E2628E}"/>
              </a:ext>
            </a:extLst>
          </p:cNvPr>
          <p:cNvCxnSpPr/>
          <p:nvPr/>
        </p:nvCxnSpPr>
        <p:spPr>
          <a:xfrm rot="16200000" flipV="1">
            <a:off x="5105410" y="4393968"/>
            <a:ext cx="895068" cy="108000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5">
            <a:extLst>
              <a:ext uri="{FF2B5EF4-FFF2-40B4-BE49-F238E27FC236}">
                <a16:creationId xmlns:a16="http://schemas.microsoft.com/office/drawing/2014/main" id="{56E23FDA-CA20-4D54-9422-1CFA1F229961}"/>
              </a:ext>
            </a:extLst>
          </p:cNvPr>
          <p:cNvGrpSpPr/>
          <p:nvPr/>
        </p:nvGrpSpPr>
        <p:grpSpPr>
          <a:xfrm>
            <a:off x="901666" y="1939023"/>
            <a:ext cx="3175671" cy="923330"/>
            <a:chOff x="5889060" y="3872747"/>
            <a:chExt cx="2527679" cy="92333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CB470F-B532-4673-9DC5-35C7B39D867E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6B8173-D9EE-4A66-956A-AD5550D105E5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F5F24BC-E6B6-4D3B-BF3B-2DC447E220E2}"/>
              </a:ext>
            </a:extLst>
          </p:cNvPr>
          <p:cNvGrpSpPr/>
          <p:nvPr/>
        </p:nvGrpSpPr>
        <p:grpSpPr>
          <a:xfrm>
            <a:off x="1074135" y="3671938"/>
            <a:ext cx="3289526" cy="923330"/>
            <a:chOff x="5889060" y="3872747"/>
            <a:chExt cx="2527679" cy="923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8DE78D-9C07-4519-9F48-39DE559F5A40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3DC77D-B117-415C-AEB2-8A16510B3D68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3B79B8D-6455-41BC-9F9A-BD80EB824D1F}"/>
              </a:ext>
            </a:extLst>
          </p:cNvPr>
          <p:cNvGrpSpPr/>
          <p:nvPr/>
        </p:nvGrpSpPr>
        <p:grpSpPr>
          <a:xfrm>
            <a:off x="8098512" y="1742732"/>
            <a:ext cx="3182019" cy="923330"/>
            <a:chOff x="5889060" y="3872747"/>
            <a:chExt cx="2527679" cy="92333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C06A36-285C-48ED-8175-5F316CF20E33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B2A55D-D55D-4F26-8AB9-1A0846D42404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6C5EF1C-6B19-4FB6-BAF0-8176278B8CD1}"/>
              </a:ext>
            </a:extLst>
          </p:cNvPr>
          <p:cNvGrpSpPr/>
          <p:nvPr/>
        </p:nvGrpSpPr>
        <p:grpSpPr>
          <a:xfrm>
            <a:off x="7785804" y="3177326"/>
            <a:ext cx="3206201" cy="923330"/>
            <a:chOff x="5889060" y="3872747"/>
            <a:chExt cx="2527679" cy="9233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DA9234-A704-45E9-93C0-EE87BFD7BE29}"/>
                </a:ext>
              </a:extLst>
            </p:cNvPr>
            <p:cNvSpPr txBox="1"/>
            <p:nvPr/>
          </p:nvSpPr>
          <p:spPr>
            <a:xfrm>
              <a:off x="5889060" y="4149746"/>
              <a:ext cx="25276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 your Presentations.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262A7A-0999-407F-A549-D438823C21A6}"/>
                </a:ext>
              </a:extLst>
            </p:cNvPr>
            <p:cNvSpPr txBox="1"/>
            <p:nvPr/>
          </p:nvSpPr>
          <p:spPr>
            <a:xfrm>
              <a:off x="5889060" y="3872747"/>
              <a:ext cx="25276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17" name="Elbow Connector 17">
            <a:extLst>
              <a:ext uri="{FF2B5EF4-FFF2-40B4-BE49-F238E27FC236}">
                <a16:creationId xmlns:a16="http://schemas.microsoft.com/office/drawing/2014/main" id="{D7A55937-DD1A-4753-A96A-C9CB0F9BC012}"/>
              </a:ext>
            </a:extLst>
          </p:cNvPr>
          <p:cNvCxnSpPr/>
          <p:nvPr/>
        </p:nvCxnSpPr>
        <p:spPr>
          <a:xfrm rot="16200000" flipV="1">
            <a:off x="4536472" y="2918991"/>
            <a:ext cx="1675165" cy="144000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8">
            <a:extLst>
              <a:ext uri="{FF2B5EF4-FFF2-40B4-BE49-F238E27FC236}">
                <a16:creationId xmlns:a16="http://schemas.microsoft.com/office/drawing/2014/main" id="{AA3A8758-3131-458D-8A31-A2C77925194E}"/>
              </a:ext>
            </a:extLst>
          </p:cNvPr>
          <p:cNvCxnSpPr/>
          <p:nvPr/>
        </p:nvCxnSpPr>
        <p:spPr>
          <a:xfrm rot="5400000" flipH="1" flipV="1">
            <a:off x="6293382" y="2387219"/>
            <a:ext cx="1044000" cy="144000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FDB0363-38A4-47DF-904E-E2C5A8715CB5}"/>
              </a:ext>
            </a:extLst>
          </p:cNvPr>
          <p:cNvSpPr txBox="1"/>
          <p:nvPr/>
        </p:nvSpPr>
        <p:spPr>
          <a:xfrm>
            <a:off x="4655735" y="3191285"/>
            <a:ext cx="494004" cy="41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03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1FC0CE-2D4E-4BCA-8481-13DC268C6C42}"/>
              </a:ext>
            </a:extLst>
          </p:cNvPr>
          <p:cNvSpPr txBox="1"/>
          <p:nvPr/>
        </p:nvSpPr>
        <p:spPr>
          <a:xfrm>
            <a:off x="7024271" y="2655815"/>
            <a:ext cx="494004" cy="41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04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503045-2B3A-4779-810D-4160098FC6DA}"/>
              </a:ext>
            </a:extLst>
          </p:cNvPr>
          <p:cNvSpPr txBox="1"/>
          <p:nvPr/>
        </p:nvSpPr>
        <p:spPr>
          <a:xfrm>
            <a:off x="6669253" y="4040341"/>
            <a:ext cx="494004" cy="41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02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4231A1-524D-4392-8F8D-B67FE7DC3228}"/>
              </a:ext>
            </a:extLst>
          </p:cNvPr>
          <p:cNvSpPr txBox="1"/>
          <p:nvPr/>
        </p:nvSpPr>
        <p:spPr>
          <a:xfrm>
            <a:off x="5015013" y="4484560"/>
            <a:ext cx="494004" cy="413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01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cxnSp>
        <p:nvCxnSpPr>
          <p:cNvPr id="23" name="Straight Arrow Connector 24">
            <a:extLst>
              <a:ext uri="{FF2B5EF4-FFF2-40B4-BE49-F238E27FC236}">
                <a16:creationId xmlns:a16="http://schemas.microsoft.com/office/drawing/2014/main" id="{15E89310-0FAA-433F-B110-2CE5AEF51B3A}"/>
              </a:ext>
            </a:extLst>
          </p:cNvPr>
          <p:cNvCxnSpPr/>
          <p:nvPr/>
        </p:nvCxnSpPr>
        <p:spPr>
          <a:xfrm flipV="1">
            <a:off x="6090948" y="1865753"/>
            <a:ext cx="7198" cy="1253947"/>
          </a:xfrm>
          <a:prstGeom prst="straightConnector1">
            <a:avLst/>
          </a:prstGeom>
          <a:ln w="50800">
            <a:solidFill>
              <a:schemeClr val="accent5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6">
            <a:extLst>
              <a:ext uri="{FF2B5EF4-FFF2-40B4-BE49-F238E27FC236}">
                <a16:creationId xmlns:a16="http://schemas.microsoft.com/office/drawing/2014/main" id="{3AA2C4B4-2F87-4562-AEF9-C652D0A16538}"/>
              </a:ext>
            </a:extLst>
          </p:cNvPr>
          <p:cNvSpPr/>
          <p:nvPr/>
        </p:nvSpPr>
        <p:spPr>
          <a:xfrm>
            <a:off x="6764750" y="3255712"/>
            <a:ext cx="810106" cy="810106"/>
          </a:xfrm>
          <a:custGeom>
            <a:avLst/>
            <a:gdLst/>
            <a:ahLst/>
            <a:cxnLst/>
            <a:rect l="l" t="t" r="r" b="b"/>
            <a:pathLst>
              <a:path w="810106" h="810106">
                <a:moveTo>
                  <a:pt x="405053" y="66407"/>
                </a:moveTo>
                <a:cubicBezTo>
                  <a:pt x="218024" y="66407"/>
                  <a:pt x="66407" y="218024"/>
                  <a:pt x="66407" y="405053"/>
                </a:cubicBezTo>
                <a:cubicBezTo>
                  <a:pt x="66407" y="592082"/>
                  <a:pt x="218024" y="743699"/>
                  <a:pt x="405053" y="743699"/>
                </a:cubicBezTo>
                <a:cubicBezTo>
                  <a:pt x="592082" y="743699"/>
                  <a:pt x="743699" y="592082"/>
                  <a:pt x="743699" y="405053"/>
                </a:cubicBezTo>
                <a:cubicBezTo>
                  <a:pt x="743699" y="218024"/>
                  <a:pt x="592082" y="66407"/>
                  <a:pt x="405053" y="66407"/>
                </a:cubicBezTo>
                <a:close/>
                <a:moveTo>
                  <a:pt x="405053" y="0"/>
                </a:moveTo>
                <a:cubicBezTo>
                  <a:pt x="628758" y="0"/>
                  <a:pt x="810106" y="181348"/>
                  <a:pt x="810106" y="405053"/>
                </a:cubicBezTo>
                <a:cubicBezTo>
                  <a:pt x="810106" y="628758"/>
                  <a:pt x="628758" y="810106"/>
                  <a:pt x="405053" y="810106"/>
                </a:cubicBezTo>
                <a:cubicBezTo>
                  <a:pt x="181348" y="810106"/>
                  <a:pt x="0" y="628758"/>
                  <a:pt x="0" y="405053"/>
                </a:cubicBezTo>
                <a:cubicBezTo>
                  <a:pt x="0" y="181348"/>
                  <a:pt x="181348" y="0"/>
                  <a:pt x="405053" y="0"/>
                </a:cubicBezTo>
                <a:close/>
              </a:path>
            </a:pathLst>
          </a:cu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Oval 29">
            <a:extLst>
              <a:ext uri="{FF2B5EF4-FFF2-40B4-BE49-F238E27FC236}">
                <a16:creationId xmlns:a16="http://schemas.microsoft.com/office/drawing/2014/main" id="{0B8F982E-94CE-43D6-B876-83073AD3FC96}"/>
              </a:ext>
            </a:extLst>
          </p:cNvPr>
          <p:cNvSpPr/>
          <p:nvPr/>
        </p:nvSpPr>
        <p:spPr>
          <a:xfrm>
            <a:off x="4607891" y="3728550"/>
            <a:ext cx="810106" cy="810106"/>
          </a:xfrm>
          <a:custGeom>
            <a:avLst/>
            <a:gdLst/>
            <a:ahLst/>
            <a:cxnLst/>
            <a:rect l="l" t="t" r="r" b="b"/>
            <a:pathLst>
              <a:path w="810106" h="810106">
                <a:moveTo>
                  <a:pt x="405053" y="66407"/>
                </a:moveTo>
                <a:cubicBezTo>
                  <a:pt x="218024" y="66407"/>
                  <a:pt x="66407" y="218024"/>
                  <a:pt x="66407" y="405053"/>
                </a:cubicBezTo>
                <a:cubicBezTo>
                  <a:pt x="66407" y="592082"/>
                  <a:pt x="218024" y="743699"/>
                  <a:pt x="405053" y="743699"/>
                </a:cubicBezTo>
                <a:cubicBezTo>
                  <a:pt x="592082" y="743699"/>
                  <a:pt x="743699" y="592082"/>
                  <a:pt x="743699" y="405053"/>
                </a:cubicBezTo>
                <a:cubicBezTo>
                  <a:pt x="743699" y="218024"/>
                  <a:pt x="592082" y="66407"/>
                  <a:pt x="405053" y="66407"/>
                </a:cubicBezTo>
                <a:close/>
                <a:moveTo>
                  <a:pt x="405053" y="0"/>
                </a:moveTo>
                <a:cubicBezTo>
                  <a:pt x="628758" y="0"/>
                  <a:pt x="810106" y="181348"/>
                  <a:pt x="810106" y="405053"/>
                </a:cubicBezTo>
                <a:cubicBezTo>
                  <a:pt x="810106" y="628758"/>
                  <a:pt x="628758" y="810106"/>
                  <a:pt x="405053" y="810106"/>
                </a:cubicBezTo>
                <a:cubicBezTo>
                  <a:pt x="181348" y="810106"/>
                  <a:pt x="0" y="628758"/>
                  <a:pt x="0" y="405053"/>
                </a:cubicBezTo>
                <a:cubicBezTo>
                  <a:pt x="0" y="181348"/>
                  <a:pt x="181348" y="0"/>
                  <a:pt x="405053" y="0"/>
                </a:cubicBezTo>
                <a:close/>
              </a:path>
            </a:pathLst>
          </a:cu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Oval 32">
            <a:extLst>
              <a:ext uri="{FF2B5EF4-FFF2-40B4-BE49-F238E27FC236}">
                <a16:creationId xmlns:a16="http://schemas.microsoft.com/office/drawing/2014/main" id="{39A5989A-B316-4F38-9418-C75B7D2D8AEC}"/>
              </a:ext>
            </a:extLst>
          </p:cNvPr>
          <p:cNvSpPr/>
          <p:nvPr/>
        </p:nvSpPr>
        <p:spPr>
          <a:xfrm>
            <a:off x="4240206" y="2001863"/>
            <a:ext cx="810106" cy="810106"/>
          </a:xfrm>
          <a:custGeom>
            <a:avLst/>
            <a:gdLst/>
            <a:ahLst/>
            <a:cxnLst/>
            <a:rect l="l" t="t" r="r" b="b"/>
            <a:pathLst>
              <a:path w="810106" h="810106">
                <a:moveTo>
                  <a:pt x="405053" y="66407"/>
                </a:moveTo>
                <a:cubicBezTo>
                  <a:pt x="218024" y="66407"/>
                  <a:pt x="66407" y="218024"/>
                  <a:pt x="66407" y="405053"/>
                </a:cubicBezTo>
                <a:cubicBezTo>
                  <a:pt x="66407" y="592082"/>
                  <a:pt x="218024" y="743699"/>
                  <a:pt x="405053" y="743699"/>
                </a:cubicBezTo>
                <a:cubicBezTo>
                  <a:pt x="592082" y="743699"/>
                  <a:pt x="743699" y="592082"/>
                  <a:pt x="743699" y="405053"/>
                </a:cubicBezTo>
                <a:cubicBezTo>
                  <a:pt x="743699" y="218024"/>
                  <a:pt x="592082" y="66407"/>
                  <a:pt x="405053" y="66407"/>
                </a:cubicBezTo>
                <a:close/>
                <a:moveTo>
                  <a:pt x="405053" y="0"/>
                </a:moveTo>
                <a:cubicBezTo>
                  <a:pt x="628758" y="0"/>
                  <a:pt x="810106" y="181348"/>
                  <a:pt x="810106" y="405053"/>
                </a:cubicBezTo>
                <a:cubicBezTo>
                  <a:pt x="810106" y="628758"/>
                  <a:pt x="628758" y="810106"/>
                  <a:pt x="405053" y="810106"/>
                </a:cubicBezTo>
                <a:cubicBezTo>
                  <a:pt x="181348" y="810106"/>
                  <a:pt x="0" y="628758"/>
                  <a:pt x="0" y="405053"/>
                </a:cubicBezTo>
                <a:cubicBezTo>
                  <a:pt x="0" y="181348"/>
                  <a:pt x="181348" y="0"/>
                  <a:pt x="405053" y="0"/>
                </a:cubicBezTo>
                <a:close/>
              </a:path>
            </a:pathLst>
          </a:cu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Oval 35">
            <a:extLst>
              <a:ext uri="{FF2B5EF4-FFF2-40B4-BE49-F238E27FC236}">
                <a16:creationId xmlns:a16="http://schemas.microsoft.com/office/drawing/2014/main" id="{130554F0-008B-4280-BB4B-0651FD3619CC}"/>
              </a:ext>
            </a:extLst>
          </p:cNvPr>
          <p:cNvSpPr/>
          <p:nvPr/>
        </p:nvSpPr>
        <p:spPr>
          <a:xfrm>
            <a:off x="7125537" y="1799344"/>
            <a:ext cx="810106" cy="810106"/>
          </a:xfrm>
          <a:custGeom>
            <a:avLst/>
            <a:gdLst/>
            <a:ahLst/>
            <a:cxnLst/>
            <a:rect l="l" t="t" r="r" b="b"/>
            <a:pathLst>
              <a:path w="810106" h="810106">
                <a:moveTo>
                  <a:pt x="405053" y="66407"/>
                </a:moveTo>
                <a:cubicBezTo>
                  <a:pt x="218024" y="66407"/>
                  <a:pt x="66407" y="218024"/>
                  <a:pt x="66407" y="405053"/>
                </a:cubicBezTo>
                <a:cubicBezTo>
                  <a:pt x="66407" y="592082"/>
                  <a:pt x="218024" y="743699"/>
                  <a:pt x="405053" y="743699"/>
                </a:cubicBezTo>
                <a:cubicBezTo>
                  <a:pt x="592082" y="743699"/>
                  <a:pt x="743699" y="592082"/>
                  <a:pt x="743699" y="405053"/>
                </a:cubicBezTo>
                <a:cubicBezTo>
                  <a:pt x="743699" y="218024"/>
                  <a:pt x="592082" y="66407"/>
                  <a:pt x="405053" y="66407"/>
                </a:cubicBezTo>
                <a:close/>
                <a:moveTo>
                  <a:pt x="405053" y="0"/>
                </a:moveTo>
                <a:cubicBezTo>
                  <a:pt x="628758" y="0"/>
                  <a:pt x="810106" y="181348"/>
                  <a:pt x="810106" y="405053"/>
                </a:cubicBezTo>
                <a:cubicBezTo>
                  <a:pt x="810106" y="628758"/>
                  <a:pt x="628758" y="810106"/>
                  <a:pt x="405053" y="810106"/>
                </a:cubicBezTo>
                <a:cubicBezTo>
                  <a:pt x="181348" y="810106"/>
                  <a:pt x="0" y="628758"/>
                  <a:pt x="0" y="405053"/>
                </a:cubicBezTo>
                <a:cubicBezTo>
                  <a:pt x="0" y="181348"/>
                  <a:pt x="181348" y="0"/>
                  <a:pt x="405053" y="0"/>
                </a:cubicBez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28BA4862-7B5F-4370-A86E-67FAC00E20C3}"/>
              </a:ext>
            </a:extLst>
          </p:cNvPr>
          <p:cNvSpPr/>
          <p:nvPr/>
        </p:nvSpPr>
        <p:spPr>
          <a:xfrm>
            <a:off x="7403510" y="2033846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Rounded Rectangle 32">
            <a:extLst>
              <a:ext uri="{FF2B5EF4-FFF2-40B4-BE49-F238E27FC236}">
                <a16:creationId xmlns:a16="http://schemas.microsoft.com/office/drawing/2014/main" id="{DCE9E6C3-903C-4CFF-B690-93D03F92335B}"/>
              </a:ext>
            </a:extLst>
          </p:cNvPr>
          <p:cNvSpPr/>
          <p:nvPr/>
        </p:nvSpPr>
        <p:spPr>
          <a:xfrm>
            <a:off x="4492393" y="2245597"/>
            <a:ext cx="322637" cy="32263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ounded Rectangle 25">
            <a:extLst>
              <a:ext uri="{FF2B5EF4-FFF2-40B4-BE49-F238E27FC236}">
                <a16:creationId xmlns:a16="http://schemas.microsoft.com/office/drawing/2014/main" id="{23782CFD-0E53-4F1D-B5F5-7E4D2A0DF930}"/>
              </a:ext>
            </a:extLst>
          </p:cNvPr>
          <p:cNvSpPr/>
          <p:nvPr/>
        </p:nvSpPr>
        <p:spPr>
          <a:xfrm>
            <a:off x="6966302" y="3508383"/>
            <a:ext cx="412168" cy="30205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Oval 31">
            <a:extLst>
              <a:ext uri="{FF2B5EF4-FFF2-40B4-BE49-F238E27FC236}">
                <a16:creationId xmlns:a16="http://schemas.microsoft.com/office/drawing/2014/main" id="{17B0CAE8-5998-4B09-9FDA-9BE3C1A254A5}"/>
              </a:ext>
            </a:extLst>
          </p:cNvPr>
          <p:cNvSpPr/>
          <p:nvPr/>
        </p:nvSpPr>
        <p:spPr>
          <a:xfrm>
            <a:off x="4795279" y="3904505"/>
            <a:ext cx="407177" cy="401707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9EB6E6AA-9EFB-4814-A997-E8CBE8FB3342}"/>
              </a:ext>
            </a:extLst>
          </p:cNvPr>
          <p:cNvSpPr/>
          <p:nvPr/>
        </p:nvSpPr>
        <p:spPr>
          <a:xfrm>
            <a:off x="5608349" y="5300465"/>
            <a:ext cx="962909" cy="961344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7048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3013B59-CA14-463E-85DC-CAF0F383B5F7}"/>
              </a:ext>
            </a:extLst>
          </p:cNvPr>
          <p:cNvSpPr txBox="1"/>
          <p:nvPr/>
        </p:nvSpPr>
        <p:spPr>
          <a:xfrm>
            <a:off x="7388606" y="507832"/>
            <a:ext cx="19085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Simple Portfolio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Designed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BDE5C6-0424-4BEF-B214-074422E344D2}"/>
              </a:ext>
            </a:extLst>
          </p:cNvPr>
          <p:cNvSpPr txBox="1"/>
          <p:nvPr/>
        </p:nvSpPr>
        <p:spPr>
          <a:xfrm>
            <a:off x="7388606" y="2995913"/>
            <a:ext cx="17729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</a:t>
            </a:r>
            <a:r>
              <a:rPr lang="en-US" altLang="ko-KR" sz="1200" dirty="0">
                <a:solidFill>
                  <a:schemeClr val="bg1"/>
                </a:solidFill>
                <a:ea typeface="FZShuTi" pitchFamily="2" charset="-122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idx="18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9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20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4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6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7"/>
          </p:nvPr>
        </p:nvSpPr>
        <p:spPr/>
      </p:sp>
    </p:spTree>
    <p:extLst>
      <p:ext uri="{BB962C8B-B14F-4D97-AF65-F5344CB8AC3E}">
        <p14:creationId xmlns:p14="http://schemas.microsoft.com/office/powerpoint/2010/main" val="722684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27" name="Oval 24">
            <a:extLst>
              <a:ext uri="{FF2B5EF4-FFF2-40B4-BE49-F238E27FC236}">
                <a16:creationId xmlns:a16="http://schemas.microsoft.com/office/drawing/2014/main" id="{CC19235C-D681-450A-AE98-CCECAA2C4D37}"/>
              </a:ext>
            </a:extLst>
          </p:cNvPr>
          <p:cNvSpPr/>
          <p:nvPr/>
        </p:nvSpPr>
        <p:spPr>
          <a:xfrm>
            <a:off x="7348711" y="1940977"/>
            <a:ext cx="693414" cy="6934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Oval 25">
            <a:extLst>
              <a:ext uri="{FF2B5EF4-FFF2-40B4-BE49-F238E27FC236}">
                <a16:creationId xmlns:a16="http://schemas.microsoft.com/office/drawing/2014/main" id="{0A1A3755-4B6E-4207-AEEA-3D75E4249103}"/>
              </a:ext>
            </a:extLst>
          </p:cNvPr>
          <p:cNvSpPr/>
          <p:nvPr/>
        </p:nvSpPr>
        <p:spPr>
          <a:xfrm>
            <a:off x="7348711" y="3082549"/>
            <a:ext cx="693414" cy="6934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Oval 26">
            <a:extLst>
              <a:ext uri="{FF2B5EF4-FFF2-40B4-BE49-F238E27FC236}">
                <a16:creationId xmlns:a16="http://schemas.microsoft.com/office/drawing/2014/main" id="{D5D8BE15-0AD8-423B-AB3E-A22C7B09D107}"/>
              </a:ext>
            </a:extLst>
          </p:cNvPr>
          <p:cNvSpPr/>
          <p:nvPr/>
        </p:nvSpPr>
        <p:spPr>
          <a:xfrm>
            <a:off x="7348711" y="4224121"/>
            <a:ext cx="693414" cy="6934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Oval 27">
            <a:extLst>
              <a:ext uri="{FF2B5EF4-FFF2-40B4-BE49-F238E27FC236}">
                <a16:creationId xmlns:a16="http://schemas.microsoft.com/office/drawing/2014/main" id="{AAD2AD2B-DEF6-499B-A6DB-5CFBD5A3F0C5}"/>
              </a:ext>
            </a:extLst>
          </p:cNvPr>
          <p:cNvSpPr/>
          <p:nvPr/>
        </p:nvSpPr>
        <p:spPr>
          <a:xfrm>
            <a:off x="7348711" y="5365694"/>
            <a:ext cx="693414" cy="69341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1" name="Table 3">
            <a:extLst>
              <a:ext uri="{FF2B5EF4-FFF2-40B4-BE49-F238E27FC236}">
                <a16:creationId xmlns:a16="http://schemas.microsoft.com/office/drawing/2014/main" id="{DE4DFB8A-7B92-45ED-A2E6-56E878378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106147"/>
              </p:ext>
            </p:extLst>
          </p:nvPr>
        </p:nvGraphicFramePr>
        <p:xfrm>
          <a:off x="905346" y="1844496"/>
          <a:ext cx="6247839" cy="42669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8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4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Text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Here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Text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Here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Text Here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charset="0"/>
                        </a:rPr>
                        <a:t>Text Here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8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32" name="Group 8">
            <a:extLst>
              <a:ext uri="{FF2B5EF4-FFF2-40B4-BE49-F238E27FC236}">
                <a16:creationId xmlns:a16="http://schemas.microsoft.com/office/drawing/2014/main" id="{74A67C40-10E2-4F81-917F-B58136DA0833}"/>
              </a:ext>
            </a:extLst>
          </p:cNvPr>
          <p:cNvGrpSpPr/>
          <p:nvPr/>
        </p:nvGrpSpPr>
        <p:grpSpPr>
          <a:xfrm>
            <a:off x="8237649" y="1835626"/>
            <a:ext cx="3124450" cy="904116"/>
            <a:chOff x="395534" y="3737445"/>
            <a:chExt cx="3972999" cy="9041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66E270E-1E85-42DD-A4D3-18E03DDED79C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12851A1-6FEB-4816-B730-C644BE89EDFA}"/>
                </a:ext>
              </a:extLst>
            </p:cNvPr>
            <p:cNvSpPr txBox="1"/>
            <p:nvPr/>
          </p:nvSpPr>
          <p:spPr>
            <a:xfrm>
              <a:off x="395537" y="3995230"/>
              <a:ext cx="39729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 and Presentations.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5" name="Group 11">
            <a:extLst>
              <a:ext uri="{FF2B5EF4-FFF2-40B4-BE49-F238E27FC236}">
                <a16:creationId xmlns:a16="http://schemas.microsoft.com/office/drawing/2014/main" id="{B461E589-0A1E-4649-8BB8-E0EB593B5E81}"/>
              </a:ext>
            </a:extLst>
          </p:cNvPr>
          <p:cNvGrpSpPr/>
          <p:nvPr/>
        </p:nvGrpSpPr>
        <p:grpSpPr>
          <a:xfrm>
            <a:off x="8237649" y="2977198"/>
            <a:ext cx="3124450" cy="904116"/>
            <a:chOff x="395534" y="3737445"/>
            <a:chExt cx="3972999" cy="90411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2BE271F-47D1-4ECD-8040-739F4AC08E61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22BFF5C-1101-4D94-9AB8-9ABEDCAD3970}"/>
                </a:ext>
              </a:extLst>
            </p:cNvPr>
            <p:cNvSpPr txBox="1"/>
            <p:nvPr/>
          </p:nvSpPr>
          <p:spPr>
            <a:xfrm>
              <a:off x="395536" y="3995230"/>
              <a:ext cx="39729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 and Presentations.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8" name="Group 14">
            <a:extLst>
              <a:ext uri="{FF2B5EF4-FFF2-40B4-BE49-F238E27FC236}">
                <a16:creationId xmlns:a16="http://schemas.microsoft.com/office/drawing/2014/main" id="{04AADE78-B70D-479B-BE2E-576EB6099967}"/>
              </a:ext>
            </a:extLst>
          </p:cNvPr>
          <p:cNvGrpSpPr/>
          <p:nvPr/>
        </p:nvGrpSpPr>
        <p:grpSpPr>
          <a:xfrm>
            <a:off x="8237649" y="4118770"/>
            <a:ext cx="3124450" cy="904116"/>
            <a:chOff x="395534" y="3737445"/>
            <a:chExt cx="3972999" cy="90411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ADE063-9D86-4591-8167-F5EDBBA60EA0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C91D5E-26EF-470D-82AC-6B5F2C6E6928}"/>
                </a:ext>
              </a:extLst>
            </p:cNvPr>
            <p:cNvSpPr txBox="1"/>
            <p:nvPr/>
          </p:nvSpPr>
          <p:spPr>
            <a:xfrm>
              <a:off x="395536" y="3995230"/>
              <a:ext cx="39729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 and Presentations.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Group 17">
            <a:extLst>
              <a:ext uri="{FF2B5EF4-FFF2-40B4-BE49-F238E27FC236}">
                <a16:creationId xmlns:a16="http://schemas.microsoft.com/office/drawing/2014/main" id="{BE172126-3964-4110-9AF3-E14ABB5E92D5}"/>
              </a:ext>
            </a:extLst>
          </p:cNvPr>
          <p:cNvGrpSpPr/>
          <p:nvPr/>
        </p:nvGrpSpPr>
        <p:grpSpPr>
          <a:xfrm>
            <a:off x="8237649" y="5260343"/>
            <a:ext cx="3124450" cy="904116"/>
            <a:chOff x="395534" y="3737445"/>
            <a:chExt cx="3972999" cy="90411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175A6E5-FE62-4CC8-9E0E-821594FA793B}"/>
                </a:ext>
              </a:extLst>
            </p:cNvPr>
            <p:cNvSpPr txBox="1"/>
            <p:nvPr/>
          </p:nvSpPr>
          <p:spPr>
            <a:xfrm>
              <a:off x="395534" y="3737445"/>
              <a:ext cx="397299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F0E3C91-7732-417D-B058-7639496AEB1E}"/>
                </a:ext>
              </a:extLst>
            </p:cNvPr>
            <p:cNvSpPr txBox="1"/>
            <p:nvPr/>
          </p:nvSpPr>
          <p:spPr>
            <a:xfrm>
              <a:off x="395536" y="3995230"/>
              <a:ext cx="39729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Reports and Presentations.</a:t>
              </a:r>
              <a:endPara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4" name="Isosceles Triangle 51">
            <a:extLst>
              <a:ext uri="{FF2B5EF4-FFF2-40B4-BE49-F238E27FC236}">
                <a16:creationId xmlns:a16="http://schemas.microsoft.com/office/drawing/2014/main" id="{6AB98547-31B3-444D-ADFF-2C0CD58C6171}"/>
              </a:ext>
            </a:extLst>
          </p:cNvPr>
          <p:cNvSpPr/>
          <p:nvPr/>
        </p:nvSpPr>
        <p:spPr>
          <a:xfrm>
            <a:off x="7541666" y="2161357"/>
            <a:ext cx="333042" cy="244221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5" name="Rounded Rectangle 10">
            <a:extLst>
              <a:ext uri="{FF2B5EF4-FFF2-40B4-BE49-F238E27FC236}">
                <a16:creationId xmlns:a16="http://schemas.microsoft.com/office/drawing/2014/main" id="{903F7023-16F1-44AB-9A51-947D43302E04}"/>
              </a:ext>
            </a:extLst>
          </p:cNvPr>
          <p:cNvSpPr/>
          <p:nvPr/>
        </p:nvSpPr>
        <p:spPr>
          <a:xfrm>
            <a:off x="7576834" y="3278943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6" name="Oval 7">
            <a:extLst>
              <a:ext uri="{FF2B5EF4-FFF2-40B4-BE49-F238E27FC236}">
                <a16:creationId xmlns:a16="http://schemas.microsoft.com/office/drawing/2014/main" id="{FBE37DED-2D39-4B35-94CC-9B1A2D1521A6}"/>
              </a:ext>
            </a:extLst>
          </p:cNvPr>
          <p:cNvSpPr/>
          <p:nvPr/>
        </p:nvSpPr>
        <p:spPr>
          <a:xfrm>
            <a:off x="7524082" y="5532582"/>
            <a:ext cx="361277" cy="3612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7" name="Rounded Rectangle 25">
            <a:extLst>
              <a:ext uri="{FF2B5EF4-FFF2-40B4-BE49-F238E27FC236}">
                <a16:creationId xmlns:a16="http://schemas.microsoft.com/office/drawing/2014/main" id="{16C6340C-BC0A-4651-9414-15974C949934}"/>
              </a:ext>
            </a:extLst>
          </p:cNvPr>
          <p:cNvSpPr/>
          <p:nvPr/>
        </p:nvSpPr>
        <p:spPr>
          <a:xfrm>
            <a:off x="7497708" y="4422145"/>
            <a:ext cx="412168" cy="30205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4000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5">
            <a:extLst>
              <a:ext uri="{FF2B5EF4-FFF2-40B4-BE49-F238E27FC236}">
                <a16:creationId xmlns:a16="http://schemas.microsoft.com/office/drawing/2014/main" id="{3DAC1715-60B8-4DAA-8250-7DD53D993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868" y="845169"/>
            <a:ext cx="2872857" cy="1858907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66" name="Group 23">
            <a:extLst>
              <a:ext uri="{FF2B5EF4-FFF2-40B4-BE49-F238E27FC236}">
                <a16:creationId xmlns:a16="http://schemas.microsoft.com/office/drawing/2014/main" id="{364A24E1-4280-4F67-9BF1-EFAF09A42E92}"/>
              </a:ext>
            </a:extLst>
          </p:cNvPr>
          <p:cNvGrpSpPr/>
          <p:nvPr/>
        </p:nvGrpSpPr>
        <p:grpSpPr>
          <a:xfrm>
            <a:off x="860211" y="5134924"/>
            <a:ext cx="1699847" cy="1048024"/>
            <a:chOff x="803640" y="3362835"/>
            <a:chExt cx="2059657" cy="104802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07C5041-013D-4852-BB1D-7A7F22129506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1E073BE-7B40-4747-A333-411149407CEB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69" name="Group 26">
            <a:extLst>
              <a:ext uri="{FF2B5EF4-FFF2-40B4-BE49-F238E27FC236}">
                <a16:creationId xmlns:a16="http://schemas.microsoft.com/office/drawing/2014/main" id="{86AE0962-1554-4705-8C48-E17B8E845956}"/>
              </a:ext>
            </a:extLst>
          </p:cNvPr>
          <p:cNvGrpSpPr/>
          <p:nvPr/>
        </p:nvGrpSpPr>
        <p:grpSpPr>
          <a:xfrm>
            <a:off x="2755474" y="5134924"/>
            <a:ext cx="1699847" cy="1048024"/>
            <a:chOff x="803640" y="3362835"/>
            <a:chExt cx="2059657" cy="1048024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48DB244-2C9A-4E97-9C56-0D56F5D63F20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0059492-B87F-4D49-B517-B5B94636158E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72" name="Group 29">
            <a:extLst>
              <a:ext uri="{FF2B5EF4-FFF2-40B4-BE49-F238E27FC236}">
                <a16:creationId xmlns:a16="http://schemas.microsoft.com/office/drawing/2014/main" id="{4529CF9F-E53C-42BF-A886-C1619F27C8A0}"/>
              </a:ext>
            </a:extLst>
          </p:cNvPr>
          <p:cNvGrpSpPr/>
          <p:nvPr/>
        </p:nvGrpSpPr>
        <p:grpSpPr>
          <a:xfrm>
            <a:off x="4650737" y="5134924"/>
            <a:ext cx="1699847" cy="1048024"/>
            <a:chOff x="803640" y="3362835"/>
            <a:chExt cx="2059657" cy="104802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DAB91A6-3D53-4161-AC43-D8F93EFB2F9E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E0FCAC2-E490-477F-9C52-46BA2A45B703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75" name="Group 32">
            <a:extLst>
              <a:ext uri="{FF2B5EF4-FFF2-40B4-BE49-F238E27FC236}">
                <a16:creationId xmlns:a16="http://schemas.microsoft.com/office/drawing/2014/main" id="{83B2B3AE-6CEB-491D-93C7-6789E7FA36D6}"/>
              </a:ext>
            </a:extLst>
          </p:cNvPr>
          <p:cNvGrpSpPr/>
          <p:nvPr/>
        </p:nvGrpSpPr>
        <p:grpSpPr>
          <a:xfrm>
            <a:off x="6546000" y="5134924"/>
            <a:ext cx="1699847" cy="1048024"/>
            <a:chOff x="803640" y="3362835"/>
            <a:chExt cx="2059657" cy="1048024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DD240E4-0FE5-4200-97DE-87747A7C383A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E2A1DD4-3D0C-4C28-8509-559E7D57D43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61" name="Teardrop 17">
            <a:extLst>
              <a:ext uri="{FF2B5EF4-FFF2-40B4-BE49-F238E27FC236}">
                <a16:creationId xmlns:a16="http://schemas.microsoft.com/office/drawing/2014/main" id="{0F6AB9B8-0CE2-4151-B7DE-E82F7BA3D481}"/>
              </a:ext>
            </a:extLst>
          </p:cNvPr>
          <p:cNvSpPr/>
          <p:nvPr/>
        </p:nvSpPr>
        <p:spPr>
          <a:xfrm rot="2700000" flipH="1">
            <a:off x="8478394" y="2796873"/>
            <a:ext cx="1620000" cy="1620000"/>
          </a:xfrm>
          <a:prstGeom prst="teardrop">
            <a:avLst>
              <a:gd name="adj" fmla="val 133882"/>
            </a:avLst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Teardrop 19">
            <a:extLst>
              <a:ext uri="{FF2B5EF4-FFF2-40B4-BE49-F238E27FC236}">
                <a16:creationId xmlns:a16="http://schemas.microsoft.com/office/drawing/2014/main" id="{E9694457-A856-4DC7-8583-42B29D7F9B6E}"/>
              </a:ext>
            </a:extLst>
          </p:cNvPr>
          <p:cNvSpPr/>
          <p:nvPr/>
        </p:nvSpPr>
        <p:spPr>
          <a:xfrm rot="2700000" flipH="1">
            <a:off x="6661140" y="3014152"/>
            <a:ext cx="1440000" cy="1440000"/>
          </a:xfrm>
          <a:prstGeom prst="teardrop">
            <a:avLst>
              <a:gd name="adj" fmla="val 133882"/>
            </a:avLst>
          </a:prstGeom>
          <a:solidFill>
            <a:schemeClr val="accent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3" name="Teardrop 20">
            <a:extLst>
              <a:ext uri="{FF2B5EF4-FFF2-40B4-BE49-F238E27FC236}">
                <a16:creationId xmlns:a16="http://schemas.microsoft.com/office/drawing/2014/main" id="{1AAF4439-1816-4293-8EFC-2AA16BBD4F27}"/>
              </a:ext>
            </a:extLst>
          </p:cNvPr>
          <p:cNvSpPr/>
          <p:nvPr/>
        </p:nvSpPr>
        <p:spPr>
          <a:xfrm rot="2700000" flipH="1">
            <a:off x="4872647" y="3231431"/>
            <a:ext cx="1260000" cy="1260000"/>
          </a:xfrm>
          <a:prstGeom prst="teardrop">
            <a:avLst>
              <a:gd name="adj" fmla="val 133882"/>
            </a:avLst>
          </a:prstGeom>
          <a:solidFill>
            <a:schemeClr val="accent3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4" name="Teardrop 21">
            <a:extLst>
              <a:ext uri="{FF2B5EF4-FFF2-40B4-BE49-F238E27FC236}">
                <a16:creationId xmlns:a16="http://schemas.microsoft.com/office/drawing/2014/main" id="{4A270329-BDDE-44F6-94B6-66DAFE0D0D6A}"/>
              </a:ext>
            </a:extLst>
          </p:cNvPr>
          <p:cNvSpPr/>
          <p:nvPr/>
        </p:nvSpPr>
        <p:spPr>
          <a:xfrm rot="2700000" flipH="1">
            <a:off x="3062605" y="3448710"/>
            <a:ext cx="1080000" cy="1080000"/>
          </a:xfrm>
          <a:prstGeom prst="teardrop">
            <a:avLst>
              <a:gd name="adj" fmla="val 133882"/>
            </a:avLst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5" name="Rectangle 18">
            <a:extLst>
              <a:ext uri="{FF2B5EF4-FFF2-40B4-BE49-F238E27FC236}">
                <a16:creationId xmlns:a16="http://schemas.microsoft.com/office/drawing/2014/main" id="{F6CC6F8F-21F7-437B-8BFB-0A7BAE0105A0}"/>
              </a:ext>
            </a:extLst>
          </p:cNvPr>
          <p:cNvSpPr/>
          <p:nvPr/>
        </p:nvSpPr>
        <p:spPr>
          <a:xfrm flipH="1">
            <a:off x="-3837" y="4742426"/>
            <a:ext cx="12204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8" name="Oval 22">
            <a:extLst>
              <a:ext uri="{FF2B5EF4-FFF2-40B4-BE49-F238E27FC236}">
                <a16:creationId xmlns:a16="http://schemas.microsoft.com/office/drawing/2014/main" id="{A2327869-4BAC-40E4-B343-BF91E9AA0C59}"/>
              </a:ext>
            </a:extLst>
          </p:cNvPr>
          <p:cNvSpPr/>
          <p:nvPr/>
        </p:nvSpPr>
        <p:spPr>
          <a:xfrm flipH="1">
            <a:off x="9154995" y="4635403"/>
            <a:ext cx="266798" cy="266798"/>
          </a:xfrm>
          <a:prstGeom prst="ellipse">
            <a:avLst/>
          </a:prstGeom>
          <a:solidFill>
            <a:schemeClr val="accent5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9" name="Oval 40">
            <a:extLst>
              <a:ext uri="{FF2B5EF4-FFF2-40B4-BE49-F238E27FC236}">
                <a16:creationId xmlns:a16="http://schemas.microsoft.com/office/drawing/2014/main" id="{5CDABC22-902E-4342-AFF7-A3767CA7F4EC}"/>
              </a:ext>
            </a:extLst>
          </p:cNvPr>
          <p:cNvSpPr/>
          <p:nvPr/>
        </p:nvSpPr>
        <p:spPr>
          <a:xfrm flipH="1">
            <a:off x="7247741" y="4635403"/>
            <a:ext cx="266798" cy="266798"/>
          </a:xfrm>
          <a:prstGeom prst="ellipse">
            <a:avLst/>
          </a:prstGeom>
          <a:solidFill>
            <a:schemeClr val="accent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0" name="Oval 41">
            <a:extLst>
              <a:ext uri="{FF2B5EF4-FFF2-40B4-BE49-F238E27FC236}">
                <a16:creationId xmlns:a16="http://schemas.microsoft.com/office/drawing/2014/main" id="{3987DF82-9074-4680-B7C9-3A9F273BBE86}"/>
              </a:ext>
            </a:extLst>
          </p:cNvPr>
          <p:cNvSpPr/>
          <p:nvPr/>
        </p:nvSpPr>
        <p:spPr>
          <a:xfrm flipH="1">
            <a:off x="5369248" y="4635403"/>
            <a:ext cx="266798" cy="266798"/>
          </a:xfrm>
          <a:prstGeom prst="ellipse">
            <a:avLst/>
          </a:prstGeom>
          <a:solidFill>
            <a:schemeClr val="accent3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1" name="Oval 42">
            <a:extLst>
              <a:ext uri="{FF2B5EF4-FFF2-40B4-BE49-F238E27FC236}">
                <a16:creationId xmlns:a16="http://schemas.microsoft.com/office/drawing/2014/main" id="{77C1914D-92BE-4873-B769-40E8B4073552}"/>
              </a:ext>
            </a:extLst>
          </p:cNvPr>
          <p:cNvSpPr/>
          <p:nvPr/>
        </p:nvSpPr>
        <p:spPr>
          <a:xfrm flipH="1">
            <a:off x="3469206" y="4635403"/>
            <a:ext cx="266798" cy="266798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2" name="Teardrop 21">
            <a:extLst>
              <a:ext uri="{FF2B5EF4-FFF2-40B4-BE49-F238E27FC236}">
                <a16:creationId xmlns:a16="http://schemas.microsoft.com/office/drawing/2014/main" id="{E16C7378-A41D-4907-AD34-E8B5D21F4BA6}"/>
              </a:ext>
            </a:extLst>
          </p:cNvPr>
          <p:cNvSpPr/>
          <p:nvPr/>
        </p:nvSpPr>
        <p:spPr>
          <a:xfrm rot="2700000" flipH="1">
            <a:off x="1257341" y="3665989"/>
            <a:ext cx="900000" cy="900000"/>
          </a:xfrm>
          <a:prstGeom prst="teardrop">
            <a:avLst>
              <a:gd name="adj" fmla="val 133882"/>
            </a:avLst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3" name="Oval 42">
            <a:extLst>
              <a:ext uri="{FF2B5EF4-FFF2-40B4-BE49-F238E27FC236}">
                <a16:creationId xmlns:a16="http://schemas.microsoft.com/office/drawing/2014/main" id="{87354EBB-0604-4C24-A467-45E68664A2D3}"/>
              </a:ext>
            </a:extLst>
          </p:cNvPr>
          <p:cNvSpPr/>
          <p:nvPr/>
        </p:nvSpPr>
        <p:spPr>
          <a:xfrm flipH="1">
            <a:off x="1573942" y="4635403"/>
            <a:ext cx="266798" cy="266798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84" name="Group 32">
            <a:extLst>
              <a:ext uri="{FF2B5EF4-FFF2-40B4-BE49-F238E27FC236}">
                <a16:creationId xmlns:a16="http://schemas.microsoft.com/office/drawing/2014/main" id="{34A036C6-2DB7-4DBF-86FE-C1367DA3C726}"/>
              </a:ext>
            </a:extLst>
          </p:cNvPr>
          <p:cNvGrpSpPr/>
          <p:nvPr/>
        </p:nvGrpSpPr>
        <p:grpSpPr>
          <a:xfrm>
            <a:off x="8441264" y="5134924"/>
            <a:ext cx="1699847" cy="1048024"/>
            <a:chOff x="803640" y="3362835"/>
            <a:chExt cx="2059657" cy="1048024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56CFF7E-C79A-4BCA-B03C-A0334CC270F3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4E8485E-6221-41FE-8D6A-DB9322C624B4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accent5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accent5"/>
                </a:solidFill>
                <a:cs typeface="Arial" pitchFamily="34" charset="0"/>
              </a:endParaRPr>
            </a:p>
          </p:txBody>
        </p:sp>
      </p:grpSp>
      <p:sp>
        <p:nvSpPr>
          <p:cNvPr id="29" name="Isosceles Triangle 8">
            <a:extLst>
              <a:ext uri="{FF2B5EF4-FFF2-40B4-BE49-F238E27FC236}">
                <a16:creationId xmlns:a16="http://schemas.microsoft.com/office/drawing/2014/main" id="{512D7455-4391-4AB0-BFDD-4028EF943FC7}"/>
              </a:ext>
            </a:extLst>
          </p:cNvPr>
          <p:cNvSpPr/>
          <p:nvPr/>
        </p:nvSpPr>
        <p:spPr>
          <a:xfrm rot="16200000">
            <a:off x="1489926" y="3858496"/>
            <a:ext cx="418758" cy="499271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ound Same Side Corner Rectangle 11">
            <a:extLst>
              <a:ext uri="{FF2B5EF4-FFF2-40B4-BE49-F238E27FC236}">
                <a16:creationId xmlns:a16="http://schemas.microsoft.com/office/drawing/2014/main" id="{1C881172-AF14-4FC7-B427-BC2977B47F50}"/>
              </a:ext>
            </a:extLst>
          </p:cNvPr>
          <p:cNvSpPr>
            <a:spLocks noChangeAspect="1"/>
          </p:cNvSpPr>
          <p:nvPr/>
        </p:nvSpPr>
        <p:spPr>
          <a:xfrm rot="9900000">
            <a:off x="5317866" y="3727100"/>
            <a:ext cx="486804" cy="413447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D45437AF-52D5-4527-B460-0EDB34AE3C8E}"/>
              </a:ext>
            </a:extLst>
          </p:cNvPr>
          <p:cNvSpPr/>
          <p:nvPr/>
        </p:nvSpPr>
        <p:spPr>
          <a:xfrm>
            <a:off x="7153085" y="3606733"/>
            <a:ext cx="425827" cy="32709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Donut 24">
            <a:extLst>
              <a:ext uri="{FF2B5EF4-FFF2-40B4-BE49-F238E27FC236}">
                <a16:creationId xmlns:a16="http://schemas.microsoft.com/office/drawing/2014/main" id="{3909A8B9-2334-420B-B4A1-C08855828F6A}"/>
              </a:ext>
            </a:extLst>
          </p:cNvPr>
          <p:cNvSpPr/>
          <p:nvPr/>
        </p:nvSpPr>
        <p:spPr>
          <a:xfrm>
            <a:off x="8937273" y="3275677"/>
            <a:ext cx="702580" cy="708299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EEF6685A-6220-4404-8724-22160037AF4B}"/>
              </a:ext>
            </a:extLst>
          </p:cNvPr>
          <p:cNvSpPr>
            <a:spLocks noChangeAspect="1"/>
          </p:cNvSpPr>
          <p:nvPr/>
        </p:nvSpPr>
        <p:spPr>
          <a:xfrm>
            <a:off x="3412162" y="3775195"/>
            <a:ext cx="454714" cy="392412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6538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F4DCAB-3B1B-496D-8FDE-589ABB49DF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</a:p>
        </p:txBody>
      </p:sp>
      <p:grpSp>
        <p:nvGrpSpPr>
          <p:cNvPr id="8" name="Group 18">
            <a:extLst>
              <a:ext uri="{FF2B5EF4-FFF2-40B4-BE49-F238E27FC236}">
                <a16:creationId xmlns:a16="http://schemas.microsoft.com/office/drawing/2014/main" id="{6E6E4AA1-8989-4BAE-B0C3-94C506F845C1}"/>
              </a:ext>
            </a:extLst>
          </p:cNvPr>
          <p:cNvGrpSpPr/>
          <p:nvPr/>
        </p:nvGrpSpPr>
        <p:grpSpPr>
          <a:xfrm>
            <a:off x="612037" y="2034916"/>
            <a:ext cx="2111944" cy="1114211"/>
            <a:chOff x="116450" y="1727392"/>
            <a:chExt cx="2111944" cy="1114211"/>
          </a:xfrm>
        </p:grpSpPr>
        <p:grpSp>
          <p:nvGrpSpPr>
            <p:cNvPr id="9" name="Group 28">
              <a:extLst>
                <a:ext uri="{FF2B5EF4-FFF2-40B4-BE49-F238E27FC236}">
                  <a16:creationId xmlns:a16="http://schemas.microsoft.com/office/drawing/2014/main" id="{75774811-0053-4E3E-8719-F4402C4FEA57}"/>
                </a:ext>
              </a:extLst>
            </p:cNvPr>
            <p:cNvGrpSpPr/>
            <p:nvPr/>
          </p:nvGrpSpPr>
          <p:grpSpPr>
            <a:xfrm>
              <a:off x="788234" y="1772816"/>
              <a:ext cx="1440160" cy="1068787"/>
              <a:chOff x="299055" y="1671304"/>
              <a:chExt cx="1280222" cy="1079475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A07EF6-D255-4BE3-B697-8BC933BB8226}"/>
                  </a:ext>
                </a:extLst>
              </p:cNvPr>
              <p:cNvSpPr txBox="1"/>
              <p:nvPr/>
            </p:nvSpPr>
            <p:spPr>
              <a:xfrm>
                <a:off x="299055" y="1911472"/>
                <a:ext cx="1280222" cy="839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You can simply impress your audience and add a unique zing.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9E908B-3539-46DC-A5C9-BEB7ABC6ACEA}"/>
                  </a:ext>
                </a:extLst>
              </p:cNvPr>
              <p:cNvSpPr txBox="1"/>
              <p:nvPr/>
            </p:nvSpPr>
            <p:spPr>
              <a:xfrm>
                <a:off x="299055" y="1671304"/>
                <a:ext cx="1280222" cy="310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Add Title</a:t>
                </a:r>
                <a:endParaRPr lang="ko-KR" altLang="en-US" sz="14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C43AA2-D460-49D7-B960-83715E5286E1}"/>
                </a:ext>
              </a:extLst>
            </p:cNvPr>
            <p:cNvSpPr txBox="1"/>
            <p:nvPr/>
          </p:nvSpPr>
          <p:spPr>
            <a:xfrm>
              <a:off x="116450" y="1727392"/>
              <a:ext cx="722020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01</a:t>
              </a:r>
              <a:endParaRPr lang="ko-KR" altLang="en-US" sz="4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" name="Group 32">
            <a:extLst>
              <a:ext uri="{FF2B5EF4-FFF2-40B4-BE49-F238E27FC236}">
                <a16:creationId xmlns:a16="http://schemas.microsoft.com/office/drawing/2014/main" id="{A260A5FA-F57D-462C-BB22-C0D83B3081DC}"/>
              </a:ext>
            </a:extLst>
          </p:cNvPr>
          <p:cNvGrpSpPr/>
          <p:nvPr/>
        </p:nvGrpSpPr>
        <p:grpSpPr>
          <a:xfrm>
            <a:off x="618171" y="3414401"/>
            <a:ext cx="2111944" cy="1114211"/>
            <a:chOff x="116450" y="1727392"/>
            <a:chExt cx="2111944" cy="1114211"/>
          </a:xfrm>
        </p:grpSpPr>
        <p:grpSp>
          <p:nvGrpSpPr>
            <p:cNvPr id="14" name="Group 33">
              <a:extLst>
                <a:ext uri="{FF2B5EF4-FFF2-40B4-BE49-F238E27FC236}">
                  <a16:creationId xmlns:a16="http://schemas.microsoft.com/office/drawing/2014/main" id="{66B3F4C3-03FF-4093-836E-07D18285D731}"/>
                </a:ext>
              </a:extLst>
            </p:cNvPr>
            <p:cNvGrpSpPr/>
            <p:nvPr/>
          </p:nvGrpSpPr>
          <p:grpSpPr>
            <a:xfrm>
              <a:off x="788234" y="1772816"/>
              <a:ext cx="1440160" cy="1068787"/>
              <a:chOff x="299055" y="1671304"/>
              <a:chExt cx="1280222" cy="1079475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37765B-8FDD-426E-BBB7-5ED61168BD5E}"/>
                  </a:ext>
                </a:extLst>
              </p:cNvPr>
              <p:cNvSpPr txBox="1"/>
              <p:nvPr/>
            </p:nvSpPr>
            <p:spPr>
              <a:xfrm>
                <a:off x="299055" y="1911472"/>
                <a:ext cx="1280222" cy="839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You can simply impress your audience and add a unique zing.</a:t>
                </a:r>
                <a:endParaRPr lang="ko-KR" altLang="en-US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3D38BD-4E10-4C38-9A50-AB1CEA16A1E3}"/>
                  </a:ext>
                </a:extLst>
              </p:cNvPr>
              <p:cNvSpPr txBox="1"/>
              <p:nvPr/>
            </p:nvSpPr>
            <p:spPr>
              <a:xfrm>
                <a:off x="299055" y="1671304"/>
                <a:ext cx="1280222" cy="310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Add Title</a:t>
                </a:r>
                <a:endParaRPr lang="ko-KR" altLang="en-US" sz="14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21C08F-1011-46D7-BCD5-298864C5F870}"/>
                </a:ext>
              </a:extLst>
            </p:cNvPr>
            <p:cNvSpPr txBox="1"/>
            <p:nvPr/>
          </p:nvSpPr>
          <p:spPr>
            <a:xfrm>
              <a:off x="116450" y="1727392"/>
              <a:ext cx="722020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02</a:t>
              </a:r>
              <a:endParaRPr lang="ko-KR" altLang="en-US" sz="4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8" name="Group 37">
            <a:extLst>
              <a:ext uri="{FF2B5EF4-FFF2-40B4-BE49-F238E27FC236}">
                <a16:creationId xmlns:a16="http://schemas.microsoft.com/office/drawing/2014/main" id="{0D9FCD5B-CEB4-4989-B8BC-AE4178FD6679}"/>
              </a:ext>
            </a:extLst>
          </p:cNvPr>
          <p:cNvGrpSpPr/>
          <p:nvPr/>
        </p:nvGrpSpPr>
        <p:grpSpPr>
          <a:xfrm>
            <a:off x="624305" y="4793886"/>
            <a:ext cx="2111944" cy="1114211"/>
            <a:chOff x="116450" y="1727392"/>
            <a:chExt cx="2111944" cy="1114211"/>
          </a:xfrm>
        </p:grpSpPr>
        <p:grpSp>
          <p:nvGrpSpPr>
            <p:cNvPr id="19" name="Group 38">
              <a:extLst>
                <a:ext uri="{FF2B5EF4-FFF2-40B4-BE49-F238E27FC236}">
                  <a16:creationId xmlns:a16="http://schemas.microsoft.com/office/drawing/2014/main" id="{3EF18FF9-1022-434F-B0FA-5AA1902B1E20}"/>
                </a:ext>
              </a:extLst>
            </p:cNvPr>
            <p:cNvGrpSpPr/>
            <p:nvPr/>
          </p:nvGrpSpPr>
          <p:grpSpPr>
            <a:xfrm>
              <a:off x="788234" y="1772816"/>
              <a:ext cx="1440160" cy="1068787"/>
              <a:chOff x="299055" y="1671304"/>
              <a:chExt cx="1280222" cy="1079475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F65A45-C101-42E8-95C7-A55344B729AA}"/>
                  </a:ext>
                </a:extLst>
              </p:cNvPr>
              <p:cNvSpPr txBox="1"/>
              <p:nvPr/>
            </p:nvSpPr>
            <p:spPr>
              <a:xfrm>
                <a:off x="299055" y="1911472"/>
                <a:ext cx="1280222" cy="839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You can simply impress your audience and add a unique zing.</a:t>
                </a:r>
                <a:endParaRPr lang="ko-KR" altLang="en-US" sz="12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0BAAA7-398D-4D66-A918-0EE9AC7B4E5C}"/>
                  </a:ext>
                </a:extLst>
              </p:cNvPr>
              <p:cNvSpPr txBox="1"/>
              <p:nvPr/>
            </p:nvSpPr>
            <p:spPr>
              <a:xfrm>
                <a:off x="299055" y="1671304"/>
                <a:ext cx="1280222" cy="310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Add Title</a:t>
                </a:r>
                <a:endParaRPr lang="ko-KR" altLang="en-US" sz="14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C5DEF3-B183-4355-9E77-A87180C9E16F}"/>
                </a:ext>
              </a:extLst>
            </p:cNvPr>
            <p:cNvSpPr txBox="1"/>
            <p:nvPr/>
          </p:nvSpPr>
          <p:spPr>
            <a:xfrm>
              <a:off x="116450" y="1727392"/>
              <a:ext cx="722020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03</a:t>
              </a:r>
              <a:endParaRPr lang="ko-KR" altLang="en-US" sz="4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397485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81" name="Group 32">
            <a:extLst>
              <a:ext uri="{FF2B5EF4-FFF2-40B4-BE49-F238E27FC236}">
                <a16:creationId xmlns:a16="http://schemas.microsoft.com/office/drawing/2014/main" id="{9A504AFF-6315-48B7-A89B-E945069C9FC0}"/>
              </a:ext>
            </a:extLst>
          </p:cNvPr>
          <p:cNvGrpSpPr/>
          <p:nvPr/>
        </p:nvGrpSpPr>
        <p:grpSpPr>
          <a:xfrm>
            <a:off x="7675799" y="1801955"/>
            <a:ext cx="3539044" cy="923330"/>
            <a:chOff x="3017859" y="4283314"/>
            <a:chExt cx="1249476" cy="923330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02BC1AC-5FE4-4364-A22E-04FC4290F73C}"/>
                </a:ext>
              </a:extLst>
            </p:cNvPr>
            <p:cNvSpPr txBox="1"/>
            <p:nvPr/>
          </p:nvSpPr>
          <p:spPr>
            <a:xfrm>
              <a:off x="3017859" y="4560313"/>
              <a:ext cx="12454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84C105B-7559-4F76-BAD9-650A25909E11}"/>
                </a:ext>
              </a:extLst>
            </p:cNvPr>
            <p:cNvSpPr txBox="1"/>
            <p:nvPr/>
          </p:nvSpPr>
          <p:spPr>
            <a:xfrm>
              <a:off x="3017859" y="4283314"/>
              <a:ext cx="12494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84" name="Group 37">
            <a:extLst>
              <a:ext uri="{FF2B5EF4-FFF2-40B4-BE49-F238E27FC236}">
                <a16:creationId xmlns:a16="http://schemas.microsoft.com/office/drawing/2014/main" id="{077DD6BA-2BA7-4FA3-AAB0-6F5368A8BFEA}"/>
              </a:ext>
            </a:extLst>
          </p:cNvPr>
          <p:cNvGrpSpPr/>
          <p:nvPr/>
        </p:nvGrpSpPr>
        <p:grpSpPr>
          <a:xfrm>
            <a:off x="1149402" y="5121037"/>
            <a:ext cx="3574061" cy="923330"/>
            <a:chOff x="3122317" y="4283314"/>
            <a:chExt cx="1145017" cy="923330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0C064A4-F458-4BDD-9156-BA2526A19CD2}"/>
                </a:ext>
              </a:extLst>
            </p:cNvPr>
            <p:cNvSpPr txBox="1"/>
            <p:nvPr/>
          </p:nvSpPr>
          <p:spPr>
            <a:xfrm>
              <a:off x="3122317" y="4560313"/>
              <a:ext cx="11450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42DE4F-80A3-4498-A3E3-3E88A2137401}"/>
                </a:ext>
              </a:extLst>
            </p:cNvPr>
            <p:cNvSpPr txBox="1"/>
            <p:nvPr/>
          </p:nvSpPr>
          <p:spPr>
            <a:xfrm>
              <a:off x="3122317" y="4283314"/>
              <a:ext cx="11450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87" name="Rectangle 16">
            <a:extLst>
              <a:ext uri="{FF2B5EF4-FFF2-40B4-BE49-F238E27FC236}">
                <a16:creationId xmlns:a16="http://schemas.microsoft.com/office/drawing/2014/main" id="{CE4B1681-912A-4810-BF65-C80136746678}"/>
              </a:ext>
            </a:extLst>
          </p:cNvPr>
          <p:cNvSpPr/>
          <p:nvPr/>
        </p:nvSpPr>
        <p:spPr>
          <a:xfrm rot="2700000">
            <a:off x="5405633" y="3062131"/>
            <a:ext cx="338011" cy="605991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88" name="Rectangle 9">
            <a:extLst>
              <a:ext uri="{FF2B5EF4-FFF2-40B4-BE49-F238E27FC236}">
                <a16:creationId xmlns:a16="http://schemas.microsoft.com/office/drawing/2014/main" id="{8EB0AC72-8216-4D51-A650-AB5293B15E97}"/>
              </a:ext>
            </a:extLst>
          </p:cNvPr>
          <p:cNvSpPr/>
          <p:nvPr/>
        </p:nvSpPr>
        <p:spPr>
          <a:xfrm>
            <a:off x="6458338" y="4284971"/>
            <a:ext cx="418780" cy="392016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90" name="Group 55">
            <a:extLst>
              <a:ext uri="{FF2B5EF4-FFF2-40B4-BE49-F238E27FC236}">
                <a16:creationId xmlns:a16="http://schemas.microsoft.com/office/drawing/2014/main" id="{8CA91E82-B643-43BD-9573-2F01415E6D0F}"/>
              </a:ext>
            </a:extLst>
          </p:cNvPr>
          <p:cNvGrpSpPr/>
          <p:nvPr/>
        </p:nvGrpSpPr>
        <p:grpSpPr>
          <a:xfrm>
            <a:off x="4770820" y="1145899"/>
            <a:ext cx="2403306" cy="3045201"/>
            <a:chOff x="3204849" y="1054371"/>
            <a:chExt cx="2511078" cy="3181758"/>
          </a:xfrm>
          <a:solidFill>
            <a:schemeClr val="accent3"/>
          </a:solidFill>
        </p:grpSpPr>
        <p:grpSp>
          <p:nvGrpSpPr>
            <p:cNvPr id="101" name="Group 33">
              <a:extLst>
                <a:ext uri="{FF2B5EF4-FFF2-40B4-BE49-F238E27FC236}">
                  <a16:creationId xmlns:a16="http://schemas.microsoft.com/office/drawing/2014/main" id="{8B509C52-4BC2-46C7-B3C7-C96DB0C1A213}"/>
                </a:ext>
              </a:extLst>
            </p:cNvPr>
            <p:cNvGrpSpPr/>
            <p:nvPr/>
          </p:nvGrpSpPr>
          <p:grpSpPr>
            <a:xfrm rot="17100000">
              <a:off x="3204847" y="2532274"/>
              <a:ext cx="1703857" cy="1703854"/>
              <a:chOff x="1626727" y="2060848"/>
              <a:chExt cx="1483889" cy="1483887"/>
            </a:xfrm>
            <a:grpFill/>
          </p:grpSpPr>
          <p:sp>
            <p:nvSpPr>
              <p:cNvPr id="106" name="Block Arc 42">
                <a:extLst>
                  <a:ext uri="{FF2B5EF4-FFF2-40B4-BE49-F238E27FC236}">
                    <a16:creationId xmlns:a16="http://schemas.microsoft.com/office/drawing/2014/main" id="{93339530-DB0B-495D-BB5D-DF6B5FCA5B17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4029105"/>
                  <a:gd name="adj2" fmla="val 18057594"/>
                  <a:gd name="adj3" fmla="val 917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Block Arc 43">
                <a:extLst>
                  <a:ext uri="{FF2B5EF4-FFF2-40B4-BE49-F238E27FC236}">
                    <a16:creationId xmlns:a16="http://schemas.microsoft.com/office/drawing/2014/main" id="{6425769E-6998-4AFF-95F1-F6AB1E4F57F7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8220756"/>
                  <a:gd name="adj2" fmla="val 7283"/>
                  <a:gd name="adj3" fmla="val 944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Block Arc 44">
                <a:extLst>
                  <a:ext uri="{FF2B5EF4-FFF2-40B4-BE49-F238E27FC236}">
                    <a16:creationId xmlns:a16="http://schemas.microsoft.com/office/drawing/2014/main" id="{99BBF267-985C-4158-A469-0ECE103E578C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0800000"/>
                  <a:gd name="adj2" fmla="val 13829634"/>
                  <a:gd name="adj3" fmla="val 856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Block Arc 45">
                <a:extLst>
                  <a:ext uri="{FF2B5EF4-FFF2-40B4-BE49-F238E27FC236}">
                    <a16:creationId xmlns:a16="http://schemas.microsoft.com/office/drawing/2014/main" id="{ED87224C-379E-4A31-98AF-D808F528B87D}"/>
                  </a:ext>
                </a:extLst>
              </p:cNvPr>
              <p:cNvSpPr/>
              <p:nvPr/>
            </p:nvSpPr>
            <p:spPr>
              <a:xfrm flipH="1" flipV="1">
                <a:off x="1626727" y="2060848"/>
                <a:ext cx="1483887" cy="1483887"/>
              </a:xfrm>
              <a:prstGeom prst="blockArc">
                <a:avLst>
                  <a:gd name="adj1" fmla="val 18220756"/>
                  <a:gd name="adj2" fmla="val 21425901"/>
                  <a:gd name="adj3" fmla="val 828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2" name="Group 34">
              <a:extLst>
                <a:ext uri="{FF2B5EF4-FFF2-40B4-BE49-F238E27FC236}">
                  <a16:creationId xmlns:a16="http://schemas.microsoft.com/office/drawing/2014/main" id="{45CDFBB1-AB7A-4173-81FC-2F476E7E1491}"/>
                </a:ext>
              </a:extLst>
            </p:cNvPr>
            <p:cNvGrpSpPr/>
            <p:nvPr/>
          </p:nvGrpSpPr>
          <p:grpSpPr>
            <a:xfrm>
              <a:off x="3634774" y="1054371"/>
              <a:ext cx="2081153" cy="1703854"/>
              <a:chOff x="3809021" y="802105"/>
              <a:chExt cx="1812481" cy="1483887"/>
            </a:xfrm>
            <a:grpFill/>
          </p:grpSpPr>
          <p:sp>
            <p:nvSpPr>
              <p:cNvPr id="103" name="Block Arc 39">
                <a:extLst>
                  <a:ext uri="{FF2B5EF4-FFF2-40B4-BE49-F238E27FC236}">
                    <a16:creationId xmlns:a16="http://schemas.microsoft.com/office/drawing/2014/main" id="{C723DEC1-2A05-4C09-AB8D-223A471952B1}"/>
                  </a:ext>
                </a:extLst>
              </p:cNvPr>
              <p:cNvSpPr/>
              <p:nvPr/>
            </p:nvSpPr>
            <p:spPr>
              <a:xfrm rot="6300000">
                <a:off x="3809021" y="802105"/>
                <a:ext cx="1483887" cy="1483887"/>
              </a:xfrm>
              <a:prstGeom prst="blockArc">
                <a:avLst>
                  <a:gd name="adj1" fmla="val 18220756"/>
                  <a:gd name="adj2" fmla="val 1985"/>
                  <a:gd name="adj3" fmla="val 974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ctangle 40">
                <a:extLst>
                  <a:ext uri="{FF2B5EF4-FFF2-40B4-BE49-F238E27FC236}">
                    <a16:creationId xmlns:a16="http://schemas.microsoft.com/office/drawing/2014/main" id="{73BCFA85-23C5-4862-920A-8CFC7D8AFFF5}"/>
                  </a:ext>
                </a:extLst>
              </p:cNvPr>
              <p:cNvSpPr/>
              <p:nvPr/>
            </p:nvSpPr>
            <p:spPr>
              <a:xfrm rot="2937747">
                <a:off x="5085546" y="1709905"/>
                <a:ext cx="150312" cy="3905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5" name="Isosceles Triangle 41">
                <a:extLst>
                  <a:ext uri="{FF2B5EF4-FFF2-40B4-BE49-F238E27FC236}">
                    <a16:creationId xmlns:a16="http://schemas.microsoft.com/office/drawing/2014/main" id="{6513DD5B-1613-48AD-9DC6-B656EA732187}"/>
                  </a:ext>
                </a:extLst>
              </p:cNvPr>
              <p:cNvSpPr/>
              <p:nvPr/>
            </p:nvSpPr>
            <p:spPr>
              <a:xfrm rot="3000000">
                <a:off x="5280871" y="1494471"/>
                <a:ext cx="365863" cy="315398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91" name="Group 56">
            <a:extLst>
              <a:ext uri="{FF2B5EF4-FFF2-40B4-BE49-F238E27FC236}">
                <a16:creationId xmlns:a16="http://schemas.microsoft.com/office/drawing/2014/main" id="{D4755038-E1C3-4B08-B46E-459C4E3C6777}"/>
              </a:ext>
            </a:extLst>
          </p:cNvPr>
          <p:cNvGrpSpPr/>
          <p:nvPr/>
        </p:nvGrpSpPr>
        <p:grpSpPr>
          <a:xfrm rot="10800000">
            <a:off x="5017874" y="3667951"/>
            <a:ext cx="2403306" cy="3045201"/>
            <a:chOff x="3204849" y="1054371"/>
            <a:chExt cx="2511078" cy="3181758"/>
          </a:xfrm>
          <a:solidFill>
            <a:schemeClr val="accent1"/>
          </a:solidFill>
        </p:grpSpPr>
        <p:grpSp>
          <p:nvGrpSpPr>
            <p:cNvPr id="92" name="Group 57">
              <a:extLst>
                <a:ext uri="{FF2B5EF4-FFF2-40B4-BE49-F238E27FC236}">
                  <a16:creationId xmlns:a16="http://schemas.microsoft.com/office/drawing/2014/main" id="{066698CA-646D-4465-98F0-96ED7FF76582}"/>
                </a:ext>
              </a:extLst>
            </p:cNvPr>
            <p:cNvGrpSpPr/>
            <p:nvPr/>
          </p:nvGrpSpPr>
          <p:grpSpPr>
            <a:xfrm rot="17100000">
              <a:off x="3204847" y="2532274"/>
              <a:ext cx="1703857" cy="1703854"/>
              <a:chOff x="1626727" y="2060848"/>
              <a:chExt cx="1483889" cy="1483887"/>
            </a:xfrm>
            <a:grpFill/>
          </p:grpSpPr>
          <p:sp>
            <p:nvSpPr>
              <p:cNvPr id="97" name="Block Arc 62">
                <a:extLst>
                  <a:ext uri="{FF2B5EF4-FFF2-40B4-BE49-F238E27FC236}">
                    <a16:creationId xmlns:a16="http://schemas.microsoft.com/office/drawing/2014/main" id="{1399E606-6407-4BE1-A9FE-30A7D5728EC5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4029105"/>
                  <a:gd name="adj2" fmla="val 18057594"/>
                  <a:gd name="adj3" fmla="val 917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Block Arc 63">
                <a:extLst>
                  <a:ext uri="{FF2B5EF4-FFF2-40B4-BE49-F238E27FC236}">
                    <a16:creationId xmlns:a16="http://schemas.microsoft.com/office/drawing/2014/main" id="{BCCDD395-1486-4AEF-9A8A-F6C29A013AC9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8220756"/>
                  <a:gd name="adj2" fmla="val 7283"/>
                  <a:gd name="adj3" fmla="val 944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Block Arc 64">
                <a:extLst>
                  <a:ext uri="{FF2B5EF4-FFF2-40B4-BE49-F238E27FC236}">
                    <a16:creationId xmlns:a16="http://schemas.microsoft.com/office/drawing/2014/main" id="{5C1ED1AB-322B-48E6-8E4A-FF4BB68FD67D}"/>
                  </a:ext>
                </a:extLst>
              </p:cNvPr>
              <p:cNvSpPr/>
              <p:nvPr/>
            </p:nvSpPr>
            <p:spPr>
              <a:xfrm>
                <a:off x="1626729" y="2060848"/>
                <a:ext cx="1483887" cy="1483887"/>
              </a:xfrm>
              <a:prstGeom prst="blockArc">
                <a:avLst>
                  <a:gd name="adj1" fmla="val 10800000"/>
                  <a:gd name="adj2" fmla="val 13829634"/>
                  <a:gd name="adj3" fmla="val 856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Block Arc 65">
                <a:extLst>
                  <a:ext uri="{FF2B5EF4-FFF2-40B4-BE49-F238E27FC236}">
                    <a16:creationId xmlns:a16="http://schemas.microsoft.com/office/drawing/2014/main" id="{DF1648E2-2EDB-4072-9A7E-B7507F98A76A}"/>
                  </a:ext>
                </a:extLst>
              </p:cNvPr>
              <p:cNvSpPr/>
              <p:nvPr/>
            </p:nvSpPr>
            <p:spPr>
              <a:xfrm flipH="1" flipV="1">
                <a:off x="1626727" y="2060848"/>
                <a:ext cx="1483887" cy="1483887"/>
              </a:xfrm>
              <a:prstGeom prst="blockArc">
                <a:avLst>
                  <a:gd name="adj1" fmla="val 18220756"/>
                  <a:gd name="adj2" fmla="val 21425901"/>
                  <a:gd name="adj3" fmla="val 828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3" name="Group 58">
              <a:extLst>
                <a:ext uri="{FF2B5EF4-FFF2-40B4-BE49-F238E27FC236}">
                  <a16:creationId xmlns:a16="http://schemas.microsoft.com/office/drawing/2014/main" id="{35BEB8C7-96BC-42B6-B55F-FD89A4DB781B}"/>
                </a:ext>
              </a:extLst>
            </p:cNvPr>
            <p:cNvGrpSpPr/>
            <p:nvPr/>
          </p:nvGrpSpPr>
          <p:grpSpPr>
            <a:xfrm>
              <a:off x="3634774" y="1054371"/>
              <a:ext cx="2081153" cy="1703854"/>
              <a:chOff x="3809021" y="802105"/>
              <a:chExt cx="1812481" cy="1483887"/>
            </a:xfrm>
            <a:grpFill/>
          </p:grpSpPr>
          <p:sp>
            <p:nvSpPr>
              <p:cNvPr id="94" name="Block Arc 59">
                <a:extLst>
                  <a:ext uri="{FF2B5EF4-FFF2-40B4-BE49-F238E27FC236}">
                    <a16:creationId xmlns:a16="http://schemas.microsoft.com/office/drawing/2014/main" id="{7780681A-E14C-4F7F-8BEB-1AC5C8D8DA68}"/>
                  </a:ext>
                </a:extLst>
              </p:cNvPr>
              <p:cNvSpPr/>
              <p:nvPr/>
            </p:nvSpPr>
            <p:spPr>
              <a:xfrm rot="6300000">
                <a:off x="3809021" y="802105"/>
                <a:ext cx="1483887" cy="1483887"/>
              </a:xfrm>
              <a:prstGeom prst="blockArc">
                <a:avLst>
                  <a:gd name="adj1" fmla="val 18220756"/>
                  <a:gd name="adj2" fmla="val 1985"/>
                  <a:gd name="adj3" fmla="val 9746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Rectangle 60">
                <a:extLst>
                  <a:ext uri="{FF2B5EF4-FFF2-40B4-BE49-F238E27FC236}">
                    <a16:creationId xmlns:a16="http://schemas.microsoft.com/office/drawing/2014/main" id="{9BA78695-69D4-44D1-99EF-916493ECBF08}"/>
                  </a:ext>
                </a:extLst>
              </p:cNvPr>
              <p:cNvSpPr/>
              <p:nvPr/>
            </p:nvSpPr>
            <p:spPr>
              <a:xfrm rot="2937747">
                <a:off x="5085546" y="1709905"/>
                <a:ext cx="150312" cy="3905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6" name="Isosceles Triangle 61">
                <a:extLst>
                  <a:ext uri="{FF2B5EF4-FFF2-40B4-BE49-F238E27FC236}">
                    <a16:creationId xmlns:a16="http://schemas.microsoft.com/office/drawing/2014/main" id="{ABC3AC98-E69F-47AF-897C-E054AC75430F}"/>
                  </a:ext>
                </a:extLst>
              </p:cNvPr>
              <p:cNvSpPr/>
              <p:nvPr/>
            </p:nvSpPr>
            <p:spPr>
              <a:xfrm rot="3000000">
                <a:off x="5280871" y="1494471"/>
                <a:ext cx="365863" cy="315398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11460771-D803-4806-B153-475540F55AAE}"/>
              </a:ext>
            </a:extLst>
          </p:cNvPr>
          <p:cNvSpPr txBox="1"/>
          <p:nvPr/>
        </p:nvSpPr>
        <p:spPr>
          <a:xfrm>
            <a:off x="745449" y="2187330"/>
            <a:ext cx="3574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audience.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2BE46A0-8346-456D-A421-F78A70A6D78B}"/>
              </a:ext>
            </a:extLst>
          </p:cNvPr>
          <p:cNvSpPr txBox="1"/>
          <p:nvPr/>
        </p:nvSpPr>
        <p:spPr>
          <a:xfrm>
            <a:off x="745449" y="1540345"/>
            <a:ext cx="3574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10C125-F88A-47A6-B6F7-565699EDA422}"/>
              </a:ext>
            </a:extLst>
          </p:cNvPr>
          <p:cNvSpPr txBox="1"/>
          <p:nvPr/>
        </p:nvSpPr>
        <p:spPr>
          <a:xfrm>
            <a:off x="8455564" y="4197707"/>
            <a:ext cx="191514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Easy to change colors, photos and Text.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audience. </a:t>
            </a:r>
          </a:p>
        </p:txBody>
      </p:sp>
    </p:spTree>
    <p:extLst>
      <p:ext uri="{BB962C8B-B14F-4D97-AF65-F5344CB8AC3E}">
        <p14:creationId xmlns:p14="http://schemas.microsoft.com/office/powerpoint/2010/main" val="2941286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DCCB1AD-6155-4A6A-8848-E47EF77F9F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5902287"/>
              </p:ext>
            </p:extLst>
          </p:nvPr>
        </p:nvGraphicFramePr>
        <p:xfrm>
          <a:off x="913792" y="1790151"/>
          <a:ext cx="2056153" cy="2410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791C41-6E3D-4DE6-8B03-624243F2732F}"/>
              </a:ext>
            </a:extLst>
          </p:cNvPr>
          <p:cNvSpPr/>
          <p:nvPr/>
        </p:nvSpPr>
        <p:spPr>
          <a:xfrm>
            <a:off x="933868" y="4442684"/>
            <a:ext cx="2016000" cy="158417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5E1ACD-64CD-46E0-A0C7-ABA30E69E490}"/>
              </a:ext>
            </a:extLst>
          </p:cNvPr>
          <p:cNvGrpSpPr/>
          <p:nvPr/>
        </p:nvGrpSpPr>
        <p:grpSpPr>
          <a:xfrm>
            <a:off x="1249549" y="4627871"/>
            <a:ext cx="1368152" cy="1241700"/>
            <a:chOff x="867339" y="4843642"/>
            <a:chExt cx="1368152" cy="12417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F71B052-BF8C-43A2-92D2-77B19AF4DE61}"/>
                </a:ext>
              </a:extLst>
            </p:cNvPr>
            <p:cNvSpPr/>
            <p:nvPr/>
          </p:nvSpPr>
          <p:spPr>
            <a:xfrm>
              <a:off x="867339" y="5069679"/>
              <a:ext cx="1368152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7DD0B0-DE07-485C-94E2-04AD825FC96A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FC75000-FFF0-4772-872C-C0C9371EF4FF}"/>
              </a:ext>
            </a:extLst>
          </p:cNvPr>
          <p:cNvSpPr/>
          <p:nvPr/>
        </p:nvSpPr>
        <p:spPr>
          <a:xfrm>
            <a:off x="3709177" y="4442684"/>
            <a:ext cx="2016000" cy="158417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672180-DECE-4EB7-BB20-F435E62BB4A8}"/>
              </a:ext>
            </a:extLst>
          </p:cNvPr>
          <p:cNvGrpSpPr/>
          <p:nvPr/>
        </p:nvGrpSpPr>
        <p:grpSpPr>
          <a:xfrm>
            <a:off x="4030894" y="4627871"/>
            <a:ext cx="1368152" cy="1241700"/>
            <a:chOff x="867339" y="4843642"/>
            <a:chExt cx="1368152" cy="12417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9627A6-E58B-4362-BFE3-4498F361FA70}"/>
                </a:ext>
              </a:extLst>
            </p:cNvPr>
            <p:cNvSpPr/>
            <p:nvPr/>
          </p:nvSpPr>
          <p:spPr>
            <a:xfrm>
              <a:off x="867339" y="5069679"/>
              <a:ext cx="1368152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3F2127-77F3-4791-A05F-1845353E1BA2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F973E35-55D5-4F20-9087-7BE56060B1E6}"/>
              </a:ext>
            </a:extLst>
          </p:cNvPr>
          <p:cNvSpPr/>
          <p:nvPr/>
        </p:nvSpPr>
        <p:spPr>
          <a:xfrm>
            <a:off x="6484486" y="4442684"/>
            <a:ext cx="2016000" cy="158417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6FAC85-B08B-47B2-B23B-F7D82AEFF4B7}"/>
              </a:ext>
            </a:extLst>
          </p:cNvPr>
          <p:cNvGrpSpPr/>
          <p:nvPr/>
        </p:nvGrpSpPr>
        <p:grpSpPr>
          <a:xfrm>
            <a:off x="6812239" y="4627871"/>
            <a:ext cx="1368152" cy="1241700"/>
            <a:chOff x="867339" y="4843642"/>
            <a:chExt cx="1368152" cy="12417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E05C13-69AA-4DB7-B77D-4148001CF584}"/>
                </a:ext>
              </a:extLst>
            </p:cNvPr>
            <p:cNvSpPr/>
            <p:nvPr/>
          </p:nvSpPr>
          <p:spPr>
            <a:xfrm>
              <a:off x="867339" y="5069679"/>
              <a:ext cx="1368152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BB1AA5-9AC9-421E-BDDC-5BBEC740B8C0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9D23FA7-4F18-4C4F-93C0-F275437B31D2}"/>
              </a:ext>
            </a:extLst>
          </p:cNvPr>
          <p:cNvSpPr/>
          <p:nvPr/>
        </p:nvSpPr>
        <p:spPr>
          <a:xfrm>
            <a:off x="9259795" y="4451230"/>
            <a:ext cx="2016000" cy="158417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75A034-5EC2-49CF-8F86-295750C93B85}"/>
              </a:ext>
            </a:extLst>
          </p:cNvPr>
          <p:cNvGrpSpPr/>
          <p:nvPr/>
        </p:nvGrpSpPr>
        <p:grpSpPr>
          <a:xfrm>
            <a:off x="9593585" y="4627871"/>
            <a:ext cx="1368152" cy="1241700"/>
            <a:chOff x="867339" y="4843642"/>
            <a:chExt cx="1368152" cy="12417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738952C-DC13-4E12-9D8C-6EFE0177219B}"/>
                </a:ext>
              </a:extLst>
            </p:cNvPr>
            <p:cNvSpPr/>
            <p:nvPr/>
          </p:nvSpPr>
          <p:spPr>
            <a:xfrm>
              <a:off x="867339" y="5069679"/>
              <a:ext cx="1368152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54DFFD4-8DEE-457E-86AE-F04771C989D1}"/>
                </a:ext>
              </a:extLst>
            </p:cNvPr>
            <p:cNvSpPr txBox="1"/>
            <p:nvPr/>
          </p:nvSpPr>
          <p:spPr>
            <a:xfrm>
              <a:off x="867339" y="4843642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52685E-1B03-4428-AEB6-E1C94E810AF3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949868" y="5234772"/>
            <a:ext cx="759309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FB593-F581-41D7-A617-65092559E0CA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5725177" y="5234772"/>
            <a:ext cx="759309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7B3E2A5-31DC-46B8-B1D4-CC105CE55875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8500486" y="5234772"/>
            <a:ext cx="759309" cy="8546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hart 2">
            <a:extLst>
              <a:ext uri="{FF2B5EF4-FFF2-40B4-BE49-F238E27FC236}">
                <a16:creationId xmlns:a16="http://schemas.microsoft.com/office/drawing/2014/main" id="{389651A3-7F7C-4A17-B3CA-D77433260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3346193"/>
              </p:ext>
            </p:extLst>
          </p:nvPr>
        </p:nvGraphicFramePr>
        <p:xfrm>
          <a:off x="3674302" y="1790151"/>
          <a:ext cx="2056153" cy="2410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2">
            <a:extLst>
              <a:ext uri="{FF2B5EF4-FFF2-40B4-BE49-F238E27FC236}">
                <a16:creationId xmlns:a16="http://schemas.microsoft.com/office/drawing/2014/main" id="{944A0555-08B9-459B-ADE7-9280E407C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7989122"/>
              </p:ext>
            </p:extLst>
          </p:nvPr>
        </p:nvGraphicFramePr>
        <p:xfrm>
          <a:off x="6434812" y="1790151"/>
          <a:ext cx="2056153" cy="2410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">
            <a:extLst>
              <a:ext uri="{FF2B5EF4-FFF2-40B4-BE49-F238E27FC236}">
                <a16:creationId xmlns:a16="http://schemas.microsoft.com/office/drawing/2014/main" id="{5B95AB00-E780-4F56-AC78-67653A4FA8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1240706"/>
              </p:ext>
            </p:extLst>
          </p:nvPr>
        </p:nvGraphicFramePr>
        <p:xfrm>
          <a:off x="9195323" y="1790151"/>
          <a:ext cx="2144945" cy="2401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278090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3"/>
          <p:cNvSpPr txBox="1">
            <a:spLocks/>
          </p:cNvSpPr>
          <p:nvPr/>
        </p:nvSpPr>
        <p:spPr>
          <a:xfrm>
            <a:off x="4835860" y="2877877"/>
            <a:ext cx="2520280" cy="141029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24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Portfolio Presentation Designed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159" y="470797"/>
            <a:ext cx="254528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86559" y="470797"/>
            <a:ext cx="254528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0159" y="5610799"/>
            <a:ext cx="254528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86559" y="5610799"/>
            <a:ext cx="2545282" cy="80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828579" y="2656036"/>
            <a:ext cx="534842" cy="144016"/>
            <a:chOff x="9559012" y="4442521"/>
            <a:chExt cx="557604" cy="144016"/>
          </a:xfrm>
          <a:solidFill>
            <a:schemeClr val="bg1"/>
          </a:solidFill>
        </p:grpSpPr>
        <p:sp>
          <p:nvSpPr>
            <p:cNvPr id="19" name="Rectangle 18"/>
            <p:cNvSpPr/>
            <p:nvPr/>
          </p:nvSpPr>
          <p:spPr>
            <a:xfrm>
              <a:off x="9765806" y="4442521"/>
              <a:ext cx="144016" cy="144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972600" y="4442521"/>
              <a:ext cx="144016" cy="144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559012" y="4442521"/>
              <a:ext cx="144016" cy="1440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232800" y="189000"/>
            <a:ext cx="3600000" cy="1908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Rectangle 21"/>
          <p:cNvSpPr/>
          <p:nvPr/>
        </p:nvSpPr>
        <p:spPr>
          <a:xfrm>
            <a:off x="8359200" y="189000"/>
            <a:ext cx="3600000" cy="1908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Rectangle 22"/>
          <p:cNvSpPr/>
          <p:nvPr/>
        </p:nvSpPr>
        <p:spPr>
          <a:xfrm>
            <a:off x="8359200" y="4761000"/>
            <a:ext cx="3600000" cy="1908000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Rectangle 25"/>
          <p:cNvSpPr/>
          <p:nvPr/>
        </p:nvSpPr>
        <p:spPr>
          <a:xfrm>
            <a:off x="232800" y="4761000"/>
            <a:ext cx="3600000" cy="190800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58E2DEF2-761E-4001-8DB4-63F22431ABA8}"/>
              </a:ext>
            </a:extLst>
          </p:cNvPr>
          <p:cNvSpPr/>
          <p:nvPr/>
        </p:nvSpPr>
        <p:spPr>
          <a:xfrm>
            <a:off x="9943444" y="1463094"/>
            <a:ext cx="387761" cy="312952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4" name="Rectangle 16">
            <a:extLst>
              <a:ext uri="{FF2B5EF4-FFF2-40B4-BE49-F238E27FC236}">
                <a16:creationId xmlns:a16="http://schemas.microsoft.com/office/drawing/2014/main" id="{04C2CC7E-D3A9-4271-B2A2-DA210B9BC18E}"/>
              </a:ext>
            </a:extLst>
          </p:cNvPr>
          <p:cNvSpPr/>
          <p:nvPr/>
        </p:nvSpPr>
        <p:spPr>
          <a:xfrm>
            <a:off x="1815533" y="5082016"/>
            <a:ext cx="432135" cy="284005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Chord 38">
            <a:extLst>
              <a:ext uri="{FF2B5EF4-FFF2-40B4-BE49-F238E27FC236}">
                <a16:creationId xmlns:a16="http://schemas.microsoft.com/office/drawing/2014/main" id="{7B28DF4F-28E7-4887-88B7-64A82B7BC5E8}"/>
              </a:ext>
            </a:extLst>
          </p:cNvPr>
          <p:cNvSpPr/>
          <p:nvPr/>
        </p:nvSpPr>
        <p:spPr>
          <a:xfrm>
            <a:off x="1815533" y="1423227"/>
            <a:ext cx="340508" cy="437873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Block Arc 10">
            <a:extLst>
              <a:ext uri="{FF2B5EF4-FFF2-40B4-BE49-F238E27FC236}">
                <a16:creationId xmlns:a16="http://schemas.microsoft.com/office/drawing/2014/main" id="{75E243EB-64C4-4203-ACB9-40C0C5DFDA83}"/>
              </a:ext>
            </a:extLst>
          </p:cNvPr>
          <p:cNvSpPr/>
          <p:nvPr/>
        </p:nvSpPr>
        <p:spPr>
          <a:xfrm>
            <a:off x="9943445" y="5077878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2"/>
          </p:nvPr>
        </p:nvSpPr>
        <p:spPr/>
      </p:sp>
    </p:spTree>
    <p:extLst>
      <p:ext uri="{BB962C8B-B14F-4D97-AF65-F5344CB8AC3E}">
        <p14:creationId xmlns:p14="http://schemas.microsoft.com/office/powerpoint/2010/main" val="37574338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1CA8EB49-7DA3-4606-87AF-63B9309CE60C}"/>
              </a:ext>
            </a:extLst>
          </p:cNvPr>
          <p:cNvGrpSpPr/>
          <p:nvPr/>
        </p:nvGrpSpPr>
        <p:grpSpPr>
          <a:xfrm>
            <a:off x="977067" y="2438888"/>
            <a:ext cx="3736361" cy="722105"/>
            <a:chOff x="2104636" y="2420889"/>
            <a:chExt cx="3736361" cy="722105"/>
          </a:xfrm>
        </p:grpSpPr>
        <p:sp>
          <p:nvSpPr>
            <p:cNvPr id="281" name="Round Same Side Corner Rectangle 8">
              <a:extLst>
                <a:ext uri="{FF2B5EF4-FFF2-40B4-BE49-F238E27FC236}">
                  <a16:creationId xmlns:a16="http://schemas.microsoft.com/office/drawing/2014/main" id="{72EAA193-79A0-4A0B-833E-DC33CBFD1B39}"/>
                </a:ext>
              </a:extLst>
            </p:cNvPr>
            <p:cNvSpPr/>
            <p:nvPr/>
          </p:nvSpPr>
          <p:spPr>
            <a:xfrm flipH="1">
              <a:off x="2489324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Round Same Side Corner Rectangle 8">
              <a:extLst>
                <a:ext uri="{FF2B5EF4-FFF2-40B4-BE49-F238E27FC236}">
                  <a16:creationId xmlns:a16="http://schemas.microsoft.com/office/drawing/2014/main" id="{0EF5D05C-F13E-4AE3-BB94-4D572A47A8B5}"/>
                </a:ext>
              </a:extLst>
            </p:cNvPr>
            <p:cNvSpPr/>
            <p:nvPr/>
          </p:nvSpPr>
          <p:spPr>
            <a:xfrm flipH="1">
              <a:off x="2104636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Round Same Side Corner Rectangle 8">
              <a:extLst>
                <a:ext uri="{FF2B5EF4-FFF2-40B4-BE49-F238E27FC236}">
                  <a16:creationId xmlns:a16="http://schemas.microsoft.com/office/drawing/2014/main" id="{1DA43632-5BD6-41E3-92AB-DEE4A9461692}"/>
                </a:ext>
              </a:extLst>
            </p:cNvPr>
            <p:cNvSpPr/>
            <p:nvPr/>
          </p:nvSpPr>
          <p:spPr>
            <a:xfrm flipH="1">
              <a:off x="2874012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4" name="Round Same Side Corner Rectangle 8">
              <a:extLst>
                <a:ext uri="{FF2B5EF4-FFF2-40B4-BE49-F238E27FC236}">
                  <a16:creationId xmlns:a16="http://schemas.microsoft.com/office/drawing/2014/main" id="{17707821-CEE1-41E2-8CBA-9B507322D6DB}"/>
                </a:ext>
              </a:extLst>
            </p:cNvPr>
            <p:cNvSpPr/>
            <p:nvPr/>
          </p:nvSpPr>
          <p:spPr>
            <a:xfrm flipH="1">
              <a:off x="3258700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5" name="Round Same Side Corner Rectangle 8">
              <a:extLst>
                <a:ext uri="{FF2B5EF4-FFF2-40B4-BE49-F238E27FC236}">
                  <a16:creationId xmlns:a16="http://schemas.microsoft.com/office/drawing/2014/main" id="{FDED812A-90B4-4649-B6C2-7123363CB7FE}"/>
                </a:ext>
              </a:extLst>
            </p:cNvPr>
            <p:cNvSpPr/>
            <p:nvPr/>
          </p:nvSpPr>
          <p:spPr>
            <a:xfrm flipH="1">
              <a:off x="3643388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Round Same Side Corner Rectangle 8">
              <a:extLst>
                <a:ext uri="{FF2B5EF4-FFF2-40B4-BE49-F238E27FC236}">
                  <a16:creationId xmlns:a16="http://schemas.microsoft.com/office/drawing/2014/main" id="{FD9932FD-E2C7-41CB-9000-51ABCFC9455A}"/>
                </a:ext>
              </a:extLst>
            </p:cNvPr>
            <p:cNvSpPr/>
            <p:nvPr/>
          </p:nvSpPr>
          <p:spPr>
            <a:xfrm flipH="1">
              <a:off x="4028076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7" name="Round Same Side Corner Rectangle 8">
              <a:extLst>
                <a:ext uri="{FF2B5EF4-FFF2-40B4-BE49-F238E27FC236}">
                  <a16:creationId xmlns:a16="http://schemas.microsoft.com/office/drawing/2014/main" id="{B1EAC20F-8D82-4D54-88DD-FC2E347B54B2}"/>
                </a:ext>
              </a:extLst>
            </p:cNvPr>
            <p:cNvSpPr/>
            <p:nvPr/>
          </p:nvSpPr>
          <p:spPr>
            <a:xfrm flipH="1">
              <a:off x="4412764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8" name="Round Same Side Corner Rectangle 8">
              <a:extLst>
                <a:ext uri="{FF2B5EF4-FFF2-40B4-BE49-F238E27FC236}">
                  <a16:creationId xmlns:a16="http://schemas.microsoft.com/office/drawing/2014/main" id="{B74A80D0-9A00-4ED7-9DAD-44E77B9E8D9C}"/>
                </a:ext>
              </a:extLst>
            </p:cNvPr>
            <p:cNvSpPr/>
            <p:nvPr/>
          </p:nvSpPr>
          <p:spPr>
            <a:xfrm flipH="1">
              <a:off x="4797452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9" name="Round Same Side Corner Rectangle 8">
              <a:extLst>
                <a:ext uri="{FF2B5EF4-FFF2-40B4-BE49-F238E27FC236}">
                  <a16:creationId xmlns:a16="http://schemas.microsoft.com/office/drawing/2014/main" id="{BEA6E116-D60F-4202-BE69-358AC2E5CC5D}"/>
                </a:ext>
              </a:extLst>
            </p:cNvPr>
            <p:cNvSpPr/>
            <p:nvPr/>
          </p:nvSpPr>
          <p:spPr>
            <a:xfrm flipH="1">
              <a:off x="5182140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0" name="Round Same Side Corner Rectangle 8">
              <a:extLst>
                <a:ext uri="{FF2B5EF4-FFF2-40B4-BE49-F238E27FC236}">
                  <a16:creationId xmlns:a16="http://schemas.microsoft.com/office/drawing/2014/main" id="{003FB4C6-0655-4124-A979-64834499EFA0}"/>
                </a:ext>
              </a:extLst>
            </p:cNvPr>
            <p:cNvSpPr/>
            <p:nvPr/>
          </p:nvSpPr>
          <p:spPr>
            <a:xfrm flipH="1">
              <a:off x="5566824" y="2420889"/>
              <a:ext cx="274173" cy="722105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915FF1BD-1033-47CD-BE1E-B841B47D1864}"/>
              </a:ext>
            </a:extLst>
          </p:cNvPr>
          <p:cNvGrpSpPr/>
          <p:nvPr/>
        </p:nvGrpSpPr>
        <p:grpSpPr>
          <a:xfrm>
            <a:off x="7447678" y="2420758"/>
            <a:ext cx="3809195" cy="740235"/>
            <a:chOff x="6656228" y="2402759"/>
            <a:chExt cx="3809195" cy="740235"/>
          </a:xfrm>
        </p:grpSpPr>
        <p:sp>
          <p:nvSpPr>
            <p:cNvPr id="292" name="Round Same Side Corner Rectangle 20">
              <a:extLst>
                <a:ext uri="{FF2B5EF4-FFF2-40B4-BE49-F238E27FC236}">
                  <a16:creationId xmlns:a16="http://schemas.microsoft.com/office/drawing/2014/main" id="{2533AE17-FE38-44D2-B755-E339146D345C}"/>
                </a:ext>
              </a:extLst>
            </p:cNvPr>
            <p:cNvSpPr/>
            <p:nvPr/>
          </p:nvSpPr>
          <p:spPr>
            <a:xfrm rot="10800000">
              <a:off x="6656228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3" name="Round Same Side Corner Rectangle 20">
              <a:extLst>
                <a:ext uri="{FF2B5EF4-FFF2-40B4-BE49-F238E27FC236}">
                  <a16:creationId xmlns:a16="http://schemas.microsoft.com/office/drawing/2014/main" id="{0E75DB5B-4F58-4F4C-955F-6683DF4FBA77}"/>
                </a:ext>
              </a:extLst>
            </p:cNvPr>
            <p:cNvSpPr/>
            <p:nvPr/>
          </p:nvSpPr>
          <p:spPr>
            <a:xfrm rot="10800000">
              <a:off x="7040916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4" name="Round Same Side Corner Rectangle 20">
              <a:extLst>
                <a:ext uri="{FF2B5EF4-FFF2-40B4-BE49-F238E27FC236}">
                  <a16:creationId xmlns:a16="http://schemas.microsoft.com/office/drawing/2014/main" id="{2DDE4935-5ADB-48CF-9618-6E8A4D7BB802}"/>
                </a:ext>
              </a:extLst>
            </p:cNvPr>
            <p:cNvSpPr/>
            <p:nvPr/>
          </p:nvSpPr>
          <p:spPr>
            <a:xfrm rot="10800000">
              <a:off x="7425604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Round Same Side Corner Rectangle 20">
              <a:extLst>
                <a:ext uri="{FF2B5EF4-FFF2-40B4-BE49-F238E27FC236}">
                  <a16:creationId xmlns:a16="http://schemas.microsoft.com/office/drawing/2014/main" id="{F5B18890-0D1D-407C-ACA8-B5AD920D94A4}"/>
                </a:ext>
              </a:extLst>
            </p:cNvPr>
            <p:cNvSpPr/>
            <p:nvPr/>
          </p:nvSpPr>
          <p:spPr>
            <a:xfrm rot="10800000">
              <a:off x="7810292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6" name="Round Same Side Corner Rectangle 20">
              <a:extLst>
                <a:ext uri="{FF2B5EF4-FFF2-40B4-BE49-F238E27FC236}">
                  <a16:creationId xmlns:a16="http://schemas.microsoft.com/office/drawing/2014/main" id="{1EDAD756-2EB9-4B8A-9EFF-D83E776F6A71}"/>
                </a:ext>
              </a:extLst>
            </p:cNvPr>
            <p:cNvSpPr/>
            <p:nvPr/>
          </p:nvSpPr>
          <p:spPr>
            <a:xfrm rot="10800000">
              <a:off x="8194980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7" name="Round Same Side Corner Rectangle 20">
              <a:extLst>
                <a:ext uri="{FF2B5EF4-FFF2-40B4-BE49-F238E27FC236}">
                  <a16:creationId xmlns:a16="http://schemas.microsoft.com/office/drawing/2014/main" id="{6ADE08BD-0B00-4314-923D-86E61448F966}"/>
                </a:ext>
              </a:extLst>
            </p:cNvPr>
            <p:cNvSpPr/>
            <p:nvPr/>
          </p:nvSpPr>
          <p:spPr>
            <a:xfrm rot="10800000">
              <a:off x="8579668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Round Same Side Corner Rectangle 20">
              <a:extLst>
                <a:ext uri="{FF2B5EF4-FFF2-40B4-BE49-F238E27FC236}">
                  <a16:creationId xmlns:a16="http://schemas.microsoft.com/office/drawing/2014/main" id="{C5E6D95B-FD44-4391-B186-983DB323E445}"/>
                </a:ext>
              </a:extLst>
            </p:cNvPr>
            <p:cNvSpPr/>
            <p:nvPr/>
          </p:nvSpPr>
          <p:spPr>
            <a:xfrm rot="10800000">
              <a:off x="8964356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9" name="Round Same Side Corner Rectangle 20">
              <a:extLst>
                <a:ext uri="{FF2B5EF4-FFF2-40B4-BE49-F238E27FC236}">
                  <a16:creationId xmlns:a16="http://schemas.microsoft.com/office/drawing/2014/main" id="{79616931-C306-42CD-A513-E7E2260ACCEF}"/>
                </a:ext>
              </a:extLst>
            </p:cNvPr>
            <p:cNvSpPr/>
            <p:nvPr/>
          </p:nvSpPr>
          <p:spPr>
            <a:xfrm rot="10800000">
              <a:off x="9349044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0" name="Round Same Side Corner Rectangle 20">
              <a:extLst>
                <a:ext uri="{FF2B5EF4-FFF2-40B4-BE49-F238E27FC236}">
                  <a16:creationId xmlns:a16="http://schemas.microsoft.com/office/drawing/2014/main" id="{0AB9A96E-2BDD-4B18-8D95-A9DD487DDB2D}"/>
                </a:ext>
              </a:extLst>
            </p:cNvPr>
            <p:cNvSpPr/>
            <p:nvPr/>
          </p:nvSpPr>
          <p:spPr>
            <a:xfrm rot="10800000">
              <a:off x="9733732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Round Same Side Corner Rectangle 20">
              <a:extLst>
                <a:ext uri="{FF2B5EF4-FFF2-40B4-BE49-F238E27FC236}">
                  <a16:creationId xmlns:a16="http://schemas.microsoft.com/office/drawing/2014/main" id="{6B391A6A-7865-46E7-BB99-F1E25BBC20CE}"/>
                </a:ext>
              </a:extLst>
            </p:cNvPr>
            <p:cNvSpPr/>
            <p:nvPr/>
          </p:nvSpPr>
          <p:spPr>
            <a:xfrm rot="10800000">
              <a:off x="10118416" y="2402759"/>
              <a:ext cx="347007" cy="740235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2" name="Group 315">
            <a:extLst>
              <a:ext uri="{FF2B5EF4-FFF2-40B4-BE49-F238E27FC236}">
                <a16:creationId xmlns:a16="http://schemas.microsoft.com/office/drawing/2014/main" id="{2C0D767D-E8D5-48CB-815C-B0A12770EEDA}"/>
              </a:ext>
            </a:extLst>
          </p:cNvPr>
          <p:cNvGrpSpPr/>
          <p:nvPr/>
        </p:nvGrpSpPr>
        <p:grpSpPr>
          <a:xfrm>
            <a:off x="7120275" y="1513439"/>
            <a:ext cx="4464000" cy="863358"/>
            <a:chOff x="803640" y="3362835"/>
            <a:chExt cx="2059657" cy="863358"/>
          </a:xfrm>
        </p:grpSpPr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92836246-7A11-4666-ACA7-A432377E5921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    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E512715D-4A4B-4AB3-A4D5-D90486735629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5" name="Group 318">
            <a:extLst>
              <a:ext uri="{FF2B5EF4-FFF2-40B4-BE49-F238E27FC236}">
                <a16:creationId xmlns:a16="http://schemas.microsoft.com/office/drawing/2014/main" id="{465297F7-F67C-42A3-92D0-986A06B36792}"/>
              </a:ext>
            </a:extLst>
          </p:cNvPr>
          <p:cNvGrpSpPr/>
          <p:nvPr/>
        </p:nvGrpSpPr>
        <p:grpSpPr>
          <a:xfrm>
            <a:off x="613247" y="1513439"/>
            <a:ext cx="4464000" cy="863358"/>
            <a:chOff x="803640" y="3362835"/>
            <a:chExt cx="2059657" cy="863358"/>
          </a:xfrm>
        </p:grpSpPr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BC06DB2B-89BE-4F9E-8F23-0A4F09A2E975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I hope and I believe that this Template will your Time, Money and Reputation.     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53DDD4C0-43D3-4DFE-BEF5-273A45F521DD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08" name="TextBox 307">
            <a:extLst>
              <a:ext uri="{FF2B5EF4-FFF2-40B4-BE49-F238E27FC236}">
                <a16:creationId xmlns:a16="http://schemas.microsoft.com/office/drawing/2014/main" id="{9B37AB44-0A17-49E8-92AA-B0A0FB775FBE}"/>
              </a:ext>
            </a:extLst>
          </p:cNvPr>
          <p:cNvSpPr txBox="1"/>
          <p:nvPr/>
        </p:nvSpPr>
        <p:spPr>
          <a:xfrm>
            <a:off x="5154196" y="1652731"/>
            <a:ext cx="9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accent1"/>
                </a:solidFill>
                <a:cs typeface="Arial" pitchFamily="34" charset="0"/>
              </a:rPr>
              <a:t>80</a:t>
            </a:r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%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D42F4818-055E-4F0E-82A4-DA04BACB5AF9}"/>
              </a:ext>
            </a:extLst>
          </p:cNvPr>
          <p:cNvSpPr txBox="1"/>
          <p:nvPr/>
        </p:nvSpPr>
        <p:spPr>
          <a:xfrm>
            <a:off x="6144243" y="1652731"/>
            <a:ext cx="9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chemeClr val="accent4"/>
                </a:solidFill>
                <a:cs typeface="Arial" pitchFamily="34" charset="0"/>
              </a:rPr>
              <a:t>70</a:t>
            </a:r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%</a:t>
            </a:r>
            <a:endParaRPr lang="ko-KR" altLang="en-US" sz="2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310" name="Group 309"/>
          <p:cNvGrpSpPr/>
          <p:nvPr/>
        </p:nvGrpSpPr>
        <p:grpSpPr>
          <a:xfrm>
            <a:off x="3351870" y="3469166"/>
            <a:ext cx="5127877" cy="2979279"/>
            <a:chOff x="637381" y="1143000"/>
            <a:chExt cx="7869238" cy="4572000"/>
          </a:xfrm>
          <a:solidFill>
            <a:schemeClr val="accent1"/>
          </a:solidFill>
        </p:grpSpPr>
        <p:sp>
          <p:nvSpPr>
            <p:cNvPr id="311" name="Freeform 310"/>
            <p:cNvSpPr>
              <a:spLocks noEditPoints="1"/>
            </p:cNvSpPr>
            <p:nvPr/>
          </p:nvSpPr>
          <p:spPr bwMode="auto">
            <a:xfrm>
              <a:off x="637381" y="1982787"/>
              <a:ext cx="3430588" cy="3732213"/>
            </a:xfrm>
            <a:custGeom>
              <a:avLst/>
              <a:gdLst>
                <a:gd name="T0" fmla="*/ 1503 w 2161"/>
                <a:gd name="T1" fmla="*/ 2272 h 2351"/>
                <a:gd name="T2" fmla="*/ 1677 w 2161"/>
                <a:gd name="T3" fmla="*/ 1440 h 2351"/>
                <a:gd name="T4" fmla="*/ 1475 w 2161"/>
                <a:gd name="T5" fmla="*/ 1175 h 2351"/>
                <a:gd name="T6" fmla="*/ 1401 w 2161"/>
                <a:gd name="T7" fmla="*/ 1164 h 2351"/>
                <a:gd name="T8" fmla="*/ 253 w 2161"/>
                <a:gd name="T9" fmla="*/ 1129 h 2351"/>
                <a:gd name="T10" fmla="*/ 1279 w 2161"/>
                <a:gd name="T11" fmla="*/ 1145 h 2351"/>
                <a:gd name="T12" fmla="*/ 117 w 2161"/>
                <a:gd name="T13" fmla="*/ 1077 h 2351"/>
                <a:gd name="T14" fmla="*/ 1283 w 2161"/>
                <a:gd name="T15" fmla="*/ 1061 h 2351"/>
                <a:gd name="T16" fmla="*/ 1501 w 2161"/>
                <a:gd name="T17" fmla="*/ 726 h 2351"/>
                <a:gd name="T18" fmla="*/ 1141 w 2161"/>
                <a:gd name="T19" fmla="*/ 792 h 2351"/>
                <a:gd name="T20" fmla="*/ 1302 w 2161"/>
                <a:gd name="T21" fmla="*/ 745 h 2351"/>
                <a:gd name="T22" fmla="*/ 1187 w 2161"/>
                <a:gd name="T23" fmla="*/ 712 h 2351"/>
                <a:gd name="T24" fmla="*/ 1595 w 2161"/>
                <a:gd name="T25" fmla="*/ 689 h 2351"/>
                <a:gd name="T26" fmla="*/ 1558 w 2161"/>
                <a:gd name="T27" fmla="*/ 717 h 2351"/>
                <a:gd name="T28" fmla="*/ 541 w 2161"/>
                <a:gd name="T29" fmla="*/ 553 h 2351"/>
                <a:gd name="T30" fmla="*/ 49 w 2161"/>
                <a:gd name="T31" fmla="*/ 386 h 2351"/>
                <a:gd name="T32" fmla="*/ 1215 w 2161"/>
                <a:gd name="T33" fmla="*/ 326 h 2351"/>
                <a:gd name="T34" fmla="*/ 1283 w 2161"/>
                <a:gd name="T35" fmla="*/ 295 h 2351"/>
                <a:gd name="T36" fmla="*/ 1234 w 2161"/>
                <a:gd name="T37" fmla="*/ 298 h 2351"/>
                <a:gd name="T38" fmla="*/ 1160 w 2161"/>
                <a:gd name="T39" fmla="*/ 251 h 2351"/>
                <a:gd name="T40" fmla="*/ 2021 w 2161"/>
                <a:gd name="T41" fmla="*/ 265 h 2351"/>
                <a:gd name="T42" fmla="*/ 2136 w 2161"/>
                <a:gd name="T43" fmla="*/ 199 h 2351"/>
                <a:gd name="T44" fmla="*/ 1630 w 2161"/>
                <a:gd name="T45" fmla="*/ 129 h 2351"/>
                <a:gd name="T46" fmla="*/ 979 w 2161"/>
                <a:gd name="T47" fmla="*/ 101 h 2351"/>
                <a:gd name="T48" fmla="*/ 1094 w 2161"/>
                <a:gd name="T49" fmla="*/ 127 h 2351"/>
                <a:gd name="T50" fmla="*/ 1201 w 2161"/>
                <a:gd name="T51" fmla="*/ 98 h 2351"/>
                <a:gd name="T52" fmla="*/ 1113 w 2161"/>
                <a:gd name="T53" fmla="*/ 239 h 2351"/>
                <a:gd name="T54" fmla="*/ 1043 w 2161"/>
                <a:gd name="T55" fmla="*/ 400 h 2351"/>
                <a:gd name="T56" fmla="*/ 1216 w 2161"/>
                <a:gd name="T57" fmla="*/ 565 h 2351"/>
                <a:gd name="T58" fmla="*/ 1274 w 2161"/>
                <a:gd name="T59" fmla="*/ 415 h 2351"/>
                <a:gd name="T60" fmla="*/ 1441 w 2161"/>
                <a:gd name="T61" fmla="*/ 400 h 2351"/>
                <a:gd name="T62" fmla="*/ 1546 w 2161"/>
                <a:gd name="T63" fmla="*/ 530 h 2351"/>
                <a:gd name="T64" fmla="*/ 1459 w 2161"/>
                <a:gd name="T65" fmla="*/ 651 h 2351"/>
                <a:gd name="T66" fmla="*/ 1414 w 2161"/>
                <a:gd name="T67" fmla="*/ 747 h 2351"/>
                <a:gd name="T68" fmla="*/ 1223 w 2161"/>
                <a:gd name="T69" fmla="*/ 995 h 2351"/>
                <a:gd name="T70" fmla="*/ 1021 w 2161"/>
                <a:gd name="T71" fmla="*/ 1023 h 2351"/>
                <a:gd name="T72" fmla="*/ 1133 w 2161"/>
                <a:gd name="T73" fmla="*/ 1122 h 2351"/>
                <a:gd name="T74" fmla="*/ 1267 w 2161"/>
                <a:gd name="T75" fmla="*/ 1295 h 2351"/>
                <a:gd name="T76" fmla="*/ 1398 w 2161"/>
                <a:gd name="T77" fmla="*/ 1274 h 2351"/>
                <a:gd name="T78" fmla="*/ 1703 w 2161"/>
                <a:gd name="T79" fmla="*/ 1442 h 2351"/>
                <a:gd name="T80" fmla="*/ 1805 w 2161"/>
                <a:gd name="T81" fmla="*/ 1688 h 2351"/>
                <a:gd name="T82" fmla="*/ 1632 w 2161"/>
                <a:gd name="T83" fmla="*/ 1878 h 2351"/>
                <a:gd name="T84" fmla="*/ 1469 w 2161"/>
                <a:gd name="T85" fmla="*/ 2061 h 2351"/>
                <a:gd name="T86" fmla="*/ 1393 w 2161"/>
                <a:gd name="T87" fmla="*/ 2243 h 2351"/>
                <a:gd name="T88" fmla="*/ 1417 w 2161"/>
                <a:gd name="T89" fmla="*/ 2339 h 2351"/>
                <a:gd name="T90" fmla="*/ 1335 w 2161"/>
                <a:gd name="T91" fmla="*/ 2070 h 2351"/>
                <a:gd name="T92" fmla="*/ 1216 w 2161"/>
                <a:gd name="T93" fmla="*/ 1510 h 2351"/>
                <a:gd name="T94" fmla="*/ 1241 w 2161"/>
                <a:gd name="T95" fmla="*/ 1321 h 2351"/>
                <a:gd name="T96" fmla="*/ 986 w 2161"/>
                <a:gd name="T97" fmla="*/ 1204 h 2351"/>
                <a:gd name="T98" fmla="*/ 768 w 2161"/>
                <a:gd name="T99" fmla="*/ 974 h 2351"/>
                <a:gd name="T100" fmla="*/ 759 w 2161"/>
                <a:gd name="T101" fmla="*/ 1030 h 2351"/>
                <a:gd name="T102" fmla="*/ 628 w 2161"/>
                <a:gd name="T103" fmla="*/ 688 h 2351"/>
                <a:gd name="T104" fmla="*/ 614 w 2161"/>
                <a:gd name="T105" fmla="*/ 668 h 2351"/>
                <a:gd name="T106" fmla="*/ 323 w 2161"/>
                <a:gd name="T107" fmla="*/ 375 h 2351"/>
                <a:gd name="T108" fmla="*/ 139 w 2161"/>
                <a:gd name="T109" fmla="*/ 490 h 2351"/>
                <a:gd name="T110" fmla="*/ 63 w 2161"/>
                <a:gd name="T111" fmla="*/ 344 h 2351"/>
                <a:gd name="T112" fmla="*/ 61 w 2161"/>
                <a:gd name="T113" fmla="*/ 211 h 2351"/>
                <a:gd name="T114" fmla="*/ 70 w 2161"/>
                <a:gd name="T115" fmla="*/ 103 h 2351"/>
                <a:gd name="T116" fmla="*/ 275 w 2161"/>
                <a:gd name="T117" fmla="*/ 54 h 2351"/>
                <a:gd name="T118" fmla="*/ 539 w 2161"/>
                <a:gd name="T119" fmla="*/ 61 h 2351"/>
                <a:gd name="T120" fmla="*/ 682 w 2161"/>
                <a:gd name="T121" fmla="*/ 82 h 2351"/>
                <a:gd name="T122" fmla="*/ 867 w 2161"/>
                <a:gd name="T123" fmla="*/ 146 h 2351"/>
                <a:gd name="T124" fmla="*/ 1026 w 2161"/>
                <a:gd name="T125" fmla="*/ 152 h 2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61" h="2351">
                  <a:moveTo>
                    <a:pt x="1401" y="2278"/>
                  </a:moveTo>
                  <a:lnTo>
                    <a:pt x="1415" y="2286"/>
                  </a:lnTo>
                  <a:lnTo>
                    <a:pt x="1429" y="2299"/>
                  </a:lnTo>
                  <a:lnTo>
                    <a:pt x="1443" y="2311"/>
                  </a:lnTo>
                  <a:lnTo>
                    <a:pt x="1459" y="2320"/>
                  </a:lnTo>
                  <a:lnTo>
                    <a:pt x="1459" y="2328"/>
                  </a:lnTo>
                  <a:lnTo>
                    <a:pt x="1450" y="2328"/>
                  </a:lnTo>
                  <a:lnTo>
                    <a:pt x="1441" y="2330"/>
                  </a:lnTo>
                  <a:lnTo>
                    <a:pt x="1427" y="2330"/>
                  </a:lnTo>
                  <a:lnTo>
                    <a:pt x="1415" y="2327"/>
                  </a:lnTo>
                  <a:lnTo>
                    <a:pt x="1408" y="2325"/>
                  </a:lnTo>
                  <a:lnTo>
                    <a:pt x="1405" y="2311"/>
                  </a:lnTo>
                  <a:lnTo>
                    <a:pt x="1401" y="2293"/>
                  </a:lnTo>
                  <a:lnTo>
                    <a:pt x="1401" y="2278"/>
                  </a:lnTo>
                  <a:close/>
                  <a:moveTo>
                    <a:pt x="1513" y="2248"/>
                  </a:moveTo>
                  <a:lnTo>
                    <a:pt x="1527" y="2251"/>
                  </a:lnTo>
                  <a:lnTo>
                    <a:pt x="1543" y="2257"/>
                  </a:lnTo>
                  <a:lnTo>
                    <a:pt x="1555" y="2262"/>
                  </a:lnTo>
                  <a:lnTo>
                    <a:pt x="1551" y="2262"/>
                  </a:lnTo>
                  <a:lnTo>
                    <a:pt x="1539" y="2269"/>
                  </a:lnTo>
                  <a:lnTo>
                    <a:pt x="1527" y="2274"/>
                  </a:lnTo>
                  <a:lnTo>
                    <a:pt x="1513" y="2278"/>
                  </a:lnTo>
                  <a:lnTo>
                    <a:pt x="1513" y="2271"/>
                  </a:lnTo>
                  <a:lnTo>
                    <a:pt x="1515" y="2269"/>
                  </a:lnTo>
                  <a:lnTo>
                    <a:pt x="1518" y="2267"/>
                  </a:lnTo>
                  <a:lnTo>
                    <a:pt x="1520" y="2265"/>
                  </a:lnTo>
                  <a:lnTo>
                    <a:pt x="1520" y="2264"/>
                  </a:lnTo>
                  <a:lnTo>
                    <a:pt x="1522" y="2262"/>
                  </a:lnTo>
                  <a:lnTo>
                    <a:pt x="1523" y="2258"/>
                  </a:lnTo>
                  <a:lnTo>
                    <a:pt x="1520" y="2258"/>
                  </a:lnTo>
                  <a:lnTo>
                    <a:pt x="1511" y="2267"/>
                  </a:lnTo>
                  <a:lnTo>
                    <a:pt x="1503" y="2272"/>
                  </a:lnTo>
                  <a:lnTo>
                    <a:pt x="1494" y="2274"/>
                  </a:lnTo>
                  <a:lnTo>
                    <a:pt x="1482" y="2278"/>
                  </a:lnTo>
                  <a:lnTo>
                    <a:pt x="1482" y="2262"/>
                  </a:lnTo>
                  <a:lnTo>
                    <a:pt x="1492" y="2258"/>
                  </a:lnTo>
                  <a:lnTo>
                    <a:pt x="1503" y="2253"/>
                  </a:lnTo>
                  <a:lnTo>
                    <a:pt x="1513" y="2248"/>
                  </a:lnTo>
                  <a:close/>
                  <a:moveTo>
                    <a:pt x="1485" y="2051"/>
                  </a:moveTo>
                  <a:lnTo>
                    <a:pt x="1489" y="2054"/>
                  </a:lnTo>
                  <a:lnTo>
                    <a:pt x="1492" y="2056"/>
                  </a:lnTo>
                  <a:lnTo>
                    <a:pt x="1494" y="2058"/>
                  </a:lnTo>
                  <a:lnTo>
                    <a:pt x="1496" y="2061"/>
                  </a:lnTo>
                  <a:lnTo>
                    <a:pt x="1496" y="2065"/>
                  </a:lnTo>
                  <a:lnTo>
                    <a:pt x="1497" y="2070"/>
                  </a:lnTo>
                  <a:lnTo>
                    <a:pt x="1489" y="2070"/>
                  </a:lnTo>
                  <a:lnTo>
                    <a:pt x="1487" y="2066"/>
                  </a:lnTo>
                  <a:lnTo>
                    <a:pt x="1485" y="2063"/>
                  </a:lnTo>
                  <a:lnTo>
                    <a:pt x="1485" y="2061"/>
                  </a:lnTo>
                  <a:lnTo>
                    <a:pt x="1483" y="2059"/>
                  </a:lnTo>
                  <a:lnTo>
                    <a:pt x="1485" y="2056"/>
                  </a:lnTo>
                  <a:lnTo>
                    <a:pt x="1485" y="2051"/>
                  </a:lnTo>
                  <a:close/>
                  <a:moveTo>
                    <a:pt x="1654" y="1414"/>
                  </a:moveTo>
                  <a:lnTo>
                    <a:pt x="1647" y="1426"/>
                  </a:lnTo>
                  <a:lnTo>
                    <a:pt x="1642" y="1426"/>
                  </a:lnTo>
                  <a:lnTo>
                    <a:pt x="1642" y="1429"/>
                  </a:lnTo>
                  <a:lnTo>
                    <a:pt x="1653" y="1433"/>
                  </a:lnTo>
                  <a:lnTo>
                    <a:pt x="1663" y="1438"/>
                  </a:lnTo>
                  <a:lnTo>
                    <a:pt x="1670" y="1443"/>
                  </a:lnTo>
                  <a:lnTo>
                    <a:pt x="1674" y="1445"/>
                  </a:lnTo>
                  <a:lnTo>
                    <a:pt x="1675" y="1443"/>
                  </a:lnTo>
                  <a:lnTo>
                    <a:pt x="1675" y="1442"/>
                  </a:lnTo>
                  <a:lnTo>
                    <a:pt x="1675" y="1442"/>
                  </a:lnTo>
                  <a:lnTo>
                    <a:pt x="1677" y="1440"/>
                  </a:lnTo>
                  <a:lnTo>
                    <a:pt x="1677" y="1436"/>
                  </a:lnTo>
                  <a:lnTo>
                    <a:pt x="1670" y="1436"/>
                  </a:lnTo>
                  <a:lnTo>
                    <a:pt x="1668" y="1436"/>
                  </a:lnTo>
                  <a:lnTo>
                    <a:pt x="1667" y="1435"/>
                  </a:lnTo>
                  <a:lnTo>
                    <a:pt x="1665" y="1435"/>
                  </a:lnTo>
                  <a:lnTo>
                    <a:pt x="1661" y="1435"/>
                  </a:lnTo>
                  <a:lnTo>
                    <a:pt x="1658" y="1433"/>
                  </a:lnTo>
                  <a:lnTo>
                    <a:pt x="1658" y="1414"/>
                  </a:lnTo>
                  <a:lnTo>
                    <a:pt x="1654" y="1414"/>
                  </a:lnTo>
                  <a:close/>
                  <a:moveTo>
                    <a:pt x="1354" y="1286"/>
                  </a:moveTo>
                  <a:lnTo>
                    <a:pt x="1356" y="1291"/>
                  </a:lnTo>
                  <a:lnTo>
                    <a:pt x="1356" y="1293"/>
                  </a:lnTo>
                  <a:lnTo>
                    <a:pt x="1356" y="1295"/>
                  </a:lnTo>
                  <a:lnTo>
                    <a:pt x="1356" y="1295"/>
                  </a:lnTo>
                  <a:lnTo>
                    <a:pt x="1358" y="1297"/>
                  </a:lnTo>
                  <a:lnTo>
                    <a:pt x="1359" y="1297"/>
                  </a:lnTo>
                  <a:lnTo>
                    <a:pt x="1363" y="1298"/>
                  </a:lnTo>
                  <a:lnTo>
                    <a:pt x="1363" y="1291"/>
                  </a:lnTo>
                  <a:lnTo>
                    <a:pt x="1354" y="1286"/>
                  </a:lnTo>
                  <a:close/>
                  <a:moveTo>
                    <a:pt x="1482" y="1175"/>
                  </a:moveTo>
                  <a:lnTo>
                    <a:pt x="1489" y="1176"/>
                  </a:lnTo>
                  <a:lnTo>
                    <a:pt x="1497" y="1180"/>
                  </a:lnTo>
                  <a:lnTo>
                    <a:pt x="1494" y="1182"/>
                  </a:lnTo>
                  <a:lnTo>
                    <a:pt x="1492" y="1185"/>
                  </a:lnTo>
                  <a:lnTo>
                    <a:pt x="1489" y="1187"/>
                  </a:lnTo>
                  <a:lnTo>
                    <a:pt x="1483" y="1187"/>
                  </a:lnTo>
                  <a:lnTo>
                    <a:pt x="1478" y="1185"/>
                  </a:lnTo>
                  <a:lnTo>
                    <a:pt x="1473" y="1185"/>
                  </a:lnTo>
                  <a:lnTo>
                    <a:pt x="1468" y="1185"/>
                  </a:lnTo>
                  <a:lnTo>
                    <a:pt x="1462" y="1187"/>
                  </a:lnTo>
                  <a:lnTo>
                    <a:pt x="1462" y="1176"/>
                  </a:lnTo>
                  <a:lnTo>
                    <a:pt x="1475" y="1175"/>
                  </a:lnTo>
                  <a:lnTo>
                    <a:pt x="1482" y="1175"/>
                  </a:lnTo>
                  <a:close/>
                  <a:moveTo>
                    <a:pt x="1417" y="1164"/>
                  </a:moveTo>
                  <a:lnTo>
                    <a:pt x="1424" y="1164"/>
                  </a:lnTo>
                  <a:lnTo>
                    <a:pt x="1431" y="1166"/>
                  </a:lnTo>
                  <a:lnTo>
                    <a:pt x="1438" y="1166"/>
                  </a:lnTo>
                  <a:lnTo>
                    <a:pt x="1443" y="1168"/>
                  </a:lnTo>
                  <a:lnTo>
                    <a:pt x="1443" y="1176"/>
                  </a:lnTo>
                  <a:lnTo>
                    <a:pt x="1417" y="1176"/>
                  </a:lnTo>
                  <a:lnTo>
                    <a:pt x="1417" y="1164"/>
                  </a:lnTo>
                  <a:close/>
                  <a:moveTo>
                    <a:pt x="1270" y="1164"/>
                  </a:moveTo>
                  <a:lnTo>
                    <a:pt x="1279" y="1166"/>
                  </a:lnTo>
                  <a:lnTo>
                    <a:pt x="1284" y="1169"/>
                  </a:lnTo>
                  <a:lnTo>
                    <a:pt x="1291" y="1173"/>
                  </a:lnTo>
                  <a:lnTo>
                    <a:pt x="1297" y="1176"/>
                  </a:lnTo>
                  <a:lnTo>
                    <a:pt x="1297" y="1180"/>
                  </a:lnTo>
                  <a:lnTo>
                    <a:pt x="1290" y="1180"/>
                  </a:lnTo>
                  <a:lnTo>
                    <a:pt x="1284" y="1182"/>
                  </a:lnTo>
                  <a:lnTo>
                    <a:pt x="1279" y="1183"/>
                  </a:lnTo>
                  <a:lnTo>
                    <a:pt x="1276" y="1182"/>
                  </a:lnTo>
                  <a:lnTo>
                    <a:pt x="1269" y="1182"/>
                  </a:lnTo>
                  <a:lnTo>
                    <a:pt x="1263" y="1180"/>
                  </a:lnTo>
                  <a:lnTo>
                    <a:pt x="1263" y="1168"/>
                  </a:lnTo>
                  <a:lnTo>
                    <a:pt x="1265" y="1168"/>
                  </a:lnTo>
                  <a:lnTo>
                    <a:pt x="1267" y="1166"/>
                  </a:lnTo>
                  <a:lnTo>
                    <a:pt x="1269" y="1166"/>
                  </a:lnTo>
                  <a:lnTo>
                    <a:pt x="1269" y="1166"/>
                  </a:lnTo>
                  <a:lnTo>
                    <a:pt x="1270" y="1164"/>
                  </a:lnTo>
                  <a:close/>
                  <a:moveTo>
                    <a:pt x="1331" y="1148"/>
                  </a:moveTo>
                  <a:lnTo>
                    <a:pt x="1352" y="1150"/>
                  </a:lnTo>
                  <a:lnTo>
                    <a:pt x="1370" y="1154"/>
                  </a:lnTo>
                  <a:lnTo>
                    <a:pt x="1384" y="1159"/>
                  </a:lnTo>
                  <a:lnTo>
                    <a:pt x="1401" y="1164"/>
                  </a:lnTo>
                  <a:lnTo>
                    <a:pt x="1401" y="1173"/>
                  </a:lnTo>
                  <a:lnTo>
                    <a:pt x="1394" y="1173"/>
                  </a:lnTo>
                  <a:lnTo>
                    <a:pt x="1391" y="1175"/>
                  </a:lnTo>
                  <a:lnTo>
                    <a:pt x="1386" y="1176"/>
                  </a:lnTo>
                  <a:lnTo>
                    <a:pt x="1382" y="1178"/>
                  </a:lnTo>
                  <a:lnTo>
                    <a:pt x="1379" y="1180"/>
                  </a:lnTo>
                  <a:lnTo>
                    <a:pt x="1373" y="1180"/>
                  </a:lnTo>
                  <a:lnTo>
                    <a:pt x="1373" y="1178"/>
                  </a:lnTo>
                  <a:lnTo>
                    <a:pt x="1373" y="1176"/>
                  </a:lnTo>
                  <a:lnTo>
                    <a:pt x="1372" y="1175"/>
                  </a:lnTo>
                  <a:lnTo>
                    <a:pt x="1370" y="1173"/>
                  </a:lnTo>
                  <a:lnTo>
                    <a:pt x="1368" y="1171"/>
                  </a:lnTo>
                  <a:lnTo>
                    <a:pt x="1366" y="1173"/>
                  </a:lnTo>
                  <a:lnTo>
                    <a:pt x="1363" y="1183"/>
                  </a:lnTo>
                  <a:lnTo>
                    <a:pt x="1358" y="1183"/>
                  </a:lnTo>
                  <a:lnTo>
                    <a:pt x="1345" y="1182"/>
                  </a:lnTo>
                  <a:lnTo>
                    <a:pt x="1331" y="1180"/>
                  </a:lnTo>
                  <a:lnTo>
                    <a:pt x="1321" y="1180"/>
                  </a:lnTo>
                  <a:lnTo>
                    <a:pt x="1316" y="1168"/>
                  </a:lnTo>
                  <a:lnTo>
                    <a:pt x="1325" y="1168"/>
                  </a:lnTo>
                  <a:lnTo>
                    <a:pt x="1331" y="1168"/>
                  </a:lnTo>
                  <a:lnTo>
                    <a:pt x="1338" y="1166"/>
                  </a:lnTo>
                  <a:lnTo>
                    <a:pt x="1344" y="1164"/>
                  </a:lnTo>
                  <a:lnTo>
                    <a:pt x="1340" y="1162"/>
                  </a:lnTo>
                  <a:lnTo>
                    <a:pt x="1337" y="1159"/>
                  </a:lnTo>
                  <a:lnTo>
                    <a:pt x="1335" y="1157"/>
                  </a:lnTo>
                  <a:lnTo>
                    <a:pt x="1333" y="1154"/>
                  </a:lnTo>
                  <a:lnTo>
                    <a:pt x="1331" y="1148"/>
                  </a:lnTo>
                  <a:close/>
                  <a:moveTo>
                    <a:pt x="211" y="1110"/>
                  </a:moveTo>
                  <a:lnTo>
                    <a:pt x="227" y="1115"/>
                  </a:lnTo>
                  <a:lnTo>
                    <a:pt x="239" y="1122"/>
                  </a:lnTo>
                  <a:lnTo>
                    <a:pt x="253" y="1129"/>
                  </a:lnTo>
                  <a:lnTo>
                    <a:pt x="253" y="1133"/>
                  </a:lnTo>
                  <a:lnTo>
                    <a:pt x="249" y="1133"/>
                  </a:lnTo>
                  <a:lnTo>
                    <a:pt x="237" y="1141"/>
                  </a:lnTo>
                  <a:lnTo>
                    <a:pt x="225" y="1143"/>
                  </a:lnTo>
                  <a:lnTo>
                    <a:pt x="214" y="1145"/>
                  </a:lnTo>
                  <a:lnTo>
                    <a:pt x="202" y="1148"/>
                  </a:lnTo>
                  <a:lnTo>
                    <a:pt x="202" y="1145"/>
                  </a:lnTo>
                  <a:lnTo>
                    <a:pt x="199" y="1145"/>
                  </a:lnTo>
                  <a:lnTo>
                    <a:pt x="202" y="1136"/>
                  </a:lnTo>
                  <a:lnTo>
                    <a:pt x="202" y="1127"/>
                  </a:lnTo>
                  <a:lnTo>
                    <a:pt x="202" y="1115"/>
                  </a:lnTo>
                  <a:lnTo>
                    <a:pt x="206" y="1113"/>
                  </a:lnTo>
                  <a:lnTo>
                    <a:pt x="207" y="1113"/>
                  </a:lnTo>
                  <a:lnTo>
                    <a:pt x="207" y="1112"/>
                  </a:lnTo>
                  <a:lnTo>
                    <a:pt x="209" y="1112"/>
                  </a:lnTo>
                  <a:lnTo>
                    <a:pt x="211" y="1110"/>
                  </a:lnTo>
                  <a:close/>
                  <a:moveTo>
                    <a:pt x="1209" y="1099"/>
                  </a:moveTo>
                  <a:lnTo>
                    <a:pt x="1237" y="1105"/>
                  </a:lnTo>
                  <a:lnTo>
                    <a:pt x="1262" y="1113"/>
                  </a:lnTo>
                  <a:lnTo>
                    <a:pt x="1281" y="1122"/>
                  </a:lnTo>
                  <a:lnTo>
                    <a:pt x="1300" y="1131"/>
                  </a:lnTo>
                  <a:lnTo>
                    <a:pt x="1321" y="1141"/>
                  </a:lnTo>
                  <a:lnTo>
                    <a:pt x="1321" y="1148"/>
                  </a:lnTo>
                  <a:lnTo>
                    <a:pt x="1312" y="1148"/>
                  </a:lnTo>
                  <a:lnTo>
                    <a:pt x="1302" y="1152"/>
                  </a:lnTo>
                  <a:lnTo>
                    <a:pt x="1290" y="1155"/>
                  </a:lnTo>
                  <a:lnTo>
                    <a:pt x="1277" y="1157"/>
                  </a:lnTo>
                  <a:lnTo>
                    <a:pt x="1279" y="1154"/>
                  </a:lnTo>
                  <a:lnTo>
                    <a:pt x="1279" y="1150"/>
                  </a:lnTo>
                  <a:lnTo>
                    <a:pt x="1279" y="1148"/>
                  </a:lnTo>
                  <a:lnTo>
                    <a:pt x="1279" y="1147"/>
                  </a:lnTo>
                  <a:lnTo>
                    <a:pt x="1279" y="1145"/>
                  </a:lnTo>
                  <a:lnTo>
                    <a:pt x="1277" y="1141"/>
                  </a:lnTo>
                  <a:lnTo>
                    <a:pt x="1251" y="1134"/>
                  </a:lnTo>
                  <a:lnTo>
                    <a:pt x="1227" y="1122"/>
                  </a:lnTo>
                  <a:lnTo>
                    <a:pt x="1201" y="1110"/>
                  </a:lnTo>
                  <a:lnTo>
                    <a:pt x="1195" y="1115"/>
                  </a:lnTo>
                  <a:lnTo>
                    <a:pt x="1192" y="1120"/>
                  </a:lnTo>
                  <a:lnTo>
                    <a:pt x="1187" y="1126"/>
                  </a:lnTo>
                  <a:lnTo>
                    <a:pt x="1181" y="1124"/>
                  </a:lnTo>
                  <a:lnTo>
                    <a:pt x="1174" y="1120"/>
                  </a:lnTo>
                  <a:lnTo>
                    <a:pt x="1171" y="1119"/>
                  </a:lnTo>
                  <a:lnTo>
                    <a:pt x="1178" y="1119"/>
                  </a:lnTo>
                  <a:lnTo>
                    <a:pt x="1183" y="1112"/>
                  </a:lnTo>
                  <a:lnTo>
                    <a:pt x="1188" y="1108"/>
                  </a:lnTo>
                  <a:lnTo>
                    <a:pt x="1194" y="1103"/>
                  </a:lnTo>
                  <a:lnTo>
                    <a:pt x="1199" y="1103"/>
                  </a:lnTo>
                  <a:lnTo>
                    <a:pt x="1202" y="1101"/>
                  </a:lnTo>
                  <a:lnTo>
                    <a:pt x="1206" y="1101"/>
                  </a:lnTo>
                  <a:lnTo>
                    <a:pt x="1209" y="1099"/>
                  </a:lnTo>
                  <a:close/>
                  <a:moveTo>
                    <a:pt x="188" y="1091"/>
                  </a:moveTo>
                  <a:lnTo>
                    <a:pt x="202" y="1096"/>
                  </a:lnTo>
                  <a:lnTo>
                    <a:pt x="202" y="1099"/>
                  </a:lnTo>
                  <a:lnTo>
                    <a:pt x="199" y="1099"/>
                  </a:lnTo>
                  <a:lnTo>
                    <a:pt x="188" y="1103"/>
                  </a:lnTo>
                  <a:lnTo>
                    <a:pt x="178" y="1103"/>
                  </a:lnTo>
                  <a:lnTo>
                    <a:pt x="169" y="1103"/>
                  </a:lnTo>
                  <a:lnTo>
                    <a:pt x="169" y="1096"/>
                  </a:lnTo>
                  <a:lnTo>
                    <a:pt x="174" y="1094"/>
                  </a:lnTo>
                  <a:lnTo>
                    <a:pt x="179" y="1094"/>
                  </a:lnTo>
                  <a:lnTo>
                    <a:pt x="183" y="1093"/>
                  </a:lnTo>
                  <a:lnTo>
                    <a:pt x="188" y="1091"/>
                  </a:lnTo>
                  <a:close/>
                  <a:moveTo>
                    <a:pt x="111" y="1075"/>
                  </a:moveTo>
                  <a:lnTo>
                    <a:pt x="117" y="1077"/>
                  </a:lnTo>
                  <a:lnTo>
                    <a:pt x="124" y="1077"/>
                  </a:lnTo>
                  <a:lnTo>
                    <a:pt x="127" y="1077"/>
                  </a:lnTo>
                  <a:lnTo>
                    <a:pt x="132" y="1079"/>
                  </a:lnTo>
                  <a:lnTo>
                    <a:pt x="138" y="1080"/>
                  </a:lnTo>
                  <a:lnTo>
                    <a:pt x="138" y="1087"/>
                  </a:lnTo>
                  <a:lnTo>
                    <a:pt x="134" y="1087"/>
                  </a:lnTo>
                  <a:lnTo>
                    <a:pt x="129" y="1089"/>
                  </a:lnTo>
                  <a:lnTo>
                    <a:pt x="124" y="1091"/>
                  </a:lnTo>
                  <a:lnTo>
                    <a:pt x="118" y="1091"/>
                  </a:lnTo>
                  <a:lnTo>
                    <a:pt x="111" y="1091"/>
                  </a:lnTo>
                  <a:lnTo>
                    <a:pt x="111" y="1075"/>
                  </a:lnTo>
                  <a:close/>
                  <a:moveTo>
                    <a:pt x="1263" y="1072"/>
                  </a:moveTo>
                  <a:lnTo>
                    <a:pt x="1269" y="1075"/>
                  </a:lnTo>
                  <a:lnTo>
                    <a:pt x="1272" y="1079"/>
                  </a:lnTo>
                  <a:lnTo>
                    <a:pt x="1276" y="1082"/>
                  </a:lnTo>
                  <a:lnTo>
                    <a:pt x="1277" y="1087"/>
                  </a:lnTo>
                  <a:lnTo>
                    <a:pt x="1277" y="1096"/>
                  </a:lnTo>
                  <a:lnTo>
                    <a:pt x="1270" y="1096"/>
                  </a:lnTo>
                  <a:lnTo>
                    <a:pt x="1269" y="1091"/>
                  </a:lnTo>
                  <a:lnTo>
                    <a:pt x="1267" y="1089"/>
                  </a:lnTo>
                  <a:lnTo>
                    <a:pt x="1265" y="1086"/>
                  </a:lnTo>
                  <a:lnTo>
                    <a:pt x="1263" y="1082"/>
                  </a:lnTo>
                  <a:lnTo>
                    <a:pt x="1263" y="1079"/>
                  </a:lnTo>
                  <a:lnTo>
                    <a:pt x="1263" y="1072"/>
                  </a:lnTo>
                  <a:close/>
                  <a:moveTo>
                    <a:pt x="1255" y="1049"/>
                  </a:moveTo>
                  <a:lnTo>
                    <a:pt x="1277" y="1049"/>
                  </a:lnTo>
                  <a:lnTo>
                    <a:pt x="1279" y="1052"/>
                  </a:lnTo>
                  <a:lnTo>
                    <a:pt x="1283" y="1054"/>
                  </a:lnTo>
                  <a:lnTo>
                    <a:pt x="1283" y="1056"/>
                  </a:lnTo>
                  <a:lnTo>
                    <a:pt x="1284" y="1058"/>
                  </a:lnTo>
                  <a:lnTo>
                    <a:pt x="1284" y="1059"/>
                  </a:lnTo>
                  <a:lnTo>
                    <a:pt x="1283" y="1061"/>
                  </a:lnTo>
                  <a:lnTo>
                    <a:pt x="1283" y="1065"/>
                  </a:lnTo>
                  <a:lnTo>
                    <a:pt x="1277" y="1061"/>
                  </a:lnTo>
                  <a:lnTo>
                    <a:pt x="1272" y="1059"/>
                  </a:lnTo>
                  <a:lnTo>
                    <a:pt x="1267" y="1059"/>
                  </a:lnTo>
                  <a:lnTo>
                    <a:pt x="1263" y="1058"/>
                  </a:lnTo>
                  <a:lnTo>
                    <a:pt x="1260" y="1058"/>
                  </a:lnTo>
                  <a:lnTo>
                    <a:pt x="1256" y="1056"/>
                  </a:lnTo>
                  <a:lnTo>
                    <a:pt x="1255" y="1052"/>
                  </a:lnTo>
                  <a:lnTo>
                    <a:pt x="1255" y="1049"/>
                  </a:lnTo>
                  <a:close/>
                  <a:moveTo>
                    <a:pt x="1328" y="722"/>
                  </a:moveTo>
                  <a:lnTo>
                    <a:pt x="1326" y="726"/>
                  </a:lnTo>
                  <a:lnTo>
                    <a:pt x="1323" y="729"/>
                  </a:lnTo>
                  <a:lnTo>
                    <a:pt x="1321" y="731"/>
                  </a:lnTo>
                  <a:lnTo>
                    <a:pt x="1319" y="733"/>
                  </a:lnTo>
                  <a:lnTo>
                    <a:pt x="1319" y="735"/>
                  </a:lnTo>
                  <a:lnTo>
                    <a:pt x="1321" y="736"/>
                  </a:lnTo>
                  <a:lnTo>
                    <a:pt x="1325" y="738"/>
                  </a:lnTo>
                  <a:lnTo>
                    <a:pt x="1326" y="733"/>
                  </a:lnTo>
                  <a:lnTo>
                    <a:pt x="1326" y="731"/>
                  </a:lnTo>
                  <a:lnTo>
                    <a:pt x="1328" y="728"/>
                  </a:lnTo>
                  <a:lnTo>
                    <a:pt x="1330" y="726"/>
                  </a:lnTo>
                  <a:lnTo>
                    <a:pt x="1331" y="722"/>
                  </a:lnTo>
                  <a:lnTo>
                    <a:pt x="1328" y="722"/>
                  </a:lnTo>
                  <a:close/>
                  <a:moveTo>
                    <a:pt x="1501" y="691"/>
                  </a:moveTo>
                  <a:lnTo>
                    <a:pt x="1504" y="700"/>
                  </a:lnTo>
                  <a:lnTo>
                    <a:pt x="1506" y="712"/>
                  </a:lnTo>
                  <a:lnTo>
                    <a:pt x="1508" y="722"/>
                  </a:lnTo>
                  <a:lnTo>
                    <a:pt x="1506" y="724"/>
                  </a:lnTo>
                  <a:lnTo>
                    <a:pt x="1504" y="724"/>
                  </a:lnTo>
                  <a:lnTo>
                    <a:pt x="1503" y="724"/>
                  </a:lnTo>
                  <a:lnTo>
                    <a:pt x="1503" y="726"/>
                  </a:lnTo>
                  <a:lnTo>
                    <a:pt x="1501" y="726"/>
                  </a:lnTo>
                  <a:lnTo>
                    <a:pt x="1494" y="726"/>
                  </a:lnTo>
                  <a:lnTo>
                    <a:pt x="1492" y="724"/>
                  </a:lnTo>
                  <a:lnTo>
                    <a:pt x="1492" y="722"/>
                  </a:lnTo>
                  <a:lnTo>
                    <a:pt x="1492" y="721"/>
                  </a:lnTo>
                  <a:lnTo>
                    <a:pt x="1490" y="721"/>
                  </a:lnTo>
                  <a:lnTo>
                    <a:pt x="1489" y="719"/>
                  </a:lnTo>
                  <a:lnTo>
                    <a:pt x="1501" y="691"/>
                  </a:lnTo>
                  <a:close/>
                  <a:moveTo>
                    <a:pt x="1113" y="658"/>
                  </a:moveTo>
                  <a:lnTo>
                    <a:pt x="1105" y="670"/>
                  </a:lnTo>
                  <a:lnTo>
                    <a:pt x="1096" y="681"/>
                  </a:lnTo>
                  <a:lnTo>
                    <a:pt x="1091" y="696"/>
                  </a:lnTo>
                  <a:lnTo>
                    <a:pt x="1101" y="695"/>
                  </a:lnTo>
                  <a:lnTo>
                    <a:pt x="1108" y="698"/>
                  </a:lnTo>
                  <a:lnTo>
                    <a:pt x="1113" y="703"/>
                  </a:lnTo>
                  <a:lnTo>
                    <a:pt x="1120" y="712"/>
                  </a:lnTo>
                  <a:lnTo>
                    <a:pt x="1122" y="705"/>
                  </a:lnTo>
                  <a:lnTo>
                    <a:pt x="1122" y="700"/>
                  </a:lnTo>
                  <a:lnTo>
                    <a:pt x="1124" y="696"/>
                  </a:lnTo>
                  <a:lnTo>
                    <a:pt x="1124" y="691"/>
                  </a:lnTo>
                  <a:lnTo>
                    <a:pt x="1133" y="691"/>
                  </a:lnTo>
                  <a:lnTo>
                    <a:pt x="1138" y="703"/>
                  </a:lnTo>
                  <a:lnTo>
                    <a:pt x="1146" y="707"/>
                  </a:lnTo>
                  <a:lnTo>
                    <a:pt x="1153" y="710"/>
                  </a:lnTo>
                  <a:lnTo>
                    <a:pt x="1160" y="714"/>
                  </a:lnTo>
                  <a:lnTo>
                    <a:pt x="1167" y="722"/>
                  </a:lnTo>
                  <a:lnTo>
                    <a:pt x="1160" y="733"/>
                  </a:lnTo>
                  <a:lnTo>
                    <a:pt x="1152" y="745"/>
                  </a:lnTo>
                  <a:lnTo>
                    <a:pt x="1145" y="761"/>
                  </a:lnTo>
                  <a:lnTo>
                    <a:pt x="1139" y="775"/>
                  </a:lnTo>
                  <a:lnTo>
                    <a:pt x="1139" y="784"/>
                  </a:lnTo>
                  <a:lnTo>
                    <a:pt x="1141" y="789"/>
                  </a:lnTo>
                  <a:lnTo>
                    <a:pt x="1141" y="792"/>
                  </a:lnTo>
                  <a:lnTo>
                    <a:pt x="1143" y="794"/>
                  </a:lnTo>
                  <a:lnTo>
                    <a:pt x="1145" y="796"/>
                  </a:lnTo>
                  <a:lnTo>
                    <a:pt x="1146" y="798"/>
                  </a:lnTo>
                  <a:lnTo>
                    <a:pt x="1152" y="799"/>
                  </a:lnTo>
                  <a:lnTo>
                    <a:pt x="1152" y="796"/>
                  </a:lnTo>
                  <a:lnTo>
                    <a:pt x="1155" y="789"/>
                  </a:lnTo>
                  <a:lnTo>
                    <a:pt x="1160" y="778"/>
                  </a:lnTo>
                  <a:lnTo>
                    <a:pt x="1166" y="764"/>
                  </a:lnTo>
                  <a:lnTo>
                    <a:pt x="1171" y="752"/>
                  </a:lnTo>
                  <a:lnTo>
                    <a:pt x="1176" y="742"/>
                  </a:lnTo>
                  <a:lnTo>
                    <a:pt x="1178" y="735"/>
                  </a:lnTo>
                  <a:lnTo>
                    <a:pt x="1190" y="735"/>
                  </a:lnTo>
                  <a:lnTo>
                    <a:pt x="1192" y="754"/>
                  </a:lnTo>
                  <a:lnTo>
                    <a:pt x="1192" y="771"/>
                  </a:lnTo>
                  <a:lnTo>
                    <a:pt x="1192" y="792"/>
                  </a:lnTo>
                  <a:lnTo>
                    <a:pt x="1194" y="815"/>
                  </a:lnTo>
                  <a:lnTo>
                    <a:pt x="1216" y="818"/>
                  </a:lnTo>
                  <a:lnTo>
                    <a:pt x="1225" y="805"/>
                  </a:lnTo>
                  <a:lnTo>
                    <a:pt x="1241" y="796"/>
                  </a:lnTo>
                  <a:lnTo>
                    <a:pt x="1258" y="787"/>
                  </a:lnTo>
                  <a:lnTo>
                    <a:pt x="1276" y="780"/>
                  </a:lnTo>
                  <a:lnTo>
                    <a:pt x="1293" y="773"/>
                  </a:lnTo>
                  <a:lnTo>
                    <a:pt x="1309" y="764"/>
                  </a:lnTo>
                  <a:lnTo>
                    <a:pt x="1316" y="754"/>
                  </a:lnTo>
                  <a:lnTo>
                    <a:pt x="1312" y="754"/>
                  </a:lnTo>
                  <a:lnTo>
                    <a:pt x="1311" y="750"/>
                  </a:lnTo>
                  <a:lnTo>
                    <a:pt x="1311" y="749"/>
                  </a:lnTo>
                  <a:lnTo>
                    <a:pt x="1309" y="747"/>
                  </a:lnTo>
                  <a:lnTo>
                    <a:pt x="1309" y="747"/>
                  </a:lnTo>
                  <a:lnTo>
                    <a:pt x="1307" y="747"/>
                  </a:lnTo>
                  <a:lnTo>
                    <a:pt x="1305" y="747"/>
                  </a:lnTo>
                  <a:lnTo>
                    <a:pt x="1302" y="745"/>
                  </a:lnTo>
                  <a:lnTo>
                    <a:pt x="1295" y="750"/>
                  </a:lnTo>
                  <a:lnTo>
                    <a:pt x="1283" y="757"/>
                  </a:lnTo>
                  <a:lnTo>
                    <a:pt x="1269" y="768"/>
                  </a:lnTo>
                  <a:lnTo>
                    <a:pt x="1251" y="777"/>
                  </a:lnTo>
                  <a:lnTo>
                    <a:pt x="1235" y="787"/>
                  </a:lnTo>
                  <a:lnTo>
                    <a:pt x="1220" y="794"/>
                  </a:lnTo>
                  <a:lnTo>
                    <a:pt x="1209" y="798"/>
                  </a:lnTo>
                  <a:lnTo>
                    <a:pt x="1206" y="799"/>
                  </a:lnTo>
                  <a:lnTo>
                    <a:pt x="1204" y="798"/>
                  </a:lnTo>
                  <a:lnTo>
                    <a:pt x="1202" y="796"/>
                  </a:lnTo>
                  <a:lnTo>
                    <a:pt x="1202" y="794"/>
                  </a:lnTo>
                  <a:lnTo>
                    <a:pt x="1202" y="792"/>
                  </a:lnTo>
                  <a:lnTo>
                    <a:pt x="1201" y="789"/>
                  </a:lnTo>
                  <a:lnTo>
                    <a:pt x="1206" y="780"/>
                  </a:lnTo>
                  <a:lnTo>
                    <a:pt x="1206" y="773"/>
                  </a:lnTo>
                  <a:lnTo>
                    <a:pt x="1204" y="768"/>
                  </a:lnTo>
                  <a:lnTo>
                    <a:pt x="1202" y="759"/>
                  </a:lnTo>
                  <a:lnTo>
                    <a:pt x="1206" y="749"/>
                  </a:lnTo>
                  <a:lnTo>
                    <a:pt x="1208" y="747"/>
                  </a:lnTo>
                  <a:lnTo>
                    <a:pt x="1209" y="745"/>
                  </a:lnTo>
                  <a:lnTo>
                    <a:pt x="1211" y="743"/>
                  </a:lnTo>
                  <a:lnTo>
                    <a:pt x="1213" y="743"/>
                  </a:lnTo>
                  <a:lnTo>
                    <a:pt x="1215" y="743"/>
                  </a:lnTo>
                  <a:lnTo>
                    <a:pt x="1216" y="742"/>
                  </a:lnTo>
                  <a:lnTo>
                    <a:pt x="1218" y="740"/>
                  </a:lnTo>
                  <a:lnTo>
                    <a:pt x="1218" y="736"/>
                  </a:lnTo>
                  <a:lnTo>
                    <a:pt x="1220" y="731"/>
                  </a:lnTo>
                  <a:lnTo>
                    <a:pt x="1220" y="722"/>
                  </a:lnTo>
                  <a:lnTo>
                    <a:pt x="1211" y="717"/>
                  </a:lnTo>
                  <a:lnTo>
                    <a:pt x="1202" y="715"/>
                  </a:lnTo>
                  <a:lnTo>
                    <a:pt x="1195" y="715"/>
                  </a:lnTo>
                  <a:lnTo>
                    <a:pt x="1187" y="712"/>
                  </a:lnTo>
                  <a:lnTo>
                    <a:pt x="1174" y="703"/>
                  </a:lnTo>
                  <a:lnTo>
                    <a:pt x="1166" y="695"/>
                  </a:lnTo>
                  <a:lnTo>
                    <a:pt x="1160" y="684"/>
                  </a:lnTo>
                  <a:lnTo>
                    <a:pt x="1153" y="674"/>
                  </a:lnTo>
                  <a:lnTo>
                    <a:pt x="1145" y="667"/>
                  </a:lnTo>
                  <a:lnTo>
                    <a:pt x="1131" y="660"/>
                  </a:lnTo>
                  <a:lnTo>
                    <a:pt x="1113" y="658"/>
                  </a:lnTo>
                  <a:close/>
                  <a:moveTo>
                    <a:pt x="1469" y="639"/>
                  </a:moveTo>
                  <a:lnTo>
                    <a:pt x="1482" y="640"/>
                  </a:lnTo>
                  <a:lnTo>
                    <a:pt x="1490" y="642"/>
                  </a:lnTo>
                  <a:lnTo>
                    <a:pt x="1501" y="646"/>
                  </a:lnTo>
                  <a:lnTo>
                    <a:pt x="1501" y="654"/>
                  </a:lnTo>
                  <a:lnTo>
                    <a:pt x="1497" y="654"/>
                  </a:lnTo>
                  <a:lnTo>
                    <a:pt x="1494" y="656"/>
                  </a:lnTo>
                  <a:lnTo>
                    <a:pt x="1490" y="656"/>
                  </a:lnTo>
                  <a:lnTo>
                    <a:pt x="1487" y="656"/>
                  </a:lnTo>
                  <a:lnTo>
                    <a:pt x="1482" y="658"/>
                  </a:lnTo>
                  <a:lnTo>
                    <a:pt x="1478" y="653"/>
                  </a:lnTo>
                  <a:lnTo>
                    <a:pt x="1476" y="651"/>
                  </a:lnTo>
                  <a:lnTo>
                    <a:pt x="1475" y="647"/>
                  </a:lnTo>
                  <a:lnTo>
                    <a:pt x="1473" y="644"/>
                  </a:lnTo>
                  <a:lnTo>
                    <a:pt x="1469" y="639"/>
                  </a:lnTo>
                  <a:close/>
                  <a:moveTo>
                    <a:pt x="1551" y="619"/>
                  </a:moveTo>
                  <a:lnTo>
                    <a:pt x="1562" y="619"/>
                  </a:lnTo>
                  <a:lnTo>
                    <a:pt x="1562" y="633"/>
                  </a:lnTo>
                  <a:lnTo>
                    <a:pt x="1562" y="646"/>
                  </a:lnTo>
                  <a:lnTo>
                    <a:pt x="1564" y="656"/>
                  </a:lnTo>
                  <a:lnTo>
                    <a:pt x="1565" y="668"/>
                  </a:lnTo>
                  <a:lnTo>
                    <a:pt x="1585" y="668"/>
                  </a:lnTo>
                  <a:lnTo>
                    <a:pt x="1585" y="688"/>
                  </a:lnTo>
                  <a:lnTo>
                    <a:pt x="1593" y="688"/>
                  </a:lnTo>
                  <a:lnTo>
                    <a:pt x="1595" y="689"/>
                  </a:lnTo>
                  <a:lnTo>
                    <a:pt x="1597" y="689"/>
                  </a:lnTo>
                  <a:lnTo>
                    <a:pt x="1599" y="689"/>
                  </a:lnTo>
                  <a:lnTo>
                    <a:pt x="1600" y="689"/>
                  </a:lnTo>
                  <a:lnTo>
                    <a:pt x="1602" y="689"/>
                  </a:lnTo>
                  <a:lnTo>
                    <a:pt x="1604" y="691"/>
                  </a:lnTo>
                  <a:lnTo>
                    <a:pt x="1602" y="702"/>
                  </a:lnTo>
                  <a:lnTo>
                    <a:pt x="1599" y="714"/>
                  </a:lnTo>
                  <a:lnTo>
                    <a:pt x="1597" y="726"/>
                  </a:lnTo>
                  <a:lnTo>
                    <a:pt x="1593" y="726"/>
                  </a:lnTo>
                  <a:lnTo>
                    <a:pt x="1592" y="722"/>
                  </a:lnTo>
                  <a:lnTo>
                    <a:pt x="1592" y="721"/>
                  </a:lnTo>
                  <a:lnTo>
                    <a:pt x="1592" y="719"/>
                  </a:lnTo>
                  <a:lnTo>
                    <a:pt x="1590" y="717"/>
                  </a:lnTo>
                  <a:lnTo>
                    <a:pt x="1590" y="715"/>
                  </a:lnTo>
                  <a:lnTo>
                    <a:pt x="1588" y="719"/>
                  </a:lnTo>
                  <a:lnTo>
                    <a:pt x="1586" y="719"/>
                  </a:lnTo>
                  <a:lnTo>
                    <a:pt x="1586" y="721"/>
                  </a:lnTo>
                  <a:lnTo>
                    <a:pt x="1586" y="721"/>
                  </a:lnTo>
                  <a:lnTo>
                    <a:pt x="1586" y="721"/>
                  </a:lnTo>
                  <a:lnTo>
                    <a:pt x="1585" y="721"/>
                  </a:lnTo>
                  <a:lnTo>
                    <a:pt x="1581" y="722"/>
                  </a:lnTo>
                  <a:lnTo>
                    <a:pt x="1581" y="715"/>
                  </a:lnTo>
                  <a:lnTo>
                    <a:pt x="1583" y="714"/>
                  </a:lnTo>
                  <a:lnTo>
                    <a:pt x="1583" y="712"/>
                  </a:lnTo>
                  <a:lnTo>
                    <a:pt x="1585" y="710"/>
                  </a:lnTo>
                  <a:lnTo>
                    <a:pt x="1585" y="707"/>
                  </a:lnTo>
                  <a:lnTo>
                    <a:pt x="1585" y="703"/>
                  </a:lnTo>
                  <a:lnTo>
                    <a:pt x="1581" y="703"/>
                  </a:lnTo>
                  <a:lnTo>
                    <a:pt x="1574" y="710"/>
                  </a:lnTo>
                  <a:lnTo>
                    <a:pt x="1567" y="717"/>
                  </a:lnTo>
                  <a:lnTo>
                    <a:pt x="1558" y="722"/>
                  </a:lnTo>
                  <a:lnTo>
                    <a:pt x="1558" y="717"/>
                  </a:lnTo>
                  <a:lnTo>
                    <a:pt x="1558" y="712"/>
                  </a:lnTo>
                  <a:lnTo>
                    <a:pt x="1558" y="710"/>
                  </a:lnTo>
                  <a:lnTo>
                    <a:pt x="1557" y="709"/>
                  </a:lnTo>
                  <a:lnTo>
                    <a:pt x="1553" y="707"/>
                  </a:lnTo>
                  <a:lnTo>
                    <a:pt x="1548" y="707"/>
                  </a:lnTo>
                  <a:lnTo>
                    <a:pt x="1539" y="707"/>
                  </a:lnTo>
                  <a:lnTo>
                    <a:pt x="1536" y="707"/>
                  </a:lnTo>
                  <a:lnTo>
                    <a:pt x="1532" y="707"/>
                  </a:lnTo>
                  <a:lnTo>
                    <a:pt x="1527" y="705"/>
                  </a:lnTo>
                  <a:lnTo>
                    <a:pt x="1522" y="705"/>
                  </a:lnTo>
                  <a:lnTo>
                    <a:pt x="1517" y="703"/>
                  </a:lnTo>
                  <a:lnTo>
                    <a:pt x="1513" y="700"/>
                  </a:lnTo>
                  <a:lnTo>
                    <a:pt x="1523" y="686"/>
                  </a:lnTo>
                  <a:lnTo>
                    <a:pt x="1534" y="665"/>
                  </a:lnTo>
                  <a:lnTo>
                    <a:pt x="1541" y="642"/>
                  </a:lnTo>
                  <a:lnTo>
                    <a:pt x="1551" y="619"/>
                  </a:lnTo>
                  <a:close/>
                  <a:moveTo>
                    <a:pt x="1220" y="558"/>
                  </a:moveTo>
                  <a:lnTo>
                    <a:pt x="1235" y="558"/>
                  </a:lnTo>
                  <a:lnTo>
                    <a:pt x="1235" y="565"/>
                  </a:lnTo>
                  <a:lnTo>
                    <a:pt x="1232" y="565"/>
                  </a:lnTo>
                  <a:lnTo>
                    <a:pt x="1230" y="567"/>
                  </a:lnTo>
                  <a:lnTo>
                    <a:pt x="1229" y="567"/>
                  </a:lnTo>
                  <a:lnTo>
                    <a:pt x="1227" y="567"/>
                  </a:lnTo>
                  <a:lnTo>
                    <a:pt x="1225" y="569"/>
                  </a:lnTo>
                  <a:lnTo>
                    <a:pt x="1220" y="569"/>
                  </a:lnTo>
                  <a:lnTo>
                    <a:pt x="1220" y="558"/>
                  </a:lnTo>
                  <a:close/>
                  <a:moveTo>
                    <a:pt x="515" y="550"/>
                  </a:moveTo>
                  <a:lnTo>
                    <a:pt x="522" y="550"/>
                  </a:lnTo>
                  <a:lnTo>
                    <a:pt x="525" y="551"/>
                  </a:lnTo>
                  <a:lnTo>
                    <a:pt x="529" y="553"/>
                  </a:lnTo>
                  <a:lnTo>
                    <a:pt x="534" y="553"/>
                  </a:lnTo>
                  <a:lnTo>
                    <a:pt x="541" y="553"/>
                  </a:lnTo>
                  <a:lnTo>
                    <a:pt x="543" y="567"/>
                  </a:lnTo>
                  <a:lnTo>
                    <a:pt x="546" y="578"/>
                  </a:lnTo>
                  <a:lnTo>
                    <a:pt x="548" y="592"/>
                  </a:lnTo>
                  <a:lnTo>
                    <a:pt x="541" y="592"/>
                  </a:lnTo>
                  <a:lnTo>
                    <a:pt x="537" y="586"/>
                  </a:lnTo>
                  <a:lnTo>
                    <a:pt x="534" y="583"/>
                  </a:lnTo>
                  <a:lnTo>
                    <a:pt x="529" y="579"/>
                  </a:lnTo>
                  <a:lnTo>
                    <a:pt x="525" y="576"/>
                  </a:lnTo>
                  <a:lnTo>
                    <a:pt x="522" y="571"/>
                  </a:lnTo>
                  <a:lnTo>
                    <a:pt x="518" y="565"/>
                  </a:lnTo>
                  <a:lnTo>
                    <a:pt x="516" y="562"/>
                  </a:lnTo>
                  <a:lnTo>
                    <a:pt x="515" y="558"/>
                  </a:lnTo>
                  <a:lnTo>
                    <a:pt x="515" y="555"/>
                  </a:lnTo>
                  <a:lnTo>
                    <a:pt x="515" y="550"/>
                  </a:lnTo>
                  <a:close/>
                  <a:moveTo>
                    <a:pt x="246" y="454"/>
                  </a:moveTo>
                  <a:lnTo>
                    <a:pt x="251" y="462"/>
                  </a:lnTo>
                  <a:lnTo>
                    <a:pt x="251" y="469"/>
                  </a:lnTo>
                  <a:lnTo>
                    <a:pt x="246" y="478"/>
                  </a:lnTo>
                  <a:lnTo>
                    <a:pt x="239" y="483"/>
                  </a:lnTo>
                  <a:lnTo>
                    <a:pt x="232" y="487"/>
                  </a:lnTo>
                  <a:lnTo>
                    <a:pt x="230" y="489"/>
                  </a:lnTo>
                  <a:lnTo>
                    <a:pt x="227" y="485"/>
                  </a:lnTo>
                  <a:lnTo>
                    <a:pt x="225" y="482"/>
                  </a:lnTo>
                  <a:lnTo>
                    <a:pt x="223" y="476"/>
                  </a:lnTo>
                  <a:lnTo>
                    <a:pt x="223" y="471"/>
                  </a:lnTo>
                  <a:lnTo>
                    <a:pt x="221" y="466"/>
                  </a:lnTo>
                  <a:lnTo>
                    <a:pt x="234" y="461"/>
                  </a:lnTo>
                  <a:lnTo>
                    <a:pt x="237" y="459"/>
                  </a:lnTo>
                  <a:lnTo>
                    <a:pt x="242" y="457"/>
                  </a:lnTo>
                  <a:lnTo>
                    <a:pt x="246" y="454"/>
                  </a:lnTo>
                  <a:close/>
                  <a:moveTo>
                    <a:pt x="29" y="386"/>
                  </a:moveTo>
                  <a:lnTo>
                    <a:pt x="49" y="386"/>
                  </a:lnTo>
                  <a:lnTo>
                    <a:pt x="49" y="393"/>
                  </a:lnTo>
                  <a:lnTo>
                    <a:pt x="45" y="393"/>
                  </a:lnTo>
                  <a:lnTo>
                    <a:pt x="45" y="396"/>
                  </a:lnTo>
                  <a:lnTo>
                    <a:pt x="40" y="394"/>
                  </a:lnTo>
                  <a:lnTo>
                    <a:pt x="36" y="391"/>
                  </a:lnTo>
                  <a:lnTo>
                    <a:pt x="33" y="389"/>
                  </a:lnTo>
                  <a:lnTo>
                    <a:pt x="29" y="386"/>
                  </a:lnTo>
                  <a:close/>
                  <a:moveTo>
                    <a:pt x="1239" y="331"/>
                  </a:moveTo>
                  <a:lnTo>
                    <a:pt x="1244" y="335"/>
                  </a:lnTo>
                  <a:lnTo>
                    <a:pt x="1249" y="340"/>
                  </a:lnTo>
                  <a:lnTo>
                    <a:pt x="1253" y="347"/>
                  </a:lnTo>
                  <a:lnTo>
                    <a:pt x="1255" y="354"/>
                  </a:lnTo>
                  <a:lnTo>
                    <a:pt x="1251" y="354"/>
                  </a:lnTo>
                  <a:lnTo>
                    <a:pt x="1248" y="356"/>
                  </a:lnTo>
                  <a:lnTo>
                    <a:pt x="1246" y="356"/>
                  </a:lnTo>
                  <a:lnTo>
                    <a:pt x="1241" y="358"/>
                  </a:lnTo>
                  <a:lnTo>
                    <a:pt x="1235" y="358"/>
                  </a:lnTo>
                  <a:lnTo>
                    <a:pt x="1235" y="354"/>
                  </a:lnTo>
                  <a:lnTo>
                    <a:pt x="1234" y="354"/>
                  </a:lnTo>
                  <a:lnTo>
                    <a:pt x="1234" y="352"/>
                  </a:lnTo>
                  <a:lnTo>
                    <a:pt x="1234" y="352"/>
                  </a:lnTo>
                  <a:lnTo>
                    <a:pt x="1232" y="351"/>
                  </a:lnTo>
                  <a:lnTo>
                    <a:pt x="1234" y="347"/>
                  </a:lnTo>
                  <a:lnTo>
                    <a:pt x="1234" y="345"/>
                  </a:lnTo>
                  <a:lnTo>
                    <a:pt x="1234" y="345"/>
                  </a:lnTo>
                  <a:lnTo>
                    <a:pt x="1234" y="344"/>
                  </a:lnTo>
                  <a:lnTo>
                    <a:pt x="1235" y="342"/>
                  </a:lnTo>
                  <a:lnTo>
                    <a:pt x="1239" y="331"/>
                  </a:lnTo>
                  <a:close/>
                  <a:moveTo>
                    <a:pt x="1209" y="319"/>
                  </a:moveTo>
                  <a:lnTo>
                    <a:pt x="1213" y="323"/>
                  </a:lnTo>
                  <a:lnTo>
                    <a:pt x="1215" y="325"/>
                  </a:lnTo>
                  <a:lnTo>
                    <a:pt x="1215" y="326"/>
                  </a:lnTo>
                  <a:lnTo>
                    <a:pt x="1216" y="330"/>
                  </a:lnTo>
                  <a:lnTo>
                    <a:pt x="1216" y="333"/>
                  </a:lnTo>
                  <a:lnTo>
                    <a:pt x="1216" y="338"/>
                  </a:lnTo>
                  <a:lnTo>
                    <a:pt x="1213" y="338"/>
                  </a:lnTo>
                  <a:lnTo>
                    <a:pt x="1213" y="342"/>
                  </a:lnTo>
                  <a:lnTo>
                    <a:pt x="1206" y="340"/>
                  </a:lnTo>
                  <a:lnTo>
                    <a:pt x="1199" y="338"/>
                  </a:lnTo>
                  <a:lnTo>
                    <a:pt x="1194" y="335"/>
                  </a:lnTo>
                  <a:lnTo>
                    <a:pt x="1190" y="335"/>
                  </a:lnTo>
                  <a:lnTo>
                    <a:pt x="1190" y="331"/>
                  </a:lnTo>
                  <a:lnTo>
                    <a:pt x="1197" y="328"/>
                  </a:lnTo>
                  <a:lnTo>
                    <a:pt x="1204" y="325"/>
                  </a:lnTo>
                  <a:lnTo>
                    <a:pt x="1209" y="319"/>
                  </a:lnTo>
                  <a:close/>
                  <a:moveTo>
                    <a:pt x="1286" y="288"/>
                  </a:moveTo>
                  <a:lnTo>
                    <a:pt x="1290" y="290"/>
                  </a:lnTo>
                  <a:lnTo>
                    <a:pt x="1290" y="290"/>
                  </a:lnTo>
                  <a:lnTo>
                    <a:pt x="1291" y="291"/>
                  </a:lnTo>
                  <a:lnTo>
                    <a:pt x="1291" y="291"/>
                  </a:lnTo>
                  <a:lnTo>
                    <a:pt x="1293" y="293"/>
                  </a:lnTo>
                  <a:lnTo>
                    <a:pt x="1297" y="293"/>
                  </a:lnTo>
                  <a:lnTo>
                    <a:pt x="1297" y="295"/>
                  </a:lnTo>
                  <a:lnTo>
                    <a:pt x="1297" y="297"/>
                  </a:lnTo>
                  <a:lnTo>
                    <a:pt x="1295" y="298"/>
                  </a:lnTo>
                  <a:lnTo>
                    <a:pt x="1295" y="298"/>
                  </a:lnTo>
                  <a:lnTo>
                    <a:pt x="1293" y="300"/>
                  </a:lnTo>
                  <a:lnTo>
                    <a:pt x="1291" y="302"/>
                  </a:lnTo>
                  <a:lnTo>
                    <a:pt x="1290" y="302"/>
                  </a:lnTo>
                  <a:lnTo>
                    <a:pt x="1288" y="304"/>
                  </a:lnTo>
                  <a:lnTo>
                    <a:pt x="1286" y="304"/>
                  </a:lnTo>
                  <a:lnTo>
                    <a:pt x="1283" y="304"/>
                  </a:lnTo>
                  <a:lnTo>
                    <a:pt x="1283" y="298"/>
                  </a:lnTo>
                  <a:lnTo>
                    <a:pt x="1283" y="295"/>
                  </a:lnTo>
                  <a:lnTo>
                    <a:pt x="1284" y="293"/>
                  </a:lnTo>
                  <a:lnTo>
                    <a:pt x="1286" y="288"/>
                  </a:lnTo>
                  <a:close/>
                  <a:moveTo>
                    <a:pt x="0" y="269"/>
                  </a:moveTo>
                  <a:lnTo>
                    <a:pt x="17" y="272"/>
                  </a:lnTo>
                  <a:lnTo>
                    <a:pt x="29" y="277"/>
                  </a:lnTo>
                  <a:lnTo>
                    <a:pt x="38" y="288"/>
                  </a:lnTo>
                  <a:lnTo>
                    <a:pt x="35" y="291"/>
                  </a:lnTo>
                  <a:lnTo>
                    <a:pt x="31" y="291"/>
                  </a:lnTo>
                  <a:lnTo>
                    <a:pt x="29" y="293"/>
                  </a:lnTo>
                  <a:lnTo>
                    <a:pt x="28" y="295"/>
                  </a:lnTo>
                  <a:lnTo>
                    <a:pt x="22" y="297"/>
                  </a:lnTo>
                  <a:lnTo>
                    <a:pt x="19" y="293"/>
                  </a:lnTo>
                  <a:lnTo>
                    <a:pt x="14" y="290"/>
                  </a:lnTo>
                  <a:lnTo>
                    <a:pt x="10" y="286"/>
                  </a:lnTo>
                  <a:lnTo>
                    <a:pt x="5" y="284"/>
                  </a:lnTo>
                  <a:lnTo>
                    <a:pt x="3" y="283"/>
                  </a:lnTo>
                  <a:lnTo>
                    <a:pt x="0" y="279"/>
                  </a:lnTo>
                  <a:lnTo>
                    <a:pt x="0" y="276"/>
                  </a:lnTo>
                  <a:lnTo>
                    <a:pt x="0" y="269"/>
                  </a:lnTo>
                  <a:close/>
                  <a:moveTo>
                    <a:pt x="1178" y="227"/>
                  </a:moveTo>
                  <a:lnTo>
                    <a:pt x="1178" y="235"/>
                  </a:lnTo>
                  <a:lnTo>
                    <a:pt x="1180" y="239"/>
                  </a:lnTo>
                  <a:lnTo>
                    <a:pt x="1181" y="242"/>
                  </a:lnTo>
                  <a:lnTo>
                    <a:pt x="1181" y="248"/>
                  </a:lnTo>
                  <a:lnTo>
                    <a:pt x="1181" y="255"/>
                  </a:lnTo>
                  <a:lnTo>
                    <a:pt x="1201" y="255"/>
                  </a:lnTo>
                  <a:lnTo>
                    <a:pt x="1218" y="274"/>
                  </a:lnTo>
                  <a:lnTo>
                    <a:pt x="1235" y="293"/>
                  </a:lnTo>
                  <a:lnTo>
                    <a:pt x="1235" y="295"/>
                  </a:lnTo>
                  <a:lnTo>
                    <a:pt x="1234" y="297"/>
                  </a:lnTo>
                  <a:lnTo>
                    <a:pt x="1234" y="298"/>
                  </a:lnTo>
                  <a:lnTo>
                    <a:pt x="1234" y="298"/>
                  </a:lnTo>
                  <a:lnTo>
                    <a:pt x="1232" y="300"/>
                  </a:lnTo>
                  <a:lnTo>
                    <a:pt x="1229" y="304"/>
                  </a:lnTo>
                  <a:lnTo>
                    <a:pt x="1227" y="305"/>
                  </a:lnTo>
                  <a:lnTo>
                    <a:pt x="1225" y="307"/>
                  </a:lnTo>
                  <a:lnTo>
                    <a:pt x="1223" y="307"/>
                  </a:lnTo>
                  <a:lnTo>
                    <a:pt x="1218" y="307"/>
                  </a:lnTo>
                  <a:lnTo>
                    <a:pt x="1213" y="309"/>
                  </a:lnTo>
                  <a:lnTo>
                    <a:pt x="1213" y="304"/>
                  </a:lnTo>
                  <a:lnTo>
                    <a:pt x="1213" y="298"/>
                  </a:lnTo>
                  <a:lnTo>
                    <a:pt x="1213" y="295"/>
                  </a:lnTo>
                  <a:lnTo>
                    <a:pt x="1213" y="293"/>
                  </a:lnTo>
                  <a:lnTo>
                    <a:pt x="1209" y="290"/>
                  </a:lnTo>
                  <a:lnTo>
                    <a:pt x="1206" y="288"/>
                  </a:lnTo>
                  <a:lnTo>
                    <a:pt x="1201" y="284"/>
                  </a:lnTo>
                  <a:lnTo>
                    <a:pt x="1195" y="298"/>
                  </a:lnTo>
                  <a:lnTo>
                    <a:pt x="1185" y="307"/>
                  </a:lnTo>
                  <a:lnTo>
                    <a:pt x="1171" y="312"/>
                  </a:lnTo>
                  <a:lnTo>
                    <a:pt x="1171" y="307"/>
                  </a:lnTo>
                  <a:lnTo>
                    <a:pt x="1171" y="304"/>
                  </a:lnTo>
                  <a:lnTo>
                    <a:pt x="1173" y="300"/>
                  </a:lnTo>
                  <a:lnTo>
                    <a:pt x="1171" y="297"/>
                  </a:lnTo>
                  <a:lnTo>
                    <a:pt x="1169" y="293"/>
                  </a:lnTo>
                  <a:lnTo>
                    <a:pt x="1167" y="288"/>
                  </a:lnTo>
                  <a:lnTo>
                    <a:pt x="1162" y="286"/>
                  </a:lnTo>
                  <a:lnTo>
                    <a:pt x="1159" y="284"/>
                  </a:lnTo>
                  <a:lnTo>
                    <a:pt x="1155" y="284"/>
                  </a:lnTo>
                  <a:lnTo>
                    <a:pt x="1152" y="283"/>
                  </a:lnTo>
                  <a:lnTo>
                    <a:pt x="1150" y="283"/>
                  </a:lnTo>
                  <a:lnTo>
                    <a:pt x="1146" y="281"/>
                  </a:lnTo>
                  <a:lnTo>
                    <a:pt x="1143" y="277"/>
                  </a:lnTo>
                  <a:lnTo>
                    <a:pt x="1153" y="265"/>
                  </a:lnTo>
                  <a:lnTo>
                    <a:pt x="1160" y="251"/>
                  </a:lnTo>
                  <a:lnTo>
                    <a:pt x="1167" y="237"/>
                  </a:lnTo>
                  <a:lnTo>
                    <a:pt x="1178" y="227"/>
                  </a:lnTo>
                  <a:close/>
                  <a:moveTo>
                    <a:pt x="2150" y="197"/>
                  </a:moveTo>
                  <a:lnTo>
                    <a:pt x="2152" y="201"/>
                  </a:lnTo>
                  <a:lnTo>
                    <a:pt x="2154" y="204"/>
                  </a:lnTo>
                  <a:lnTo>
                    <a:pt x="2155" y="206"/>
                  </a:lnTo>
                  <a:lnTo>
                    <a:pt x="2155" y="209"/>
                  </a:lnTo>
                  <a:lnTo>
                    <a:pt x="2157" y="213"/>
                  </a:lnTo>
                  <a:lnTo>
                    <a:pt x="2157" y="220"/>
                  </a:lnTo>
                  <a:lnTo>
                    <a:pt x="2157" y="225"/>
                  </a:lnTo>
                  <a:lnTo>
                    <a:pt x="2159" y="239"/>
                  </a:lnTo>
                  <a:lnTo>
                    <a:pt x="2161" y="255"/>
                  </a:lnTo>
                  <a:lnTo>
                    <a:pt x="2161" y="269"/>
                  </a:lnTo>
                  <a:lnTo>
                    <a:pt x="2141" y="279"/>
                  </a:lnTo>
                  <a:lnTo>
                    <a:pt x="2119" y="288"/>
                  </a:lnTo>
                  <a:lnTo>
                    <a:pt x="2098" y="298"/>
                  </a:lnTo>
                  <a:lnTo>
                    <a:pt x="2080" y="312"/>
                  </a:lnTo>
                  <a:lnTo>
                    <a:pt x="2075" y="309"/>
                  </a:lnTo>
                  <a:lnTo>
                    <a:pt x="2066" y="305"/>
                  </a:lnTo>
                  <a:lnTo>
                    <a:pt x="2054" y="298"/>
                  </a:lnTo>
                  <a:lnTo>
                    <a:pt x="2044" y="293"/>
                  </a:lnTo>
                  <a:lnTo>
                    <a:pt x="2035" y="288"/>
                  </a:lnTo>
                  <a:lnTo>
                    <a:pt x="2031" y="284"/>
                  </a:lnTo>
                  <a:lnTo>
                    <a:pt x="2033" y="283"/>
                  </a:lnTo>
                  <a:lnTo>
                    <a:pt x="2035" y="281"/>
                  </a:lnTo>
                  <a:lnTo>
                    <a:pt x="2035" y="281"/>
                  </a:lnTo>
                  <a:lnTo>
                    <a:pt x="2037" y="279"/>
                  </a:lnTo>
                  <a:lnTo>
                    <a:pt x="2037" y="277"/>
                  </a:lnTo>
                  <a:lnTo>
                    <a:pt x="2038" y="274"/>
                  </a:lnTo>
                  <a:lnTo>
                    <a:pt x="2033" y="270"/>
                  </a:lnTo>
                  <a:lnTo>
                    <a:pt x="2026" y="269"/>
                  </a:lnTo>
                  <a:lnTo>
                    <a:pt x="2021" y="265"/>
                  </a:lnTo>
                  <a:lnTo>
                    <a:pt x="2016" y="262"/>
                  </a:lnTo>
                  <a:lnTo>
                    <a:pt x="2019" y="262"/>
                  </a:lnTo>
                  <a:lnTo>
                    <a:pt x="2023" y="258"/>
                  </a:lnTo>
                  <a:lnTo>
                    <a:pt x="2024" y="256"/>
                  </a:lnTo>
                  <a:lnTo>
                    <a:pt x="2026" y="256"/>
                  </a:lnTo>
                  <a:lnTo>
                    <a:pt x="2028" y="255"/>
                  </a:lnTo>
                  <a:lnTo>
                    <a:pt x="2033" y="255"/>
                  </a:lnTo>
                  <a:lnTo>
                    <a:pt x="2038" y="255"/>
                  </a:lnTo>
                  <a:lnTo>
                    <a:pt x="2038" y="242"/>
                  </a:lnTo>
                  <a:lnTo>
                    <a:pt x="2012" y="242"/>
                  </a:lnTo>
                  <a:lnTo>
                    <a:pt x="2007" y="232"/>
                  </a:lnTo>
                  <a:lnTo>
                    <a:pt x="2016" y="225"/>
                  </a:lnTo>
                  <a:lnTo>
                    <a:pt x="2023" y="218"/>
                  </a:lnTo>
                  <a:lnTo>
                    <a:pt x="2031" y="215"/>
                  </a:lnTo>
                  <a:lnTo>
                    <a:pt x="2045" y="211"/>
                  </a:lnTo>
                  <a:lnTo>
                    <a:pt x="2051" y="216"/>
                  </a:lnTo>
                  <a:lnTo>
                    <a:pt x="2054" y="222"/>
                  </a:lnTo>
                  <a:lnTo>
                    <a:pt x="2058" y="225"/>
                  </a:lnTo>
                  <a:lnTo>
                    <a:pt x="2061" y="232"/>
                  </a:lnTo>
                  <a:lnTo>
                    <a:pt x="2072" y="223"/>
                  </a:lnTo>
                  <a:lnTo>
                    <a:pt x="2082" y="216"/>
                  </a:lnTo>
                  <a:lnTo>
                    <a:pt x="2096" y="211"/>
                  </a:lnTo>
                  <a:lnTo>
                    <a:pt x="2098" y="216"/>
                  </a:lnTo>
                  <a:lnTo>
                    <a:pt x="2101" y="218"/>
                  </a:lnTo>
                  <a:lnTo>
                    <a:pt x="2101" y="220"/>
                  </a:lnTo>
                  <a:lnTo>
                    <a:pt x="2103" y="220"/>
                  </a:lnTo>
                  <a:lnTo>
                    <a:pt x="2105" y="220"/>
                  </a:lnTo>
                  <a:lnTo>
                    <a:pt x="2108" y="220"/>
                  </a:lnTo>
                  <a:lnTo>
                    <a:pt x="2117" y="215"/>
                  </a:lnTo>
                  <a:lnTo>
                    <a:pt x="2122" y="209"/>
                  </a:lnTo>
                  <a:lnTo>
                    <a:pt x="2129" y="204"/>
                  </a:lnTo>
                  <a:lnTo>
                    <a:pt x="2136" y="199"/>
                  </a:lnTo>
                  <a:lnTo>
                    <a:pt x="2150" y="197"/>
                  </a:lnTo>
                  <a:close/>
                  <a:moveTo>
                    <a:pt x="1302" y="134"/>
                  </a:moveTo>
                  <a:lnTo>
                    <a:pt x="1305" y="136"/>
                  </a:lnTo>
                  <a:lnTo>
                    <a:pt x="1307" y="138"/>
                  </a:lnTo>
                  <a:lnTo>
                    <a:pt x="1309" y="138"/>
                  </a:lnTo>
                  <a:lnTo>
                    <a:pt x="1311" y="139"/>
                  </a:lnTo>
                  <a:lnTo>
                    <a:pt x="1311" y="141"/>
                  </a:lnTo>
                  <a:lnTo>
                    <a:pt x="1311" y="143"/>
                  </a:lnTo>
                  <a:lnTo>
                    <a:pt x="1312" y="146"/>
                  </a:lnTo>
                  <a:lnTo>
                    <a:pt x="1316" y="152"/>
                  </a:lnTo>
                  <a:lnTo>
                    <a:pt x="1318" y="157"/>
                  </a:lnTo>
                  <a:lnTo>
                    <a:pt x="1319" y="162"/>
                  </a:lnTo>
                  <a:lnTo>
                    <a:pt x="1321" y="169"/>
                  </a:lnTo>
                  <a:lnTo>
                    <a:pt x="1316" y="171"/>
                  </a:lnTo>
                  <a:lnTo>
                    <a:pt x="1311" y="173"/>
                  </a:lnTo>
                  <a:lnTo>
                    <a:pt x="1305" y="173"/>
                  </a:lnTo>
                  <a:lnTo>
                    <a:pt x="1297" y="174"/>
                  </a:lnTo>
                  <a:lnTo>
                    <a:pt x="1295" y="166"/>
                  </a:lnTo>
                  <a:lnTo>
                    <a:pt x="1293" y="157"/>
                  </a:lnTo>
                  <a:lnTo>
                    <a:pt x="1293" y="146"/>
                  </a:lnTo>
                  <a:lnTo>
                    <a:pt x="1297" y="143"/>
                  </a:lnTo>
                  <a:lnTo>
                    <a:pt x="1298" y="139"/>
                  </a:lnTo>
                  <a:lnTo>
                    <a:pt x="1302" y="134"/>
                  </a:lnTo>
                  <a:close/>
                  <a:moveTo>
                    <a:pt x="1604" y="105"/>
                  </a:moveTo>
                  <a:lnTo>
                    <a:pt x="1611" y="108"/>
                  </a:lnTo>
                  <a:lnTo>
                    <a:pt x="1618" y="112"/>
                  </a:lnTo>
                  <a:lnTo>
                    <a:pt x="1621" y="115"/>
                  </a:lnTo>
                  <a:lnTo>
                    <a:pt x="1626" y="119"/>
                  </a:lnTo>
                  <a:lnTo>
                    <a:pt x="1632" y="124"/>
                  </a:lnTo>
                  <a:lnTo>
                    <a:pt x="1630" y="127"/>
                  </a:lnTo>
                  <a:lnTo>
                    <a:pt x="1630" y="127"/>
                  </a:lnTo>
                  <a:lnTo>
                    <a:pt x="1630" y="129"/>
                  </a:lnTo>
                  <a:lnTo>
                    <a:pt x="1628" y="129"/>
                  </a:lnTo>
                  <a:lnTo>
                    <a:pt x="1628" y="131"/>
                  </a:lnTo>
                  <a:lnTo>
                    <a:pt x="1625" y="134"/>
                  </a:lnTo>
                  <a:lnTo>
                    <a:pt x="1625" y="136"/>
                  </a:lnTo>
                  <a:lnTo>
                    <a:pt x="1623" y="136"/>
                  </a:lnTo>
                  <a:lnTo>
                    <a:pt x="1621" y="136"/>
                  </a:lnTo>
                  <a:lnTo>
                    <a:pt x="1619" y="138"/>
                  </a:lnTo>
                  <a:lnTo>
                    <a:pt x="1616" y="139"/>
                  </a:lnTo>
                  <a:lnTo>
                    <a:pt x="1611" y="134"/>
                  </a:lnTo>
                  <a:lnTo>
                    <a:pt x="1606" y="129"/>
                  </a:lnTo>
                  <a:lnTo>
                    <a:pt x="1599" y="124"/>
                  </a:lnTo>
                  <a:lnTo>
                    <a:pt x="1593" y="120"/>
                  </a:lnTo>
                  <a:lnTo>
                    <a:pt x="1597" y="108"/>
                  </a:lnTo>
                  <a:lnTo>
                    <a:pt x="1600" y="108"/>
                  </a:lnTo>
                  <a:lnTo>
                    <a:pt x="1602" y="106"/>
                  </a:lnTo>
                  <a:lnTo>
                    <a:pt x="1602" y="106"/>
                  </a:lnTo>
                  <a:lnTo>
                    <a:pt x="1602" y="106"/>
                  </a:lnTo>
                  <a:lnTo>
                    <a:pt x="1604" y="105"/>
                  </a:lnTo>
                  <a:close/>
                  <a:moveTo>
                    <a:pt x="989" y="77"/>
                  </a:moveTo>
                  <a:lnTo>
                    <a:pt x="1005" y="87"/>
                  </a:lnTo>
                  <a:lnTo>
                    <a:pt x="1019" y="99"/>
                  </a:lnTo>
                  <a:lnTo>
                    <a:pt x="1033" y="112"/>
                  </a:lnTo>
                  <a:lnTo>
                    <a:pt x="1028" y="112"/>
                  </a:lnTo>
                  <a:lnTo>
                    <a:pt x="1024" y="117"/>
                  </a:lnTo>
                  <a:lnTo>
                    <a:pt x="1021" y="119"/>
                  </a:lnTo>
                  <a:lnTo>
                    <a:pt x="1016" y="119"/>
                  </a:lnTo>
                  <a:lnTo>
                    <a:pt x="1010" y="120"/>
                  </a:lnTo>
                  <a:lnTo>
                    <a:pt x="1002" y="120"/>
                  </a:lnTo>
                  <a:lnTo>
                    <a:pt x="995" y="113"/>
                  </a:lnTo>
                  <a:lnTo>
                    <a:pt x="988" y="108"/>
                  </a:lnTo>
                  <a:lnTo>
                    <a:pt x="979" y="105"/>
                  </a:lnTo>
                  <a:lnTo>
                    <a:pt x="979" y="101"/>
                  </a:lnTo>
                  <a:lnTo>
                    <a:pt x="995" y="92"/>
                  </a:lnTo>
                  <a:lnTo>
                    <a:pt x="993" y="89"/>
                  </a:lnTo>
                  <a:lnTo>
                    <a:pt x="991" y="87"/>
                  </a:lnTo>
                  <a:lnTo>
                    <a:pt x="991" y="84"/>
                  </a:lnTo>
                  <a:lnTo>
                    <a:pt x="989" y="77"/>
                  </a:lnTo>
                  <a:close/>
                  <a:moveTo>
                    <a:pt x="1063" y="0"/>
                  </a:moveTo>
                  <a:lnTo>
                    <a:pt x="1064" y="7"/>
                  </a:lnTo>
                  <a:lnTo>
                    <a:pt x="1064" y="12"/>
                  </a:lnTo>
                  <a:lnTo>
                    <a:pt x="1066" y="14"/>
                  </a:lnTo>
                  <a:lnTo>
                    <a:pt x="1068" y="16"/>
                  </a:lnTo>
                  <a:lnTo>
                    <a:pt x="1070" y="17"/>
                  </a:lnTo>
                  <a:lnTo>
                    <a:pt x="1073" y="21"/>
                  </a:lnTo>
                  <a:lnTo>
                    <a:pt x="1075" y="24"/>
                  </a:lnTo>
                  <a:lnTo>
                    <a:pt x="1073" y="28"/>
                  </a:lnTo>
                  <a:lnTo>
                    <a:pt x="1071" y="33"/>
                  </a:lnTo>
                  <a:lnTo>
                    <a:pt x="1070" y="37"/>
                  </a:lnTo>
                  <a:lnTo>
                    <a:pt x="1068" y="40"/>
                  </a:lnTo>
                  <a:lnTo>
                    <a:pt x="1066" y="47"/>
                  </a:lnTo>
                  <a:lnTo>
                    <a:pt x="1073" y="49"/>
                  </a:lnTo>
                  <a:lnTo>
                    <a:pt x="1077" y="52"/>
                  </a:lnTo>
                  <a:lnTo>
                    <a:pt x="1080" y="56"/>
                  </a:lnTo>
                  <a:lnTo>
                    <a:pt x="1082" y="59"/>
                  </a:lnTo>
                  <a:lnTo>
                    <a:pt x="1082" y="66"/>
                  </a:lnTo>
                  <a:lnTo>
                    <a:pt x="1082" y="73"/>
                  </a:lnTo>
                  <a:lnTo>
                    <a:pt x="1077" y="77"/>
                  </a:lnTo>
                  <a:lnTo>
                    <a:pt x="1073" y="80"/>
                  </a:lnTo>
                  <a:lnTo>
                    <a:pt x="1071" y="85"/>
                  </a:lnTo>
                  <a:lnTo>
                    <a:pt x="1070" y="91"/>
                  </a:lnTo>
                  <a:lnTo>
                    <a:pt x="1066" y="98"/>
                  </a:lnTo>
                  <a:lnTo>
                    <a:pt x="1091" y="98"/>
                  </a:lnTo>
                  <a:lnTo>
                    <a:pt x="1091" y="113"/>
                  </a:lnTo>
                  <a:lnTo>
                    <a:pt x="1094" y="127"/>
                  </a:lnTo>
                  <a:lnTo>
                    <a:pt x="1105" y="127"/>
                  </a:lnTo>
                  <a:lnTo>
                    <a:pt x="1110" y="122"/>
                  </a:lnTo>
                  <a:lnTo>
                    <a:pt x="1115" y="117"/>
                  </a:lnTo>
                  <a:lnTo>
                    <a:pt x="1120" y="112"/>
                  </a:lnTo>
                  <a:lnTo>
                    <a:pt x="1129" y="108"/>
                  </a:lnTo>
                  <a:lnTo>
                    <a:pt x="1129" y="119"/>
                  </a:lnTo>
                  <a:lnTo>
                    <a:pt x="1127" y="133"/>
                  </a:lnTo>
                  <a:lnTo>
                    <a:pt x="1126" y="145"/>
                  </a:lnTo>
                  <a:lnTo>
                    <a:pt x="1126" y="153"/>
                  </a:lnTo>
                  <a:lnTo>
                    <a:pt x="1124" y="159"/>
                  </a:lnTo>
                  <a:lnTo>
                    <a:pt x="1127" y="162"/>
                  </a:lnTo>
                  <a:lnTo>
                    <a:pt x="1129" y="164"/>
                  </a:lnTo>
                  <a:lnTo>
                    <a:pt x="1131" y="166"/>
                  </a:lnTo>
                  <a:lnTo>
                    <a:pt x="1134" y="167"/>
                  </a:lnTo>
                  <a:lnTo>
                    <a:pt x="1139" y="169"/>
                  </a:lnTo>
                  <a:lnTo>
                    <a:pt x="1148" y="155"/>
                  </a:lnTo>
                  <a:lnTo>
                    <a:pt x="1155" y="139"/>
                  </a:lnTo>
                  <a:lnTo>
                    <a:pt x="1155" y="127"/>
                  </a:lnTo>
                  <a:lnTo>
                    <a:pt x="1153" y="115"/>
                  </a:lnTo>
                  <a:lnTo>
                    <a:pt x="1153" y="103"/>
                  </a:lnTo>
                  <a:lnTo>
                    <a:pt x="1157" y="91"/>
                  </a:lnTo>
                  <a:lnTo>
                    <a:pt x="1167" y="82"/>
                  </a:lnTo>
                  <a:lnTo>
                    <a:pt x="1171" y="78"/>
                  </a:lnTo>
                  <a:lnTo>
                    <a:pt x="1174" y="78"/>
                  </a:lnTo>
                  <a:lnTo>
                    <a:pt x="1178" y="80"/>
                  </a:lnTo>
                  <a:lnTo>
                    <a:pt x="1181" y="82"/>
                  </a:lnTo>
                  <a:lnTo>
                    <a:pt x="1183" y="85"/>
                  </a:lnTo>
                  <a:lnTo>
                    <a:pt x="1187" y="89"/>
                  </a:lnTo>
                  <a:lnTo>
                    <a:pt x="1188" y="92"/>
                  </a:lnTo>
                  <a:lnTo>
                    <a:pt x="1192" y="94"/>
                  </a:lnTo>
                  <a:lnTo>
                    <a:pt x="1194" y="98"/>
                  </a:lnTo>
                  <a:lnTo>
                    <a:pt x="1201" y="98"/>
                  </a:lnTo>
                  <a:lnTo>
                    <a:pt x="1209" y="94"/>
                  </a:lnTo>
                  <a:lnTo>
                    <a:pt x="1218" y="92"/>
                  </a:lnTo>
                  <a:lnTo>
                    <a:pt x="1225" y="98"/>
                  </a:lnTo>
                  <a:lnTo>
                    <a:pt x="1225" y="112"/>
                  </a:lnTo>
                  <a:lnTo>
                    <a:pt x="1225" y="119"/>
                  </a:lnTo>
                  <a:lnTo>
                    <a:pt x="1223" y="131"/>
                  </a:lnTo>
                  <a:lnTo>
                    <a:pt x="1222" y="146"/>
                  </a:lnTo>
                  <a:lnTo>
                    <a:pt x="1218" y="164"/>
                  </a:lnTo>
                  <a:lnTo>
                    <a:pt x="1215" y="178"/>
                  </a:lnTo>
                  <a:lnTo>
                    <a:pt x="1213" y="188"/>
                  </a:lnTo>
                  <a:lnTo>
                    <a:pt x="1206" y="188"/>
                  </a:lnTo>
                  <a:lnTo>
                    <a:pt x="1202" y="187"/>
                  </a:lnTo>
                  <a:lnTo>
                    <a:pt x="1199" y="185"/>
                  </a:lnTo>
                  <a:lnTo>
                    <a:pt x="1195" y="183"/>
                  </a:lnTo>
                  <a:lnTo>
                    <a:pt x="1190" y="181"/>
                  </a:lnTo>
                  <a:lnTo>
                    <a:pt x="1190" y="185"/>
                  </a:lnTo>
                  <a:lnTo>
                    <a:pt x="1192" y="187"/>
                  </a:lnTo>
                  <a:lnTo>
                    <a:pt x="1194" y="188"/>
                  </a:lnTo>
                  <a:lnTo>
                    <a:pt x="1195" y="190"/>
                  </a:lnTo>
                  <a:lnTo>
                    <a:pt x="1195" y="192"/>
                  </a:lnTo>
                  <a:lnTo>
                    <a:pt x="1197" y="195"/>
                  </a:lnTo>
                  <a:lnTo>
                    <a:pt x="1197" y="201"/>
                  </a:lnTo>
                  <a:lnTo>
                    <a:pt x="1148" y="204"/>
                  </a:lnTo>
                  <a:lnTo>
                    <a:pt x="1148" y="208"/>
                  </a:lnTo>
                  <a:lnTo>
                    <a:pt x="1152" y="218"/>
                  </a:lnTo>
                  <a:lnTo>
                    <a:pt x="1150" y="229"/>
                  </a:lnTo>
                  <a:lnTo>
                    <a:pt x="1148" y="246"/>
                  </a:lnTo>
                  <a:lnTo>
                    <a:pt x="1139" y="246"/>
                  </a:lnTo>
                  <a:lnTo>
                    <a:pt x="1127" y="239"/>
                  </a:lnTo>
                  <a:lnTo>
                    <a:pt x="1110" y="235"/>
                  </a:lnTo>
                  <a:lnTo>
                    <a:pt x="1110" y="239"/>
                  </a:lnTo>
                  <a:lnTo>
                    <a:pt x="1113" y="239"/>
                  </a:lnTo>
                  <a:lnTo>
                    <a:pt x="1117" y="242"/>
                  </a:lnTo>
                  <a:lnTo>
                    <a:pt x="1119" y="244"/>
                  </a:lnTo>
                  <a:lnTo>
                    <a:pt x="1120" y="246"/>
                  </a:lnTo>
                  <a:lnTo>
                    <a:pt x="1122" y="248"/>
                  </a:lnTo>
                  <a:lnTo>
                    <a:pt x="1124" y="253"/>
                  </a:lnTo>
                  <a:lnTo>
                    <a:pt x="1124" y="258"/>
                  </a:lnTo>
                  <a:lnTo>
                    <a:pt x="1122" y="262"/>
                  </a:lnTo>
                  <a:lnTo>
                    <a:pt x="1119" y="265"/>
                  </a:lnTo>
                  <a:lnTo>
                    <a:pt x="1117" y="269"/>
                  </a:lnTo>
                  <a:lnTo>
                    <a:pt x="1108" y="276"/>
                  </a:lnTo>
                  <a:lnTo>
                    <a:pt x="1101" y="283"/>
                  </a:lnTo>
                  <a:lnTo>
                    <a:pt x="1098" y="291"/>
                  </a:lnTo>
                  <a:lnTo>
                    <a:pt x="1094" y="304"/>
                  </a:lnTo>
                  <a:lnTo>
                    <a:pt x="1087" y="304"/>
                  </a:lnTo>
                  <a:lnTo>
                    <a:pt x="1082" y="302"/>
                  </a:lnTo>
                  <a:lnTo>
                    <a:pt x="1077" y="300"/>
                  </a:lnTo>
                  <a:lnTo>
                    <a:pt x="1073" y="298"/>
                  </a:lnTo>
                  <a:lnTo>
                    <a:pt x="1066" y="297"/>
                  </a:lnTo>
                  <a:lnTo>
                    <a:pt x="1066" y="300"/>
                  </a:lnTo>
                  <a:lnTo>
                    <a:pt x="1075" y="300"/>
                  </a:lnTo>
                  <a:lnTo>
                    <a:pt x="1077" y="304"/>
                  </a:lnTo>
                  <a:lnTo>
                    <a:pt x="1078" y="307"/>
                  </a:lnTo>
                  <a:lnTo>
                    <a:pt x="1080" y="309"/>
                  </a:lnTo>
                  <a:lnTo>
                    <a:pt x="1080" y="312"/>
                  </a:lnTo>
                  <a:lnTo>
                    <a:pt x="1082" y="318"/>
                  </a:lnTo>
                  <a:lnTo>
                    <a:pt x="1082" y="323"/>
                  </a:lnTo>
                  <a:lnTo>
                    <a:pt x="1066" y="328"/>
                  </a:lnTo>
                  <a:lnTo>
                    <a:pt x="1052" y="337"/>
                  </a:lnTo>
                  <a:lnTo>
                    <a:pt x="1043" y="347"/>
                  </a:lnTo>
                  <a:lnTo>
                    <a:pt x="1037" y="363"/>
                  </a:lnTo>
                  <a:lnTo>
                    <a:pt x="1037" y="386"/>
                  </a:lnTo>
                  <a:lnTo>
                    <a:pt x="1043" y="400"/>
                  </a:lnTo>
                  <a:lnTo>
                    <a:pt x="1047" y="419"/>
                  </a:lnTo>
                  <a:lnTo>
                    <a:pt x="1047" y="438"/>
                  </a:lnTo>
                  <a:lnTo>
                    <a:pt x="1066" y="438"/>
                  </a:lnTo>
                  <a:lnTo>
                    <a:pt x="1066" y="447"/>
                  </a:lnTo>
                  <a:lnTo>
                    <a:pt x="1070" y="450"/>
                  </a:lnTo>
                  <a:lnTo>
                    <a:pt x="1070" y="454"/>
                  </a:lnTo>
                  <a:lnTo>
                    <a:pt x="1070" y="457"/>
                  </a:lnTo>
                  <a:lnTo>
                    <a:pt x="1070" y="459"/>
                  </a:lnTo>
                  <a:lnTo>
                    <a:pt x="1070" y="461"/>
                  </a:lnTo>
                  <a:lnTo>
                    <a:pt x="1070" y="462"/>
                  </a:lnTo>
                  <a:lnTo>
                    <a:pt x="1071" y="464"/>
                  </a:lnTo>
                  <a:lnTo>
                    <a:pt x="1077" y="464"/>
                  </a:lnTo>
                  <a:lnTo>
                    <a:pt x="1082" y="466"/>
                  </a:lnTo>
                  <a:lnTo>
                    <a:pt x="1094" y="464"/>
                  </a:lnTo>
                  <a:lnTo>
                    <a:pt x="1106" y="469"/>
                  </a:lnTo>
                  <a:lnTo>
                    <a:pt x="1119" y="478"/>
                  </a:lnTo>
                  <a:lnTo>
                    <a:pt x="1131" y="490"/>
                  </a:lnTo>
                  <a:lnTo>
                    <a:pt x="1141" y="501"/>
                  </a:lnTo>
                  <a:lnTo>
                    <a:pt x="1152" y="508"/>
                  </a:lnTo>
                  <a:lnTo>
                    <a:pt x="1157" y="510"/>
                  </a:lnTo>
                  <a:lnTo>
                    <a:pt x="1160" y="511"/>
                  </a:lnTo>
                  <a:lnTo>
                    <a:pt x="1164" y="510"/>
                  </a:lnTo>
                  <a:lnTo>
                    <a:pt x="1167" y="510"/>
                  </a:lnTo>
                  <a:lnTo>
                    <a:pt x="1169" y="508"/>
                  </a:lnTo>
                  <a:lnTo>
                    <a:pt x="1173" y="506"/>
                  </a:lnTo>
                  <a:lnTo>
                    <a:pt x="1174" y="504"/>
                  </a:lnTo>
                  <a:lnTo>
                    <a:pt x="1178" y="504"/>
                  </a:lnTo>
                  <a:lnTo>
                    <a:pt x="1206" y="511"/>
                  </a:lnTo>
                  <a:lnTo>
                    <a:pt x="1209" y="530"/>
                  </a:lnTo>
                  <a:lnTo>
                    <a:pt x="1213" y="544"/>
                  </a:lnTo>
                  <a:lnTo>
                    <a:pt x="1215" y="555"/>
                  </a:lnTo>
                  <a:lnTo>
                    <a:pt x="1216" y="565"/>
                  </a:lnTo>
                  <a:lnTo>
                    <a:pt x="1220" y="576"/>
                  </a:lnTo>
                  <a:lnTo>
                    <a:pt x="1229" y="588"/>
                  </a:lnTo>
                  <a:lnTo>
                    <a:pt x="1239" y="604"/>
                  </a:lnTo>
                  <a:lnTo>
                    <a:pt x="1242" y="602"/>
                  </a:lnTo>
                  <a:lnTo>
                    <a:pt x="1244" y="602"/>
                  </a:lnTo>
                  <a:lnTo>
                    <a:pt x="1244" y="602"/>
                  </a:lnTo>
                  <a:lnTo>
                    <a:pt x="1246" y="600"/>
                  </a:lnTo>
                  <a:lnTo>
                    <a:pt x="1248" y="600"/>
                  </a:lnTo>
                  <a:lnTo>
                    <a:pt x="1251" y="599"/>
                  </a:lnTo>
                  <a:lnTo>
                    <a:pt x="1253" y="599"/>
                  </a:lnTo>
                  <a:lnTo>
                    <a:pt x="1253" y="597"/>
                  </a:lnTo>
                  <a:lnTo>
                    <a:pt x="1253" y="597"/>
                  </a:lnTo>
                  <a:lnTo>
                    <a:pt x="1253" y="597"/>
                  </a:lnTo>
                  <a:lnTo>
                    <a:pt x="1253" y="595"/>
                  </a:lnTo>
                  <a:lnTo>
                    <a:pt x="1255" y="592"/>
                  </a:lnTo>
                  <a:lnTo>
                    <a:pt x="1255" y="581"/>
                  </a:lnTo>
                  <a:lnTo>
                    <a:pt x="1253" y="567"/>
                  </a:lnTo>
                  <a:lnTo>
                    <a:pt x="1249" y="550"/>
                  </a:lnTo>
                  <a:lnTo>
                    <a:pt x="1244" y="534"/>
                  </a:lnTo>
                  <a:lnTo>
                    <a:pt x="1258" y="527"/>
                  </a:lnTo>
                  <a:lnTo>
                    <a:pt x="1272" y="517"/>
                  </a:lnTo>
                  <a:lnTo>
                    <a:pt x="1281" y="503"/>
                  </a:lnTo>
                  <a:lnTo>
                    <a:pt x="1286" y="485"/>
                  </a:lnTo>
                  <a:lnTo>
                    <a:pt x="1288" y="475"/>
                  </a:lnTo>
                  <a:lnTo>
                    <a:pt x="1286" y="459"/>
                  </a:lnTo>
                  <a:lnTo>
                    <a:pt x="1286" y="443"/>
                  </a:lnTo>
                  <a:lnTo>
                    <a:pt x="1279" y="440"/>
                  </a:lnTo>
                  <a:lnTo>
                    <a:pt x="1276" y="438"/>
                  </a:lnTo>
                  <a:lnTo>
                    <a:pt x="1272" y="436"/>
                  </a:lnTo>
                  <a:lnTo>
                    <a:pt x="1269" y="433"/>
                  </a:lnTo>
                  <a:lnTo>
                    <a:pt x="1267" y="427"/>
                  </a:lnTo>
                  <a:lnTo>
                    <a:pt x="1274" y="415"/>
                  </a:lnTo>
                  <a:lnTo>
                    <a:pt x="1277" y="401"/>
                  </a:lnTo>
                  <a:lnTo>
                    <a:pt x="1274" y="386"/>
                  </a:lnTo>
                  <a:lnTo>
                    <a:pt x="1270" y="370"/>
                  </a:lnTo>
                  <a:lnTo>
                    <a:pt x="1265" y="352"/>
                  </a:lnTo>
                  <a:lnTo>
                    <a:pt x="1263" y="335"/>
                  </a:lnTo>
                  <a:lnTo>
                    <a:pt x="1267" y="335"/>
                  </a:lnTo>
                  <a:lnTo>
                    <a:pt x="1267" y="331"/>
                  </a:lnTo>
                  <a:lnTo>
                    <a:pt x="1291" y="335"/>
                  </a:lnTo>
                  <a:lnTo>
                    <a:pt x="1312" y="335"/>
                  </a:lnTo>
                  <a:lnTo>
                    <a:pt x="1335" y="331"/>
                  </a:lnTo>
                  <a:lnTo>
                    <a:pt x="1340" y="340"/>
                  </a:lnTo>
                  <a:lnTo>
                    <a:pt x="1345" y="352"/>
                  </a:lnTo>
                  <a:lnTo>
                    <a:pt x="1351" y="361"/>
                  </a:lnTo>
                  <a:lnTo>
                    <a:pt x="1356" y="365"/>
                  </a:lnTo>
                  <a:lnTo>
                    <a:pt x="1359" y="366"/>
                  </a:lnTo>
                  <a:lnTo>
                    <a:pt x="1365" y="366"/>
                  </a:lnTo>
                  <a:lnTo>
                    <a:pt x="1370" y="368"/>
                  </a:lnTo>
                  <a:lnTo>
                    <a:pt x="1375" y="370"/>
                  </a:lnTo>
                  <a:lnTo>
                    <a:pt x="1379" y="373"/>
                  </a:lnTo>
                  <a:lnTo>
                    <a:pt x="1380" y="382"/>
                  </a:lnTo>
                  <a:lnTo>
                    <a:pt x="1384" y="398"/>
                  </a:lnTo>
                  <a:lnTo>
                    <a:pt x="1386" y="412"/>
                  </a:lnTo>
                  <a:lnTo>
                    <a:pt x="1389" y="422"/>
                  </a:lnTo>
                  <a:lnTo>
                    <a:pt x="1391" y="424"/>
                  </a:lnTo>
                  <a:lnTo>
                    <a:pt x="1394" y="427"/>
                  </a:lnTo>
                  <a:lnTo>
                    <a:pt x="1398" y="429"/>
                  </a:lnTo>
                  <a:lnTo>
                    <a:pt x="1401" y="433"/>
                  </a:lnTo>
                  <a:lnTo>
                    <a:pt x="1407" y="434"/>
                  </a:lnTo>
                  <a:lnTo>
                    <a:pt x="1408" y="438"/>
                  </a:lnTo>
                  <a:lnTo>
                    <a:pt x="1422" y="427"/>
                  </a:lnTo>
                  <a:lnTo>
                    <a:pt x="1433" y="414"/>
                  </a:lnTo>
                  <a:lnTo>
                    <a:pt x="1441" y="400"/>
                  </a:lnTo>
                  <a:lnTo>
                    <a:pt x="1455" y="389"/>
                  </a:lnTo>
                  <a:lnTo>
                    <a:pt x="1457" y="401"/>
                  </a:lnTo>
                  <a:lnTo>
                    <a:pt x="1462" y="408"/>
                  </a:lnTo>
                  <a:lnTo>
                    <a:pt x="1469" y="415"/>
                  </a:lnTo>
                  <a:lnTo>
                    <a:pt x="1476" y="422"/>
                  </a:lnTo>
                  <a:lnTo>
                    <a:pt x="1482" y="431"/>
                  </a:lnTo>
                  <a:lnTo>
                    <a:pt x="1482" y="434"/>
                  </a:lnTo>
                  <a:lnTo>
                    <a:pt x="1482" y="438"/>
                  </a:lnTo>
                  <a:lnTo>
                    <a:pt x="1480" y="440"/>
                  </a:lnTo>
                  <a:lnTo>
                    <a:pt x="1480" y="443"/>
                  </a:lnTo>
                  <a:lnTo>
                    <a:pt x="1478" y="447"/>
                  </a:lnTo>
                  <a:lnTo>
                    <a:pt x="1480" y="450"/>
                  </a:lnTo>
                  <a:lnTo>
                    <a:pt x="1482" y="454"/>
                  </a:lnTo>
                  <a:lnTo>
                    <a:pt x="1483" y="455"/>
                  </a:lnTo>
                  <a:lnTo>
                    <a:pt x="1487" y="455"/>
                  </a:lnTo>
                  <a:lnTo>
                    <a:pt x="1490" y="455"/>
                  </a:lnTo>
                  <a:lnTo>
                    <a:pt x="1492" y="455"/>
                  </a:lnTo>
                  <a:lnTo>
                    <a:pt x="1496" y="455"/>
                  </a:lnTo>
                  <a:lnTo>
                    <a:pt x="1497" y="457"/>
                  </a:lnTo>
                  <a:lnTo>
                    <a:pt x="1503" y="471"/>
                  </a:lnTo>
                  <a:lnTo>
                    <a:pt x="1503" y="482"/>
                  </a:lnTo>
                  <a:lnTo>
                    <a:pt x="1501" y="492"/>
                  </a:lnTo>
                  <a:lnTo>
                    <a:pt x="1504" y="501"/>
                  </a:lnTo>
                  <a:lnTo>
                    <a:pt x="1517" y="511"/>
                  </a:lnTo>
                  <a:lnTo>
                    <a:pt x="1506" y="532"/>
                  </a:lnTo>
                  <a:lnTo>
                    <a:pt x="1494" y="550"/>
                  </a:lnTo>
                  <a:lnTo>
                    <a:pt x="1497" y="550"/>
                  </a:lnTo>
                  <a:lnTo>
                    <a:pt x="1508" y="539"/>
                  </a:lnTo>
                  <a:lnTo>
                    <a:pt x="1518" y="530"/>
                  </a:lnTo>
                  <a:lnTo>
                    <a:pt x="1527" y="520"/>
                  </a:lnTo>
                  <a:lnTo>
                    <a:pt x="1539" y="523"/>
                  </a:lnTo>
                  <a:lnTo>
                    <a:pt x="1546" y="530"/>
                  </a:lnTo>
                  <a:lnTo>
                    <a:pt x="1553" y="539"/>
                  </a:lnTo>
                  <a:lnTo>
                    <a:pt x="1555" y="553"/>
                  </a:lnTo>
                  <a:lnTo>
                    <a:pt x="1571" y="553"/>
                  </a:lnTo>
                  <a:lnTo>
                    <a:pt x="1571" y="558"/>
                  </a:lnTo>
                  <a:lnTo>
                    <a:pt x="1572" y="562"/>
                  </a:lnTo>
                  <a:lnTo>
                    <a:pt x="1572" y="567"/>
                  </a:lnTo>
                  <a:lnTo>
                    <a:pt x="1574" y="572"/>
                  </a:lnTo>
                  <a:lnTo>
                    <a:pt x="1572" y="578"/>
                  </a:lnTo>
                  <a:lnTo>
                    <a:pt x="1572" y="581"/>
                  </a:lnTo>
                  <a:lnTo>
                    <a:pt x="1572" y="585"/>
                  </a:lnTo>
                  <a:lnTo>
                    <a:pt x="1574" y="586"/>
                  </a:lnTo>
                  <a:lnTo>
                    <a:pt x="1574" y="590"/>
                  </a:lnTo>
                  <a:lnTo>
                    <a:pt x="1574" y="592"/>
                  </a:lnTo>
                  <a:lnTo>
                    <a:pt x="1574" y="595"/>
                  </a:lnTo>
                  <a:lnTo>
                    <a:pt x="1555" y="609"/>
                  </a:lnTo>
                  <a:lnTo>
                    <a:pt x="1534" y="618"/>
                  </a:lnTo>
                  <a:lnTo>
                    <a:pt x="1510" y="623"/>
                  </a:lnTo>
                  <a:lnTo>
                    <a:pt x="1485" y="626"/>
                  </a:lnTo>
                  <a:lnTo>
                    <a:pt x="1461" y="630"/>
                  </a:lnTo>
                  <a:lnTo>
                    <a:pt x="1436" y="633"/>
                  </a:lnTo>
                  <a:lnTo>
                    <a:pt x="1415" y="640"/>
                  </a:lnTo>
                  <a:lnTo>
                    <a:pt x="1396" y="649"/>
                  </a:lnTo>
                  <a:lnTo>
                    <a:pt x="1382" y="665"/>
                  </a:lnTo>
                  <a:lnTo>
                    <a:pt x="1386" y="665"/>
                  </a:lnTo>
                  <a:lnTo>
                    <a:pt x="1403" y="653"/>
                  </a:lnTo>
                  <a:lnTo>
                    <a:pt x="1424" y="644"/>
                  </a:lnTo>
                  <a:lnTo>
                    <a:pt x="1447" y="639"/>
                  </a:lnTo>
                  <a:lnTo>
                    <a:pt x="1448" y="642"/>
                  </a:lnTo>
                  <a:lnTo>
                    <a:pt x="1450" y="646"/>
                  </a:lnTo>
                  <a:lnTo>
                    <a:pt x="1452" y="647"/>
                  </a:lnTo>
                  <a:lnTo>
                    <a:pt x="1455" y="649"/>
                  </a:lnTo>
                  <a:lnTo>
                    <a:pt x="1459" y="651"/>
                  </a:lnTo>
                  <a:lnTo>
                    <a:pt x="1462" y="654"/>
                  </a:lnTo>
                  <a:lnTo>
                    <a:pt x="1457" y="663"/>
                  </a:lnTo>
                  <a:lnTo>
                    <a:pt x="1454" y="670"/>
                  </a:lnTo>
                  <a:lnTo>
                    <a:pt x="1452" y="677"/>
                  </a:lnTo>
                  <a:lnTo>
                    <a:pt x="1450" y="688"/>
                  </a:lnTo>
                  <a:lnTo>
                    <a:pt x="1464" y="695"/>
                  </a:lnTo>
                  <a:lnTo>
                    <a:pt x="1473" y="705"/>
                  </a:lnTo>
                  <a:lnTo>
                    <a:pt x="1480" y="715"/>
                  </a:lnTo>
                  <a:lnTo>
                    <a:pt x="1489" y="726"/>
                  </a:lnTo>
                  <a:lnTo>
                    <a:pt x="1489" y="729"/>
                  </a:lnTo>
                  <a:lnTo>
                    <a:pt x="1489" y="731"/>
                  </a:lnTo>
                  <a:lnTo>
                    <a:pt x="1487" y="731"/>
                  </a:lnTo>
                  <a:lnTo>
                    <a:pt x="1487" y="733"/>
                  </a:lnTo>
                  <a:lnTo>
                    <a:pt x="1485" y="735"/>
                  </a:lnTo>
                  <a:lnTo>
                    <a:pt x="1475" y="747"/>
                  </a:lnTo>
                  <a:lnTo>
                    <a:pt x="1461" y="757"/>
                  </a:lnTo>
                  <a:lnTo>
                    <a:pt x="1443" y="764"/>
                  </a:lnTo>
                  <a:lnTo>
                    <a:pt x="1443" y="749"/>
                  </a:lnTo>
                  <a:lnTo>
                    <a:pt x="1452" y="743"/>
                  </a:lnTo>
                  <a:lnTo>
                    <a:pt x="1459" y="738"/>
                  </a:lnTo>
                  <a:lnTo>
                    <a:pt x="1466" y="729"/>
                  </a:lnTo>
                  <a:lnTo>
                    <a:pt x="1459" y="726"/>
                  </a:lnTo>
                  <a:lnTo>
                    <a:pt x="1459" y="722"/>
                  </a:lnTo>
                  <a:lnTo>
                    <a:pt x="1457" y="722"/>
                  </a:lnTo>
                  <a:lnTo>
                    <a:pt x="1455" y="722"/>
                  </a:lnTo>
                  <a:lnTo>
                    <a:pt x="1455" y="722"/>
                  </a:lnTo>
                  <a:lnTo>
                    <a:pt x="1455" y="724"/>
                  </a:lnTo>
                  <a:lnTo>
                    <a:pt x="1455" y="726"/>
                  </a:lnTo>
                  <a:lnTo>
                    <a:pt x="1455" y="726"/>
                  </a:lnTo>
                  <a:lnTo>
                    <a:pt x="1443" y="735"/>
                  </a:lnTo>
                  <a:lnTo>
                    <a:pt x="1427" y="742"/>
                  </a:lnTo>
                  <a:lnTo>
                    <a:pt x="1414" y="747"/>
                  </a:lnTo>
                  <a:lnTo>
                    <a:pt x="1400" y="754"/>
                  </a:lnTo>
                  <a:lnTo>
                    <a:pt x="1387" y="763"/>
                  </a:lnTo>
                  <a:lnTo>
                    <a:pt x="1379" y="775"/>
                  </a:lnTo>
                  <a:lnTo>
                    <a:pt x="1373" y="792"/>
                  </a:lnTo>
                  <a:lnTo>
                    <a:pt x="1379" y="794"/>
                  </a:lnTo>
                  <a:lnTo>
                    <a:pt x="1386" y="796"/>
                  </a:lnTo>
                  <a:lnTo>
                    <a:pt x="1389" y="799"/>
                  </a:lnTo>
                  <a:lnTo>
                    <a:pt x="1382" y="799"/>
                  </a:lnTo>
                  <a:lnTo>
                    <a:pt x="1372" y="808"/>
                  </a:lnTo>
                  <a:lnTo>
                    <a:pt x="1358" y="811"/>
                  </a:lnTo>
                  <a:lnTo>
                    <a:pt x="1345" y="813"/>
                  </a:lnTo>
                  <a:lnTo>
                    <a:pt x="1331" y="815"/>
                  </a:lnTo>
                  <a:lnTo>
                    <a:pt x="1321" y="843"/>
                  </a:lnTo>
                  <a:lnTo>
                    <a:pt x="1309" y="873"/>
                  </a:lnTo>
                  <a:lnTo>
                    <a:pt x="1305" y="869"/>
                  </a:lnTo>
                  <a:lnTo>
                    <a:pt x="1304" y="867"/>
                  </a:lnTo>
                  <a:lnTo>
                    <a:pt x="1300" y="866"/>
                  </a:lnTo>
                  <a:lnTo>
                    <a:pt x="1298" y="864"/>
                  </a:lnTo>
                  <a:lnTo>
                    <a:pt x="1293" y="860"/>
                  </a:lnTo>
                  <a:lnTo>
                    <a:pt x="1293" y="869"/>
                  </a:lnTo>
                  <a:lnTo>
                    <a:pt x="1295" y="873"/>
                  </a:lnTo>
                  <a:lnTo>
                    <a:pt x="1298" y="883"/>
                  </a:lnTo>
                  <a:lnTo>
                    <a:pt x="1302" y="895"/>
                  </a:lnTo>
                  <a:lnTo>
                    <a:pt x="1305" y="906"/>
                  </a:lnTo>
                  <a:lnTo>
                    <a:pt x="1305" y="911"/>
                  </a:lnTo>
                  <a:lnTo>
                    <a:pt x="1291" y="920"/>
                  </a:lnTo>
                  <a:lnTo>
                    <a:pt x="1276" y="928"/>
                  </a:lnTo>
                  <a:lnTo>
                    <a:pt x="1260" y="939"/>
                  </a:lnTo>
                  <a:lnTo>
                    <a:pt x="1244" y="949"/>
                  </a:lnTo>
                  <a:lnTo>
                    <a:pt x="1234" y="963"/>
                  </a:lnTo>
                  <a:lnTo>
                    <a:pt x="1229" y="981"/>
                  </a:lnTo>
                  <a:lnTo>
                    <a:pt x="1223" y="995"/>
                  </a:lnTo>
                  <a:lnTo>
                    <a:pt x="1225" y="1012"/>
                  </a:lnTo>
                  <a:lnTo>
                    <a:pt x="1230" y="1031"/>
                  </a:lnTo>
                  <a:lnTo>
                    <a:pt x="1237" y="1051"/>
                  </a:lnTo>
                  <a:lnTo>
                    <a:pt x="1244" y="1070"/>
                  </a:lnTo>
                  <a:lnTo>
                    <a:pt x="1248" y="1087"/>
                  </a:lnTo>
                  <a:lnTo>
                    <a:pt x="1244" y="1087"/>
                  </a:lnTo>
                  <a:lnTo>
                    <a:pt x="1244" y="1091"/>
                  </a:lnTo>
                  <a:lnTo>
                    <a:pt x="1232" y="1087"/>
                  </a:lnTo>
                  <a:lnTo>
                    <a:pt x="1227" y="1072"/>
                  </a:lnTo>
                  <a:lnTo>
                    <a:pt x="1218" y="1052"/>
                  </a:lnTo>
                  <a:lnTo>
                    <a:pt x="1208" y="1031"/>
                  </a:lnTo>
                  <a:lnTo>
                    <a:pt x="1197" y="1016"/>
                  </a:lnTo>
                  <a:lnTo>
                    <a:pt x="1187" y="1007"/>
                  </a:lnTo>
                  <a:lnTo>
                    <a:pt x="1174" y="1005"/>
                  </a:lnTo>
                  <a:lnTo>
                    <a:pt x="1159" y="998"/>
                  </a:lnTo>
                  <a:lnTo>
                    <a:pt x="1141" y="991"/>
                  </a:lnTo>
                  <a:lnTo>
                    <a:pt x="1120" y="988"/>
                  </a:lnTo>
                  <a:lnTo>
                    <a:pt x="1120" y="991"/>
                  </a:lnTo>
                  <a:lnTo>
                    <a:pt x="1117" y="991"/>
                  </a:lnTo>
                  <a:lnTo>
                    <a:pt x="1119" y="997"/>
                  </a:lnTo>
                  <a:lnTo>
                    <a:pt x="1122" y="1002"/>
                  </a:lnTo>
                  <a:lnTo>
                    <a:pt x="1124" y="1005"/>
                  </a:lnTo>
                  <a:lnTo>
                    <a:pt x="1126" y="1009"/>
                  </a:lnTo>
                  <a:lnTo>
                    <a:pt x="1129" y="1014"/>
                  </a:lnTo>
                  <a:lnTo>
                    <a:pt x="1113" y="1014"/>
                  </a:lnTo>
                  <a:lnTo>
                    <a:pt x="1101" y="1009"/>
                  </a:lnTo>
                  <a:lnTo>
                    <a:pt x="1085" y="1005"/>
                  </a:lnTo>
                  <a:lnTo>
                    <a:pt x="1070" y="1005"/>
                  </a:lnTo>
                  <a:lnTo>
                    <a:pt x="1054" y="1007"/>
                  </a:lnTo>
                  <a:lnTo>
                    <a:pt x="1043" y="1010"/>
                  </a:lnTo>
                  <a:lnTo>
                    <a:pt x="1031" y="1016"/>
                  </a:lnTo>
                  <a:lnTo>
                    <a:pt x="1021" y="1023"/>
                  </a:lnTo>
                  <a:lnTo>
                    <a:pt x="1014" y="1033"/>
                  </a:lnTo>
                  <a:lnTo>
                    <a:pt x="1010" y="1042"/>
                  </a:lnTo>
                  <a:lnTo>
                    <a:pt x="1012" y="1049"/>
                  </a:lnTo>
                  <a:lnTo>
                    <a:pt x="1012" y="1058"/>
                  </a:lnTo>
                  <a:lnTo>
                    <a:pt x="1009" y="1068"/>
                  </a:lnTo>
                  <a:lnTo>
                    <a:pt x="1002" y="1091"/>
                  </a:lnTo>
                  <a:lnTo>
                    <a:pt x="1002" y="1108"/>
                  </a:lnTo>
                  <a:lnTo>
                    <a:pt x="1003" y="1126"/>
                  </a:lnTo>
                  <a:lnTo>
                    <a:pt x="1010" y="1143"/>
                  </a:lnTo>
                  <a:lnTo>
                    <a:pt x="1021" y="1164"/>
                  </a:lnTo>
                  <a:lnTo>
                    <a:pt x="1033" y="1166"/>
                  </a:lnTo>
                  <a:lnTo>
                    <a:pt x="1040" y="1168"/>
                  </a:lnTo>
                  <a:lnTo>
                    <a:pt x="1043" y="1171"/>
                  </a:lnTo>
                  <a:lnTo>
                    <a:pt x="1047" y="1173"/>
                  </a:lnTo>
                  <a:lnTo>
                    <a:pt x="1052" y="1175"/>
                  </a:lnTo>
                  <a:lnTo>
                    <a:pt x="1061" y="1171"/>
                  </a:lnTo>
                  <a:lnTo>
                    <a:pt x="1075" y="1164"/>
                  </a:lnTo>
                  <a:lnTo>
                    <a:pt x="1078" y="1162"/>
                  </a:lnTo>
                  <a:lnTo>
                    <a:pt x="1080" y="1162"/>
                  </a:lnTo>
                  <a:lnTo>
                    <a:pt x="1084" y="1162"/>
                  </a:lnTo>
                  <a:lnTo>
                    <a:pt x="1084" y="1162"/>
                  </a:lnTo>
                  <a:lnTo>
                    <a:pt x="1085" y="1162"/>
                  </a:lnTo>
                  <a:lnTo>
                    <a:pt x="1087" y="1162"/>
                  </a:lnTo>
                  <a:lnTo>
                    <a:pt x="1087" y="1161"/>
                  </a:lnTo>
                  <a:lnTo>
                    <a:pt x="1091" y="1157"/>
                  </a:lnTo>
                  <a:lnTo>
                    <a:pt x="1092" y="1152"/>
                  </a:lnTo>
                  <a:lnTo>
                    <a:pt x="1094" y="1147"/>
                  </a:lnTo>
                  <a:lnTo>
                    <a:pt x="1096" y="1141"/>
                  </a:lnTo>
                  <a:lnTo>
                    <a:pt x="1098" y="1138"/>
                  </a:lnTo>
                  <a:lnTo>
                    <a:pt x="1106" y="1129"/>
                  </a:lnTo>
                  <a:lnTo>
                    <a:pt x="1117" y="1124"/>
                  </a:lnTo>
                  <a:lnTo>
                    <a:pt x="1133" y="1122"/>
                  </a:lnTo>
                  <a:lnTo>
                    <a:pt x="1134" y="1126"/>
                  </a:lnTo>
                  <a:lnTo>
                    <a:pt x="1136" y="1127"/>
                  </a:lnTo>
                  <a:lnTo>
                    <a:pt x="1136" y="1129"/>
                  </a:lnTo>
                  <a:lnTo>
                    <a:pt x="1138" y="1129"/>
                  </a:lnTo>
                  <a:lnTo>
                    <a:pt x="1138" y="1127"/>
                  </a:lnTo>
                  <a:lnTo>
                    <a:pt x="1139" y="1127"/>
                  </a:lnTo>
                  <a:lnTo>
                    <a:pt x="1143" y="1127"/>
                  </a:lnTo>
                  <a:lnTo>
                    <a:pt x="1148" y="1126"/>
                  </a:lnTo>
                  <a:lnTo>
                    <a:pt x="1148" y="1141"/>
                  </a:lnTo>
                  <a:lnTo>
                    <a:pt x="1141" y="1148"/>
                  </a:lnTo>
                  <a:lnTo>
                    <a:pt x="1136" y="1161"/>
                  </a:lnTo>
                  <a:lnTo>
                    <a:pt x="1131" y="1178"/>
                  </a:lnTo>
                  <a:lnTo>
                    <a:pt x="1126" y="1194"/>
                  </a:lnTo>
                  <a:lnTo>
                    <a:pt x="1120" y="1206"/>
                  </a:lnTo>
                  <a:lnTo>
                    <a:pt x="1138" y="1206"/>
                  </a:lnTo>
                  <a:lnTo>
                    <a:pt x="1153" y="1204"/>
                  </a:lnTo>
                  <a:lnTo>
                    <a:pt x="1167" y="1204"/>
                  </a:lnTo>
                  <a:lnTo>
                    <a:pt x="1180" y="1206"/>
                  </a:lnTo>
                  <a:lnTo>
                    <a:pt x="1188" y="1211"/>
                  </a:lnTo>
                  <a:lnTo>
                    <a:pt x="1195" y="1222"/>
                  </a:lnTo>
                  <a:lnTo>
                    <a:pt x="1197" y="1237"/>
                  </a:lnTo>
                  <a:lnTo>
                    <a:pt x="1194" y="1248"/>
                  </a:lnTo>
                  <a:lnTo>
                    <a:pt x="1190" y="1262"/>
                  </a:lnTo>
                  <a:lnTo>
                    <a:pt x="1190" y="1276"/>
                  </a:lnTo>
                  <a:lnTo>
                    <a:pt x="1199" y="1285"/>
                  </a:lnTo>
                  <a:lnTo>
                    <a:pt x="1204" y="1291"/>
                  </a:lnTo>
                  <a:lnTo>
                    <a:pt x="1211" y="1298"/>
                  </a:lnTo>
                  <a:lnTo>
                    <a:pt x="1222" y="1304"/>
                  </a:lnTo>
                  <a:lnTo>
                    <a:pt x="1235" y="1307"/>
                  </a:lnTo>
                  <a:lnTo>
                    <a:pt x="1242" y="1298"/>
                  </a:lnTo>
                  <a:lnTo>
                    <a:pt x="1251" y="1295"/>
                  </a:lnTo>
                  <a:lnTo>
                    <a:pt x="1267" y="1295"/>
                  </a:lnTo>
                  <a:lnTo>
                    <a:pt x="1269" y="1298"/>
                  </a:lnTo>
                  <a:lnTo>
                    <a:pt x="1272" y="1302"/>
                  </a:lnTo>
                  <a:lnTo>
                    <a:pt x="1274" y="1304"/>
                  </a:lnTo>
                  <a:lnTo>
                    <a:pt x="1276" y="1304"/>
                  </a:lnTo>
                  <a:lnTo>
                    <a:pt x="1281" y="1305"/>
                  </a:lnTo>
                  <a:lnTo>
                    <a:pt x="1286" y="1307"/>
                  </a:lnTo>
                  <a:lnTo>
                    <a:pt x="1293" y="1293"/>
                  </a:lnTo>
                  <a:lnTo>
                    <a:pt x="1302" y="1283"/>
                  </a:lnTo>
                  <a:lnTo>
                    <a:pt x="1312" y="1274"/>
                  </a:lnTo>
                  <a:lnTo>
                    <a:pt x="1325" y="1267"/>
                  </a:lnTo>
                  <a:lnTo>
                    <a:pt x="1344" y="1264"/>
                  </a:lnTo>
                  <a:lnTo>
                    <a:pt x="1347" y="1262"/>
                  </a:lnTo>
                  <a:lnTo>
                    <a:pt x="1349" y="1262"/>
                  </a:lnTo>
                  <a:lnTo>
                    <a:pt x="1352" y="1262"/>
                  </a:lnTo>
                  <a:lnTo>
                    <a:pt x="1354" y="1262"/>
                  </a:lnTo>
                  <a:lnTo>
                    <a:pt x="1358" y="1264"/>
                  </a:lnTo>
                  <a:lnTo>
                    <a:pt x="1363" y="1264"/>
                  </a:lnTo>
                  <a:lnTo>
                    <a:pt x="1361" y="1267"/>
                  </a:lnTo>
                  <a:lnTo>
                    <a:pt x="1361" y="1271"/>
                  </a:lnTo>
                  <a:lnTo>
                    <a:pt x="1359" y="1271"/>
                  </a:lnTo>
                  <a:lnTo>
                    <a:pt x="1359" y="1272"/>
                  </a:lnTo>
                  <a:lnTo>
                    <a:pt x="1361" y="1272"/>
                  </a:lnTo>
                  <a:lnTo>
                    <a:pt x="1363" y="1274"/>
                  </a:lnTo>
                  <a:lnTo>
                    <a:pt x="1366" y="1276"/>
                  </a:lnTo>
                  <a:lnTo>
                    <a:pt x="1366" y="1272"/>
                  </a:lnTo>
                  <a:lnTo>
                    <a:pt x="1370" y="1269"/>
                  </a:lnTo>
                  <a:lnTo>
                    <a:pt x="1372" y="1267"/>
                  </a:lnTo>
                  <a:lnTo>
                    <a:pt x="1373" y="1265"/>
                  </a:lnTo>
                  <a:lnTo>
                    <a:pt x="1375" y="1264"/>
                  </a:lnTo>
                  <a:lnTo>
                    <a:pt x="1379" y="1262"/>
                  </a:lnTo>
                  <a:lnTo>
                    <a:pt x="1382" y="1260"/>
                  </a:lnTo>
                  <a:lnTo>
                    <a:pt x="1398" y="1274"/>
                  </a:lnTo>
                  <a:lnTo>
                    <a:pt x="1419" y="1281"/>
                  </a:lnTo>
                  <a:lnTo>
                    <a:pt x="1440" y="1283"/>
                  </a:lnTo>
                  <a:lnTo>
                    <a:pt x="1464" y="1281"/>
                  </a:lnTo>
                  <a:lnTo>
                    <a:pt x="1489" y="1279"/>
                  </a:lnTo>
                  <a:lnTo>
                    <a:pt x="1489" y="1283"/>
                  </a:lnTo>
                  <a:lnTo>
                    <a:pt x="1489" y="1285"/>
                  </a:lnTo>
                  <a:lnTo>
                    <a:pt x="1487" y="1286"/>
                  </a:lnTo>
                  <a:lnTo>
                    <a:pt x="1487" y="1286"/>
                  </a:lnTo>
                  <a:lnTo>
                    <a:pt x="1487" y="1288"/>
                  </a:lnTo>
                  <a:lnTo>
                    <a:pt x="1485" y="1291"/>
                  </a:lnTo>
                  <a:lnTo>
                    <a:pt x="1497" y="1295"/>
                  </a:lnTo>
                  <a:lnTo>
                    <a:pt x="1504" y="1300"/>
                  </a:lnTo>
                  <a:lnTo>
                    <a:pt x="1511" y="1305"/>
                  </a:lnTo>
                  <a:lnTo>
                    <a:pt x="1523" y="1311"/>
                  </a:lnTo>
                  <a:lnTo>
                    <a:pt x="1523" y="1321"/>
                  </a:lnTo>
                  <a:lnTo>
                    <a:pt x="1536" y="1325"/>
                  </a:lnTo>
                  <a:lnTo>
                    <a:pt x="1544" y="1326"/>
                  </a:lnTo>
                  <a:lnTo>
                    <a:pt x="1551" y="1333"/>
                  </a:lnTo>
                  <a:lnTo>
                    <a:pt x="1555" y="1344"/>
                  </a:lnTo>
                  <a:lnTo>
                    <a:pt x="1576" y="1346"/>
                  </a:lnTo>
                  <a:lnTo>
                    <a:pt x="1593" y="1347"/>
                  </a:lnTo>
                  <a:lnTo>
                    <a:pt x="1616" y="1349"/>
                  </a:lnTo>
                  <a:lnTo>
                    <a:pt x="1632" y="1370"/>
                  </a:lnTo>
                  <a:lnTo>
                    <a:pt x="1651" y="1389"/>
                  </a:lnTo>
                  <a:lnTo>
                    <a:pt x="1672" y="1405"/>
                  </a:lnTo>
                  <a:lnTo>
                    <a:pt x="1696" y="1417"/>
                  </a:lnTo>
                  <a:lnTo>
                    <a:pt x="1695" y="1424"/>
                  </a:lnTo>
                  <a:lnTo>
                    <a:pt x="1691" y="1428"/>
                  </a:lnTo>
                  <a:lnTo>
                    <a:pt x="1688" y="1433"/>
                  </a:lnTo>
                  <a:lnTo>
                    <a:pt x="1684" y="1436"/>
                  </a:lnTo>
                  <a:lnTo>
                    <a:pt x="1681" y="1442"/>
                  </a:lnTo>
                  <a:lnTo>
                    <a:pt x="1703" y="1442"/>
                  </a:lnTo>
                  <a:lnTo>
                    <a:pt x="1724" y="1449"/>
                  </a:lnTo>
                  <a:lnTo>
                    <a:pt x="1728" y="1461"/>
                  </a:lnTo>
                  <a:lnTo>
                    <a:pt x="1733" y="1459"/>
                  </a:lnTo>
                  <a:lnTo>
                    <a:pt x="1736" y="1457"/>
                  </a:lnTo>
                  <a:lnTo>
                    <a:pt x="1742" y="1459"/>
                  </a:lnTo>
                  <a:lnTo>
                    <a:pt x="1743" y="1459"/>
                  </a:lnTo>
                  <a:lnTo>
                    <a:pt x="1747" y="1461"/>
                  </a:lnTo>
                  <a:lnTo>
                    <a:pt x="1750" y="1463"/>
                  </a:lnTo>
                  <a:lnTo>
                    <a:pt x="1754" y="1464"/>
                  </a:lnTo>
                  <a:lnTo>
                    <a:pt x="1808" y="1468"/>
                  </a:lnTo>
                  <a:lnTo>
                    <a:pt x="1813" y="1473"/>
                  </a:lnTo>
                  <a:lnTo>
                    <a:pt x="1817" y="1483"/>
                  </a:lnTo>
                  <a:lnTo>
                    <a:pt x="1818" y="1492"/>
                  </a:lnTo>
                  <a:lnTo>
                    <a:pt x="1824" y="1499"/>
                  </a:lnTo>
                  <a:lnTo>
                    <a:pt x="1832" y="1501"/>
                  </a:lnTo>
                  <a:lnTo>
                    <a:pt x="1841" y="1501"/>
                  </a:lnTo>
                  <a:lnTo>
                    <a:pt x="1848" y="1499"/>
                  </a:lnTo>
                  <a:lnTo>
                    <a:pt x="1853" y="1506"/>
                  </a:lnTo>
                  <a:lnTo>
                    <a:pt x="1859" y="1511"/>
                  </a:lnTo>
                  <a:lnTo>
                    <a:pt x="1862" y="1517"/>
                  </a:lnTo>
                  <a:lnTo>
                    <a:pt x="1864" y="1524"/>
                  </a:lnTo>
                  <a:lnTo>
                    <a:pt x="1866" y="1532"/>
                  </a:lnTo>
                  <a:lnTo>
                    <a:pt x="1853" y="1548"/>
                  </a:lnTo>
                  <a:lnTo>
                    <a:pt x="1839" y="1567"/>
                  </a:lnTo>
                  <a:lnTo>
                    <a:pt x="1825" y="1588"/>
                  </a:lnTo>
                  <a:lnTo>
                    <a:pt x="1813" y="1609"/>
                  </a:lnTo>
                  <a:lnTo>
                    <a:pt x="1805" y="1625"/>
                  </a:lnTo>
                  <a:lnTo>
                    <a:pt x="1805" y="1635"/>
                  </a:lnTo>
                  <a:lnTo>
                    <a:pt x="1806" y="1649"/>
                  </a:lnTo>
                  <a:lnTo>
                    <a:pt x="1810" y="1665"/>
                  </a:lnTo>
                  <a:lnTo>
                    <a:pt x="1808" y="1679"/>
                  </a:lnTo>
                  <a:lnTo>
                    <a:pt x="1805" y="1688"/>
                  </a:lnTo>
                  <a:lnTo>
                    <a:pt x="1798" y="1702"/>
                  </a:lnTo>
                  <a:lnTo>
                    <a:pt x="1789" y="1717"/>
                  </a:lnTo>
                  <a:lnTo>
                    <a:pt x="1780" y="1733"/>
                  </a:lnTo>
                  <a:lnTo>
                    <a:pt x="1771" y="1745"/>
                  </a:lnTo>
                  <a:lnTo>
                    <a:pt x="1766" y="1752"/>
                  </a:lnTo>
                  <a:lnTo>
                    <a:pt x="1756" y="1756"/>
                  </a:lnTo>
                  <a:lnTo>
                    <a:pt x="1740" y="1758"/>
                  </a:lnTo>
                  <a:lnTo>
                    <a:pt x="1724" y="1759"/>
                  </a:lnTo>
                  <a:lnTo>
                    <a:pt x="1709" y="1763"/>
                  </a:lnTo>
                  <a:lnTo>
                    <a:pt x="1695" y="1768"/>
                  </a:lnTo>
                  <a:lnTo>
                    <a:pt x="1686" y="1778"/>
                  </a:lnTo>
                  <a:lnTo>
                    <a:pt x="1682" y="1784"/>
                  </a:lnTo>
                  <a:lnTo>
                    <a:pt x="1682" y="1787"/>
                  </a:lnTo>
                  <a:lnTo>
                    <a:pt x="1682" y="1791"/>
                  </a:lnTo>
                  <a:lnTo>
                    <a:pt x="1684" y="1796"/>
                  </a:lnTo>
                  <a:lnTo>
                    <a:pt x="1686" y="1801"/>
                  </a:lnTo>
                  <a:lnTo>
                    <a:pt x="1674" y="1801"/>
                  </a:lnTo>
                  <a:lnTo>
                    <a:pt x="1672" y="1824"/>
                  </a:lnTo>
                  <a:lnTo>
                    <a:pt x="1668" y="1843"/>
                  </a:lnTo>
                  <a:lnTo>
                    <a:pt x="1661" y="1859"/>
                  </a:lnTo>
                  <a:lnTo>
                    <a:pt x="1654" y="1874"/>
                  </a:lnTo>
                  <a:lnTo>
                    <a:pt x="1647" y="1894"/>
                  </a:lnTo>
                  <a:lnTo>
                    <a:pt x="1642" y="1894"/>
                  </a:lnTo>
                  <a:lnTo>
                    <a:pt x="1642" y="1887"/>
                  </a:lnTo>
                  <a:lnTo>
                    <a:pt x="1642" y="1883"/>
                  </a:lnTo>
                  <a:lnTo>
                    <a:pt x="1640" y="1878"/>
                  </a:lnTo>
                  <a:lnTo>
                    <a:pt x="1639" y="1874"/>
                  </a:lnTo>
                  <a:lnTo>
                    <a:pt x="1637" y="1876"/>
                  </a:lnTo>
                  <a:lnTo>
                    <a:pt x="1637" y="1876"/>
                  </a:lnTo>
                  <a:lnTo>
                    <a:pt x="1635" y="1876"/>
                  </a:lnTo>
                  <a:lnTo>
                    <a:pt x="1633" y="1878"/>
                  </a:lnTo>
                  <a:lnTo>
                    <a:pt x="1632" y="1878"/>
                  </a:lnTo>
                  <a:lnTo>
                    <a:pt x="1623" y="1899"/>
                  </a:lnTo>
                  <a:lnTo>
                    <a:pt x="1613" y="1913"/>
                  </a:lnTo>
                  <a:lnTo>
                    <a:pt x="1602" y="1925"/>
                  </a:lnTo>
                  <a:lnTo>
                    <a:pt x="1590" y="1939"/>
                  </a:lnTo>
                  <a:lnTo>
                    <a:pt x="1565" y="1934"/>
                  </a:lnTo>
                  <a:lnTo>
                    <a:pt x="1543" y="1929"/>
                  </a:lnTo>
                  <a:lnTo>
                    <a:pt x="1543" y="1936"/>
                  </a:lnTo>
                  <a:lnTo>
                    <a:pt x="1555" y="1943"/>
                  </a:lnTo>
                  <a:lnTo>
                    <a:pt x="1560" y="1953"/>
                  </a:lnTo>
                  <a:lnTo>
                    <a:pt x="1562" y="1963"/>
                  </a:lnTo>
                  <a:lnTo>
                    <a:pt x="1560" y="1976"/>
                  </a:lnTo>
                  <a:lnTo>
                    <a:pt x="1558" y="1990"/>
                  </a:lnTo>
                  <a:lnTo>
                    <a:pt x="1527" y="1991"/>
                  </a:lnTo>
                  <a:lnTo>
                    <a:pt x="1501" y="1998"/>
                  </a:lnTo>
                  <a:lnTo>
                    <a:pt x="1499" y="2002"/>
                  </a:lnTo>
                  <a:lnTo>
                    <a:pt x="1497" y="2007"/>
                  </a:lnTo>
                  <a:lnTo>
                    <a:pt x="1497" y="2014"/>
                  </a:lnTo>
                  <a:lnTo>
                    <a:pt x="1497" y="2021"/>
                  </a:lnTo>
                  <a:lnTo>
                    <a:pt x="1496" y="2025"/>
                  </a:lnTo>
                  <a:lnTo>
                    <a:pt x="1496" y="2026"/>
                  </a:lnTo>
                  <a:lnTo>
                    <a:pt x="1496" y="2030"/>
                  </a:lnTo>
                  <a:lnTo>
                    <a:pt x="1496" y="2033"/>
                  </a:lnTo>
                  <a:lnTo>
                    <a:pt x="1497" y="2040"/>
                  </a:lnTo>
                  <a:lnTo>
                    <a:pt x="1489" y="2040"/>
                  </a:lnTo>
                  <a:lnTo>
                    <a:pt x="1478" y="2042"/>
                  </a:lnTo>
                  <a:lnTo>
                    <a:pt x="1464" y="2042"/>
                  </a:lnTo>
                  <a:lnTo>
                    <a:pt x="1450" y="2044"/>
                  </a:lnTo>
                  <a:lnTo>
                    <a:pt x="1450" y="2051"/>
                  </a:lnTo>
                  <a:lnTo>
                    <a:pt x="1457" y="2054"/>
                  </a:lnTo>
                  <a:lnTo>
                    <a:pt x="1462" y="2058"/>
                  </a:lnTo>
                  <a:lnTo>
                    <a:pt x="1466" y="2059"/>
                  </a:lnTo>
                  <a:lnTo>
                    <a:pt x="1469" y="2061"/>
                  </a:lnTo>
                  <a:lnTo>
                    <a:pt x="1473" y="2065"/>
                  </a:lnTo>
                  <a:lnTo>
                    <a:pt x="1475" y="2068"/>
                  </a:lnTo>
                  <a:lnTo>
                    <a:pt x="1478" y="2073"/>
                  </a:lnTo>
                  <a:lnTo>
                    <a:pt x="1471" y="2075"/>
                  </a:lnTo>
                  <a:lnTo>
                    <a:pt x="1466" y="2077"/>
                  </a:lnTo>
                  <a:lnTo>
                    <a:pt x="1461" y="2079"/>
                  </a:lnTo>
                  <a:lnTo>
                    <a:pt x="1457" y="2080"/>
                  </a:lnTo>
                  <a:lnTo>
                    <a:pt x="1455" y="2086"/>
                  </a:lnTo>
                  <a:lnTo>
                    <a:pt x="1450" y="2096"/>
                  </a:lnTo>
                  <a:lnTo>
                    <a:pt x="1447" y="2107"/>
                  </a:lnTo>
                  <a:lnTo>
                    <a:pt x="1443" y="2117"/>
                  </a:lnTo>
                  <a:lnTo>
                    <a:pt x="1440" y="2119"/>
                  </a:lnTo>
                  <a:lnTo>
                    <a:pt x="1438" y="2119"/>
                  </a:lnTo>
                  <a:lnTo>
                    <a:pt x="1433" y="2121"/>
                  </a:lnTo>
                  <a:lnTo>
                    <a:pt x="1427" y="2121"/>
                  </a:lnTo>
                  <a:lnTo>
                    <a:pt x="1427" y="2126"/>
                  </a:lnTo>
                  <a:lnTo>
                    <a:pt x="1427" y="2129"/>
                  </a:lnTo>
                  <a:lnTo>
                    <a:pt x="1427" y="2131"/>
                  </a:lnTo>
                  <a:lnTo>
                    <a:pt x="1426" y="2133"/>
                  </a:lnTo>
                  <a:lnTo>
                    <a:pt x="1427" y="2135"/>
                  </a:lnTo>
                  <a:lnTo>
                    <a:pt x="1427" y="2136"/>
                  </a:lnTo>
                  <a:lnTo>
                    <a:pt x="1431" y="2143"/>
                  </a:lnTo>
                  <a:lnTo>
                    <a:pt x="1434" y="2149"/>
                  </a:lnTo>
                  <a:lnTo>
                    <a:pt x="1440" y="2152"/>
                  </a:lnTo>
                  <a:lnTo>
                    <a:pt x="1445" y="2155"/>
                  </a:lnTo>
                  <a:lnTo>
                    <a:pt x="1450" y="2159"/>
                  </a:lnTo>
                  <a:lnTo>
                    <a:pt x="1447" y="2171"/>
                  </a:lnTo>
                  <a:lnTo>
                    <a:pt x="1433" y="2178"/>
                  </a:lnTo>
                  <a:lnTo>
                    <a:pt x="1419" y="2192"/>
                  </a:lnTo>
                  <a:lnTo>
                    <a:pt x="1407" y="2210"/>
                  </a:lnTo>
                  <a:lnTo>
                    <a:pt x="1398" y="2227"/>
                  </a:lnTo>
                  <a:lnTo>
                    <a:pt x="1393" y="2243"/>
                  </a:lnTo>
                  <a:lnTo>
                    <a:pt x="1398" y="2248"/>
                  </a:lnTo>
                  <a:lnTo>
                    <a:pt x="1403" y="2253"/>
                  </a:lnTo>
                  <a:lnTo>
                    <a:pt x="1407" y="2258"/>
                  </a:lnTo>
                  <a:lnTo>
                    <a:pt x="1408" y="2267"/>
                  </a:lnTo>
                  <a:lnTo>
                    <a:pt x="1400" y="2269"/>
                  </a:lnTo>
                  <a:lnTo>
                    <a:pt x="1387" y="2276"/>
                  </a:lnTo>
                  <a:lnTo>
                    <a:pt x="1375" y="2286"/>
                  </a:lnTo>
                  <a:lnTo>
                    <a:pt x="1366" y="2297"/>
                  </a:lnTo>
                  <a:lnTo>
                    <a:pt x="1365" y="2300"/>
                  </a:lnTo>
                  <a:lnTo>
                    <a:pt x="1363" y="2304"/>
                  </a:lnTo>
                  <a:lnTo>
                    <a:pt x="1363" y="2307"/>
                  </a:lnTo>
                  <a:lnTo>
                    <a:pt x="1363" y="2313"/>
                  </a:lnTo>
                  <a:lnTo>
                    <a:pt x="1366" y="2313"/>
                  </a:lnTo>
                  <a:lnTo>
                    <a:pt x="1366" y="2309"/>
                  </a:lnTo>
                  <a:lnTo>
                    <a:pt x="1377" y="2297"/>
                  </a:lnTo>
                  <a:lnTo>
                    <a:pt x="1386" y="2285"/>
                  </a:lnTo>
                  <a:lnTo>
                    <a:pt x="1389" y="2286"/>
                  </a:lnTo>
                  <a:lnTo>
                    <a:pt x="1391" y="2286"/>
                  </a:lnTo>
                  <a:lnTo>
                    <a:pt x="1391" y="2288"/>
                  </a:lnTo>
                  <a:lnTo>
                    <a:pt x="1391" y="2288"/>
                  </a:lnTo>
                  <a:lnTo>
                    <a:pt x="1393" y="2290"/>
                  </a:lnTo>
                  <a:lnTo>
                    <a:pt x="1396" y="2299"/>
                  </a:lnTo>
                  <a:lnTo>
                    <a:pt x="1398" y="2309"/>
                  </a:lnTo>
                  <a:lnTo>
                    <a:pt x="1400" y="2321"/>
                  </a:lnTo>
                  <a:lnTo>
                    <a:pt x="1401" y="2332"/>
                  </a:lnTo>
                  <a:lnTo>
                    <a:pt x="1407" y="2332"/>
                  </a:lnTo>
                  <a:lnTo>
                    <a:pt x="1408" y="2332"/>
                  </a:lnTo>
                  <a:lnTo>
                    <a:pt x="1412" y="2332"/>
                  </a:lnTo>
                  <a:lnTo>
                    <a:pt x="1412" y="2334"/>
                  </a:lnTo>
                  <a:lnTo>
                    <a:pt x="1414" y="2334"/>
                  </a:lnTo>
                  <a:lnTo>
                    <a:pt x="1414" y="2335"/>
                  </a:lnTo>
                  <a:lnTo>
                    <a:pt x="1417" y="2339"/>
                  </a:lnTo>
                  <a:lnTo>
                    <a:pt x="1414" y="2341"/>
                  </a:lnTo>
                  <a:lnTo>
                    <a:pt x="1412" y="2342"/>
                  </a:lnTo>
                  <a:lnTo>
                    <a:pt x="1412" y="2344"/>
                  </a:lnTo>
                  <a:lnTo>
                    <a:pt x="1410" y="2344"/>
                  </a:lnTo>
                  <a:lnTo>
                    <a:pt x="1408" y="2346"/>
                  </a:lnTo>
                  <a:lnTo>
                    <a:pt x="1405" y="2347"/>
                  </a:lnTo>
                  <a:lnTo>
                    <a:pt x="1389" y="2351"/>
                  </a:lnTo>
                  <a:lnTo>
                    <a:pt x="1373" y="2347"/>
                  </a:lnTo>
                  <a:lnTo>
                    <a:pt x="1358" y="2339"/>
                  </a:lnTo>
                  <a:lnTo>
                    <a:pt x="1342" y="2327"/>
                  </a:lnTo>
                  <a:lnTo>
                    <a:pt x="1328" y="2313"/>
                  </a:lnTo>
                  <a:lnTo>
                    <a:pt x="1318" y="2299"/>
                  </a:lnTo>
                  <a:lnTo>
                    <a:pt x="1312" y="2285"/>
                  </a:lnTo>
                  <a:lnTo>
                    <a:pt x="1316" y="2285"/>
                  </a:lnTo>
                  <a:lnTo>
                    <a:pt x="1328" y="2297"/>
                  </a:lnTo>
                  <a:lnTo>
                    <a:pt x="1340" y="2307"/>
                  </a:lnTo>
                  <a:lnTo>
                    <a:pt x="1354" y="2316"/>
                  </a:lnTo>
                  <a:lnTo>
                    <a:pt x="1354" y="2309"/>
                  </a:lnTo>
                  <a:lnTo>
                    <a:pt x="1335" y="2299"/>
                  </a:lnTo>
                  <a:lnTo>
                    <a:pt x="1319" y="2285"/>
                  </a:lnTo>
                  <a:lnTo>
                    <a:pt x="1309" y="2265"/>
                  </a:lnTo>
                  <a:lnTo>
                    <a:pt x="1302" y="2243"/>
                  </a:lnTo>
                  <a:lnTo>
                    <a:pt x="1298" y="2220"/>
                  </a:lnTo>
                  <a:lnTo>
                    <a:pt x="1300" y="2194"/>
                  </a:lnTo>
                  <a:lnTo>
                    <a:pt x="1302" y="2169"/>
                  </a:lnTo>
                  <a:lnTo>
                    <a:pt x="1307" y="2147"/>
                  </a:lnTo>
                  <a:lnTo>
                    <a:pt x="1314" y="2126"/>
                  </a:lnTo>
                  <a:lnTo>
                    <a:pt x="1321" y="2108"/>
                  </a:lnTo>
                  <a:lnTo>
                    <a:pt x="1331" y="2108"/>
                  </a:lnTo>
                  <a:lnTo>
                    <a:pt x="1340" y="2073"/>
                  </a:lnTo>
                  <a:lnTo>
                    <a:pt x="1335" y="2073"/>
                  </a:lnTo>
                  <a:lnTo>
                    <a:pt x="1335" y="2070"/>
                  </a:lnTo>
                  <a:lnTo>
                    <a:pt x="1331" y="2073"/>
                  </a:lnTo>
                  <a:lnTo>
                    <a:pt x="1328" y="2077"/>
                  </a:lnTo>
                  <a:lnTo>
                    <a:pt x="1326" y="2080"/>
                  </a:lnTo>
                  <a:lnTo>
                    <a:pt x="1323" y="2084"/>
                  </a:lnTo>
                  <a:lnTo>
                    <a:pt x="1316" y="2086"/>
                  </a:lnTo>
                  <a:lnTo>
                    <a:pt x="1316" y="2082"/>
                  </a:lnTo>
                  <a:lnTo>
                    <a:pt x="1328" y="2009"/>
                  </a:lnTo>
                  <a:lnTo>
                    <a:pt x="1326" y="2002"/>
                  </a:lnTo>
                  <a:lnTo>
                    <a:pt x="1323" y="1990"/>
                  </a:lnTo>
                  <a:lnTo>
                    <a:pt x="1325" y="1979"/>
                  </a:lnTo>
                  <a:lnTo>
                    <a:pt x="1337" y="1937"/>
                  </a:lnTo>
                  <a:lnTo>
                    <a:pt x="1347" y="1894"/>
                  </a:lnTo>
                  <a:lnTo>
                    <a:pt x="1356" y="1847"/>
                  </a:lnTo>
                  <a:lnTo>
                    <a:pt x="1366" y="1801"/>
                  </a:lnTo>
                  <a:lnTo>
                    <a:pt x="1372" y="1771"/>
                  </a:lnTo>
                  <a:lnTo>
                    <a:pt x="1373" y="1740"/>
                  </a:lnTo>
                  <a:lnTo>
                    <a:pt x="1375" y="1710"/>
                  </a:lnTo>
                  <a:lnTo>
                    <a:pt x="1379" y="1682"/>
                  </a:lnTo>
                  <a:lnTo>
                    <a:pt x="1344" y="1669"/>
                  </a:lnTo>
                  <a:lnTo>
                    <a:pt x="1314" y="1649"/>
                  </a:lnTo>
                  <a:lnTo>
                    <a:pt x="1290" y="1623"/>
                  </a:lnTo>
                  <a:lnTo>
                    <a:pt x="1270" y="1595"/>
                  </a:lnTo>
                  <a:lnTo>
                    <a:pt x="1263" y="1579"/>
                  </a:lnTo>
                  <a:lnTo>
                    <a:pt x="1258" y="1564"/>
                  </a:lnTo>
                  <a:lnTo>
                    <a:pt x="1253" y="1546"/>
                  </a:lnTo>
                  <a:lnTo>
                    <a:pt x="1246" y="1532"/>
                  </a:lnTo>
                  <a:lnTo>
                    <a:pt x="1235" y="1522"/>
                  </a:lnTo>
                  <a:lnTo>
                    <a:pt x="1232" y="1518"/>
                  </a:lnTo>
                  <a:lnTo>
                    <a:pt x="1227" y="1518"/>
                  </a:lnTo>
                  <a:lnTo>
                    <a:pt x="1223" y="1517"/>
                  </a:lnTo>
                  <a:lnTo>
                    <a:pt x="1220" y="1513"/>
                  </a:lnTo>
                  <a:lnTo>
                    <a:pt x="1216" y="1510"/>
                  </a:lnTo>
                  <a:lnTo>
                    <a:pt x="1220" y="1503"/>
                  </a:lnTo>
                  <a:lnTo>
                    <a:pt x="1220" y="1497"/>
                  </a:lnTo>
                  <a:lnTo>
                    <a:pt x="1220" y="1490"/>
                  </a:lnTo>
                  <a:lnTo>
                    <a:pt x="1220" y="1483"/>
                  </a:lnTo>
                  <a:lnTo>
                    <a:pt x="1229" y="1478"/>
                  </a:lnTo>
                  <a:lnTo>
                    <a:pt x="1235" y="1473"/>
                  </a:lnTo>
                  <a:lnTo>
                    <a:pt x="1244" y="1468"/>
                  </a:lnTo>
                  <a:lnTo>
                    <a:pt x="1244" y="1464"/>
                  </a:lnTo>
                  <a:lnTo>
                    <a:pt x="1235" y="1464"/>
                  </a:lnTo>
                  <a:lnTo>
                    <a:pt x="1230" y="1463"/>
                  </a:lnTo>
                  <a:lnTo>
                    <a:pt x="1225" y="1463"/>
                  </a:lnTo>
                  <a:lnTo>
                    <a:pt x="1220" y="1461"/>
                  </a:lnTo>
                  <a:lnTo>
                    <a:pt x="1227" y="1445"/>
                  </a:lnTo>
                  <a:lnTo>
                    <a:pt x="1232" y="1429"/>
                  </a:lnTo>
                  <a:lnTo>
                    <a:pt x="1239" y="1414"/>
                  </a:lnTo>
                  <a:lnTo>
                    <a:pt x="1251" y="1401"/>
                  </a:lnTo>
                  <a:lnTo>
                    <a:pt x="1265" y="1389"/>
                  </a:lnTo>
                  <a:lnTo>
                    <a:pt x="1277" y="1375"/>
                  </a:lnTo>
                  <a:lnTo>
                    <a:pt x="1276" y="1365"/>
                  </a:lnTo>
                  <a:lnTo>
                    <a:pt x="1276" y="1351"/>
                  </a:lnTo>
                  <a:lnTo>
                    <a:pt x="1274" y="1337"/>
                  </a:lnTo>
                  <a:lnTo>
                    <a:pt x="1269" y="1328"/>
                  </a:lnTo>
                  <a:lnTo>
                    <a:pt x="1262" y="1318"/>
                  </a:lnTo>
                  <a:lnTo>
                    <a:pt x="1255" y="1307"/>
                  </a:lnTo>
                  <a:lnTo>
                    <a:pt x="1248" y="1307"/>
                  </a:lnTo>
                  <a:lnTo>
                    <a:pt x="1246" y="1309"/>
                  </a:lnTo>
                  <a:lnTo>
                    <a:pt x="1244" y="1311"/>
                  </a:lnTo>
                  <a:lnTo>
                    <a:pt x="1242" y="1312"/>
                  </a:lnTo>
                  <a:lnTo>
                    <a:pt x="1239" y="1314"/>
                  </a:lnTo>
                  <a:lnTo>
                    <a:pt x="1241" y="1318"/>
                  </a:lnTo>
                  <a:lnTo>
                    <a:pt x="1241" y="1321"/>
                  </a:lnTo>
                  <a:lnTo>
                    <a:pt x="1241" y="1321"/>
                  </a:lnTo>
                  <a:lnTo>
                    <a:pt x="1241" y="1323"/>
                  </a:lnTo>
                  <a:lnTo>
                    <a:pt x="1241" y="1323"/>
                  </a:lnTo>
                  <a:lnTo>
                    <a:pt x="1239" y="1326"/>
                  </a:lnTo>
                  <a:lnTo>
                    <a:pt x="1237" y="1326"/>
                  </a:lnTo>
                  <a:lnTo>
                    <a:pt x="1235" y="1328"/>
                  </a:lnTo>
                  <a:lnTo>
                    <a:pt x="1234" y="1328"/>
                  </a:lnTo>
                  <a:lnTo>
                    <a:pt x="1232" y="1328"/>
                  </a:lnTo>
                  <a:lnTo>
                    <a:pt x="1229" y="1330"/>
                  </a:lnTo>
                  <a:lnTo>
                    <a:pt x="1220" y="1323"/>
                  </a:lnTo>
                  <a:lnTo>
                    <a:pt x="1204" y="1314"/>
                  </a:lnTo>
                  <a:lnTo>
                    <a:pt x="1188" y="1305"/>
                  </a:lnTo>
                  <a:lnTo>
                    <a:pt x="1173" y="1298"/>
                  </a:lnTo>
                  <a:lnTo>
                    <a:pt x="1162" y="1295"/>
                  </a:lnTo>
                  <a:lnTo>
                    <a:pt x="1153" y="1274"/>
                  </a:lnTo>
                  <a:lnTo>
                    <a:pt x="1145" y="1262"/>
                  </a:lnTo>
                  <a:lnTo>
                    <a:pt x="1136" y="1253"/>
                  </a:lnTo>
                  <a:lnTo>
                    <a:pt x="1127" y="1250"/>
                  </a:lnTo>
                  <a:lnTo>
                    <a:pt x="1113" y="1246"/>
                  </a:lnTo>
                  <a:lnTo>
                    <a:pt x="1098" y="1241"/>
                  </a:lnTo>
                  <a:lnTo>
                    <a:pt x="1078" y="1234"/>
                  </a:lnTo>
                  <a:lnTo>
                    <a:pt x="1066" y="1225"/>
                  </a:lnTo>
                  <a:lnTo>
                    <a:pt x="1056" y="1216"/>
                  </a:lnTo>
                  <a:lnTo>
                    <a:pt x="1040" y="1209"/>
                  </a:lnTo>
                  <a:lnTo>
                    <a:pt x="1030" y="1209"/>
                  </a:lnTo>
                  <a:lnTo>
                    <a:pt x="1023" y="1213"/>
                  </a:lnTo>
                  <a:lnTo>
                    <a:pt x="1017" y="1216"/>
                  </a:lnTo>
                  <a:lnTo>
                    <a:pt x="1010" y="1220"/>
                  </a:lnTo>
                  <a:lnTo>
                    <a:pt x="1002" y="1218"/>
                  </a:lnTo>
                  <a:lnTo>
                    <a:pt x="998" y="1216"/>
                  </a:lnTo>
                  <a:lnTo>
                    <a:pt x="995" y="1213"/>
                  </a:lnTo>
                  <a:lnTo>
                    <a:pt x="991" y="1209"/>
                  </a:lnTo>
                  <a:lnTo>
                    <a:pt x="986" y="1204"/>
                  </a:lnTo>
                  <a:lnTo>
                    <a:pt x="982" y="1201"/>
                  </a:lnTo>
                  <a:lnTo>
                    <a:pt x="979" y="1199"/>
                  </a:lnTo>
                  <a:lnTo>
                    <a:pt x="956" y="1195"/>
                  </a:lnTo>
                  <a:lnTo>
                    <a:pt x="953" y="1192"/>
                  </a:lnTo>
                  <a:lnTo>
                    <a:pt x="949" y="1189"/>
                  </a:lnTo>
                  <a:lnTo>
                    <a:pt x="946" y="1185"/>
                  </a:lnTo>
                  <a:lnTo>
                    <a:pt x="942" y="1182"/>
                  </a:lnTo>
                  <a:lnTo>
                    <a:pt x="941" y="1180"/>
                  </a:lnTo>
                  <a:lnTo>
                    <a:pt x="921" y="1183"/>
                  </a:lnTo>
                  <a:lnTo>
                    <a:pt x="918" y="1182"/>
                  </a:lnTo>
                  <a:lnTo>
                    <a:pt x="913" y="1175"/>
                  </a:lnTo>
                  <a:lnTo>
                    <a:pt x="904" y="1168"/>
                  </a:lnTo>
                  <a:lnTo>
                    <a:pt x="897" y="1159"/>
                  </a:lnTo>
                  <a:lnTo>
                    <a:pt x="890" y="1152"/>
                  </a:lnTo>
                  <a:lnTo>
                    <a:pt x="886" y="1148"/>
                  </a:lnTo>
                  <a:lnTo>
                    <a:pt x="893" y="1126"/>
                  </a:lnTo>
                  <a:lnTo>
                    <a:pt x="874" y="1105"/>
                  </a:lnTo>
                  <a:lnTo>
                    <a:pt x="857" y="1082"/>
                  </a:lnTo>
                  <a:lnTo>
                    <a:pt x="839" y="1058"/>
                  </a:lnTo>
                  <a:lnTo>
                    <a:pt x="822" y="1033"/>
                  </a:lnTo>
                  <a:lnTo>
                    <a:pt x="818" y="1031"/>
                  </a:lnTo>
                  <a:lnTo>
                    <a:pt x="813" y="1030"/>
                  </a:lnTo>
                  <a:lnTo>
                    <a:pt x="810" y="1030"/>
                  </a:lnTo>
                  <a:lnTo>
                    <a:pt x="804" y="1028"/>
                  </a:lnTo>
                  <a:lnTo>
                    <a:pt x="803" y="1026"/>
                  </a:lnTo>
                  <a:lnTo>
                    <a:pt x="796" y="1017"/>
                  </a:lnTo>
                  <a:lnTo>
                    <a:pt x="792" y="1007"/>
                  </a:lnTo>
                  <a:lnTo>
                    <a:pt x="789" y="997"/>
                  </a:lnTo>
                  <a:lnTo>
                    <a:pt x="783" y="986"/>
                  </a:lnTo>
                  <a:lnTo>
                    <a:pt x="775" y="981"/>
                  </a:lnTo>
                  <a:lnTo>
                    <a:pt x="771" y="977"/>
                  </a:lnTo>
                  <a:lnTo>
                    <a:pt x="768" y="974"/>
                  </a:lnTo>
                  <a:lnTo>
                    <a:pt x="764" y="972"/>
                  </a:lnTo>
                  <a:lnTo>
                    <a:pt x="764" y="991"/>
                  </a:lnTo>
                  <a:lnTo>
                    <a:pt x="769" y="998"/>
                  </a:lnTo>
                  <a:lnTo>
                    <a:pt x="780" y="1010"/>
                  </a:lnTo>
                  <a:lnTo>
                    <a:pt x="790" y="1024"/>
                  </a:lnTo>
                  <a:lnTo>
                    <a:pt x="803" y="1042"/>
                  </a:lnTo>
                  <a:lnTo>
                    <a:pt x="813" y="1059"/>
                  </a:lnTo>
                  <a:lnTo>
                    <a:pt x="824" y="1077"/>
                  </a:lnTo>
                  <a:lnTo>
                    <a:pt x="832" y="1093"/>
                  </a:lnTo>
                  <a:lnTo>
                    <a:pt x="836" y="1103"/>
                  </a:lnTo>
                  <a:lnTo>
                    <a:pt x="836" y="1110"/>
                  </a:lnTo>
                  <a:lnTo>
                    <a:pt x="834" y="1113"/>
                  </a:lnTo>
                  <a:lnTo>
                    <a:pt x="832" y="1115"/>
                  </a:lnTo>
                  <a:lnTo>
                    <a:pt x="832" y="1117"/>
                  </a:lnTo>
                  <a:lnTo>
                    <a:pt x="829" y="1119"/>
                  </a:lnTo>
                  <a:lnTo>
                    <a:pt x="829" y="1112"/>
                  </a:lnTo>
                  <a:lnTo>
                    <a:pt x="827" y="1106"/>
                  </a:lnTo>
                  <a:lnTo>
                    <a:pt x="827" y="1103"/>
                  </a:lnTo>
                  <a:lnTo>
                    <a:pt x="825" y="1099"/>
                  </a:lnTo>
                  <a:lnTo>
                    <a:pt x="822" y="1099"/>
                  </a:lnTo>
                  <a:lnTo>
                    <a:pt x="820" y="1099"/>
                  </a:lnTo>
                  <a:lnTo>
                    <a:pt x="818" y="1099"/>
                  </a:lnTo>
                  <a:lnTo>
                    <a:pt x="817" y="1099"/>
                  </a:lnTo>
                  <a:lnTo>
                    <a:pt x="815" y="1099"/>
                  </a:lnTo>
                  <a:lnTo>
                    <a:pt x="810" y="1099"/>
                  </a:lnTo>
                  <a:lnTo>
                    <a:pt x="806" y="1087"/>
                  </a:lnTo>
                  <a:lnTo>
                    <a:pt x="803" y="1075"/>
                  </a:lnTo>
                  <a:lnTo>
                    <a:pt x="797" y="1065"/>
                  </a:lnTo>
                  <a:lnTo>
                    <a:pt x="789" y="1056"/>
                  </a:lnTo>
                  <a:lnTo>
                    <a:pt x="778" y="1049"/>
                  </a:lnTo>
                  <a:lnTo>
                    <a:pt x="768" y="1042"/>
                  </a:lnTo>
                  <a:lnTo>
                    <a:pt x="759" y="1030"/>
                  </a:lnTo>
                  <a:lnTo>
                    <a:pt x="762" y="1028"/>
                  </a:lnTo>
                  <a:lnTo>
                    <a:pt x="764" y="1028"/>
                  </a:lnTo>
                  <a:lnTo>
                    <a:pt x="764" y="1028"/>
                  </a:lnTo>
                  <a:lnTo>
                    <a:pt x="766" y="1028"/>
                  </a:lnTo>
                  <a:lnTo>
                    <a:pt x="766" y="1026"/>
                  </a:lnTo>
                  <a:lnTo>
                    <a:pt x="766" y="1024"/>
                  </a:lnTo>
                  <a:lnTo>
                    <a:pt x="768" y="1023"/>
                  </a:lnTo>
                  <a:lnTo>
                    <a:pt x="755" y="1014"/>
                  </a:lnTo>
                  <a:lnTo>
                    <a:pt x="749" y="1003"/>
                  </a:lnTo>
                  <a:lnTo>
                    <a:pt x="743" y="991"/>
                  </a:lnTo>
                  <a:lnTo>
                    <a:pt x="740" y="977"/>
                  </a:lnTo>
                  <a:lnTo>
                    <a:pt x="733" y="965"/>
                  </a:lnTo>
                  <a:lnTo>
                    <a:pt x="724" y="955"/>
                  </a:lnTo>
                  <a:lnTo>
                    <a:pt x="714" y="949"/>
                  </a:lnTo>
                  <a:lnTo>
                    <a:pt x="701" y="944"/>
                  </a:lnTo>
                  <a:lnTo>
                    <a:pt x="691" y="937"/>
                  </a:lnTo>
                  <a:lnTo>
                    <a:pt x="684" y="928"/>
                  </a:lnTo>
                  <a:lnTo>
                    <a:pt x="680" y="918"/>
                  </a:lnTo>
                  <a:lnTo>
                    <a:pt x="675" y="907"/>
                  </a:lnTo>
                  <a:lnTo>
                    <a:pt x="663" y="890"/>
                  </a:lnTo>
                  <a:lnTo>
                    <a:pt x="653" y="878"/>
                  </a:lnTo>
                  <a:lnTo>
                    <a:pt x="642" y="867"/>
                  </a:lnTo>
                  <a:lnTo>
                    <a:pt x="635" y="855"/>
                  </a:lnTo>
                  <a:lnTo>
                    <a:pt x="630" y="839"/>
                  </a:lnTo>
                  <a:lnTo>
                    <a:pt x="626" y="818"/>
                  </a:lnTo>
                  <a:lnTo>
                    <a:pt x="625" y="789"/>
                  </a:lnTo>
                  <a:lnTo>
                    <a:pt x="625" y="782"/>
                  </a:lnTo>
                  <a:lnTo>
                    <a:pt x="626" y="768"/>
                  </a:lnTo>
                  <a:lnTo>
                    <a:pt x="626" y="749"/>
                  </a:lnTo>
                  <a:lnTo>
                    <a:pt x="626" y="726"/>
                  </a:lnTo>
                  <a:lnTo>
                    <a:pt x="626" y="705"/>
                  </a:lnTo>
                  <a:lnTo>
                    <a:pt x="628" y="688"/>
                  </a:lnTo>
                  <a:lnTo>
                    <a:pt x="630" y="677"/>
                  </a:lnTo>
                  <a:lnTo>
                    <a:pt x="635" y="675"/>
                  </a:lnTo>
                  <a:lnTo>
                    <a:pt x="639" y="675"/>
                  </a:lnTo>
                  <a:lnTo>
                    <a:pt x="642" y="675"/>
                  </a:lnTo>
                  <a:lnTo>
                    <a:pt x="646" y="675"/>
                  </a:lnTo>
                  <a:lnTo>
                    <a:pt x="649" y="677"/>
                  </a:lnTo>
                  <a:lnTo>
                    <a:pt x="651" y="681"/>
                  </a:lnTo>
                  <a:lnTo>
                    <a:pt x="654" y="684"/>
                  </a:lnTo>
                  <a:lnTo>
                    <a:pt x="656" y="688"/>
                  </a:lnTo>
                  <a:lnTo>
                    <a:pt x="656" y="668"/>
                  </a:lnTo>
                  <a:lnTo>
                    <a:pt x="644" y="654"/>
                  </a:lnTo>
                  <a:lnTo>
                    <a:pt x="630" y="640"/>
                  </a:lnTo>
                  <a:lnTo>
                    <a:pt x="614" y="630"/>
                  </a:lnTo>
                  <a:lnTo>
                    <a:pt x="614" y="639"/>
                  </a:lnTo>
                  <a:lnTo>
                    <a:pt x="621" y="644"/>
                  </a:lnTo>
                  <a:lnTo>
                    <a:pt x="628" y="649"/>
                  </a:lnTo>
                  <a:lnTo>
                    <a:pt x="635" y="654"/>
                  </a:lnTo>
                  <a:lnTo>
                    <a:pt x="640" y="661"/>
                  </a:lnTo>
                  <a:lnTo>
                    <a:pt x="640" y="665"/>
                  </a:lnTo>
                  <a:lnTo>
                    <a:pt x="639" y="665"/>
                  </a:lnTo>
                  <a:lnTo>
                    <a:pt x="639" y="667"/>
                  </a:lnTo>
                  <a:lnTo>
                    <a:pt x="639" y="667"/>
                  </a:lnTo>
                  <a:lnTo>
                    <a:pt x="637" y="668"/>
                  </a:lnTo>
                  <a:lnTo>
                    <a:pt x="633" y="670"/>
                  </a:lnTo>
                  <a:lnTo>
                    <a:pt x="632" y="672"/>
                  </a:lnTo>
                  <a:lnTo>
                    <a:pt x="626" y="672"/>
                  </a:lnTo>
                  <a:lnTo>
                    <a:pt x="621" y="672"/>
                  </a:lnTo>
                  <a:lnTo>
                    <a:pt x="619" y="672"/>
                  </a:lnTo>
                  <a:lnTo>
                    <a:pt x="619" y="670"/>
                  </a:lnTo>
                  <a:lnTo>
                    <a:pt x="618" y="670"/>
                  </a:lnTo>
                  <a:lnTo>
                    <a:pt x="618" y="670"/>
                  </a:lnTo>
                  <a:lnTo>
                    <a:pt x="614" y="668"/>
                  </a:lnTo>
                  <a:lnTo>
                    <a:pt x="602" y="653"/>
                  </a:lnTo>
                  <a:lnTo>
                    <a:pt x="591" y="637"/>
                  </a:lnTo>
                  <a:lnTo>
                    <a:pt x="583" y="619"/>
                  </a:lnTo>
                  <a:lnTo>
                    <a:pt x="591" y="619"/>
                  </a:lnTo>
                  <a:lnTo>
                    <a:pt x="595" y="621"/>
                  </a:lnTo>
                  <a:lnTo>
                    <a:pt x="598" y="621"/>
                  </a:lnTo>
                  <a:lnTo>
                    <a:pt x="602" y="621"/>
                  </a:lnTo>
                  <a:lnTo>
                    <a:pt x="605" y="619"/>
                  </a:lnTo>
                  <a:lnTo>
                    <a:pt x="591" y="614"/>
                  </a:lnTo>
                  <a:lnTo>
                    <a:pt x="583" y="606"/>
                  </a:lnTo>
                  <a:lnTo>
                    <a:pt x="576" y="595"/>
                  </a:lnTo>
                  <a:lnTo>
                    <a:pt x="570" y="583"/>
                  </a:lnTo>
                  <a:lnTo>
                    <a:pt x="567" y="571"/>
                  </a:lnTo>
                  <a:lnTo>
                    <a:pt x="562" y="560"/>
                  </a:lnTo>
                  <a:lnTo>
                    <a:pt x="555" y="551"/>
                  </a:lnTo>
                  <a:lnTo>
                    <a:pt x="544" y="546"/>
                  </a:lnTo>
                  <a:lnTo>
                    <a:pt x="548" y="523"/>
                  </a:lnTo>
                  <a:lnTo>
                    <a:pt x="536" y="510"/>
                  </a:lnTo>
                  <a:lnTo>
                    <a:pt x="525" y="494"/>
                  </a:lnTo>
                  <a:lnTo>
                    <a:pt x="516" y="478"/>
                  </a:lnTo>
                  <a:lnTo>
                    <a:pt x="504" y="462"/>
                  </a:lnTo>
                  <a:lnTo>
                    <a:pt x="490" y="450"/>
                  </a:lnTo>
                  <a:lnTo>
                    <a:pt x="471" y="441"/>
                  </a:lnTo>
                  <a:lnTo>
                    <a:pt x="448" y="436"/>
                  </a:lnTo>
                  <a:lnTo>
                    <a:pt x="429" y="427"/>
                  </a:lnTo>
                  <a:lnTo>
                    <a:pt x="415" y="415"/>
                  </a:lnTo>
                  <a:lnTo>
                    <a:pt x="399" y="401"/>
                  </a:lnTo>
                  <a:lnTo>
                    <a:pt x="384" y="393"/>
                  </a:lnTo>
                  <a:lnTo>
                    <a:pt x="352" y="393"/>
                  </a:lnTo>
                  <a:lnTo>
                    <a:pt x="342" y="387"/>
                  </a:lnTo>
                  <a:lnTo>
                    <a:pt x="333" y="380"/>
                  </a:lnTo>
                  <a:lnTo>
                    <a:pt x="323" y="375"/>
                  </a:lnTo>
                  <a:lnTo>
                    <a:pt x="307" y="373"/>
                  </a:lnTo>
                  <a:lnTo>
                    <a:pt x="307" y="396"/>
                  </a:lnTo>
                  <a:lnTo>
                    <a:pt x="289" y="405"/>
                  </a:lnTo>
                  <a:lnTo>
                    <a:pt x="274" y="414"/>
                  </a:lnTo>
                  <a:lnTo>
                    <a:pt x="253" y="419"/>
                  </a:lnTo>
                  <a:lnTo>
                    <a:pt x="258" y="403"/>
                  </a:lnTo>
                  <a:lnTo>
                    <a:pt x="265" y="387"/>
                  </a:lnTo>
                  <a:lnTo>
                    <a:pt x="275" y="373"/>
                  </a:lnTo>
                  <a:lnTo>
                    <a:pt x="284" y="358"/>
                  </a:lnTo>
                  <a:lnTo>
                    <a:pt x="275" y="358"/>
                  </a:lnTo>
                  <a:lnTo>
                    <a:pt x="275" y="361"/>
                  </a:lnTo>
                  <a:lnTo>
                    <a:pt x="262" y="372"/>
                  </a:lnTo>
                  <a:lnTo>
                    <a:pt x="251" y="386"/>
                  </a:lnTo>
                  <a:lnTo>
                    <a:pt x="244" y="401"/>
                  </a:lnTo>
                  <a:lnTo>
                    <a:pt x="239" y="417"/>
                  </a:lnTo>
                  <a:lnTo>
                    <a:pt x="232" y="434"/>
                  </a:lnTo>
                  <a:lnTo>
                    <a:pt x="221" y="450"/>
                  </a:lnTo>
                  <a:lnTo>
                    <a:pt x="214" y="457"/>
                  </a:lnTo>
                  <a:lnTo>
                    <a:pt x="200" y="468"/>
                  </a:lnTo>
                  <a:lnTo>
                    <a:pt x="183" y="478"/>
                  </a:lnTo>
                  <a:lnTo>
                    <a:pt x="162" y="490"/>
                  </a:lnTo>
                  <a:lnTo>
                    <a:pt x="141" y="504"/>
                  </a:lnTo>
                  <a:lnTo>
                    <a:pt x="120" y="517"/>
                  </a:lnTo>
                  <a:lnTo>
                    <a:pt x="99" y="527"/>
                  </a:lnTo>
                  <a:lnTo>
                    <a:pt x="83" y="534"/>
                  </a:lnTo>
                  <a:lnTo>
                    <a:pt x="73" y="537"/>
                  </a:lnTo>
                  <a:lnTo>
                    <a:pt x="73" y="534"/>
                  </a:lnTo>
                  <a:lnTo>
                    <a:pt x="77" y="534"/>
                  </a:lnTo>
                  <a:lnTo>
                    <a:pt x="89" y="522"/>
                  </a:lnTo>
                  <a:lnTo>
                    <a:pt x="104" y="511"/>
                  </a:lnTo>
                  <a:lnTo>
                    <a:pt x="122" y="501"/>
                  </a:lnTo>
                  <a:lnTo>
                    <a:pt x="139" y="490"/>
                  </a:lnTo>
                  <a:lnTo>
                    <a:pt x="155" y="478"/>
                  </a:lnTo>
                  <a:lnTo>
                    <a:pt x="167" y="464"/>
                  </a:lnTo>
                  <a:lnTo>
                    <a:pt x="176" y="448"/>
                  </a:lnTo>
                  <a:lnTo>
                    <a:pt x="179" y="427"/>
                  </a:lnTo>
                  <a:lnTo>
                    <a:pt x="166" y="431"/>
                  </a:lnTo>
                  <a:lnTo>
                    <a:pt x="157" y="434"/>
                  </a:lnTo>
                  <a:lnTo>
                    <a:pt x="145" y="438"/>
                  </a:lnTo>
                  <a:lnTo>
                    <a:pt x="145" y="434"/>
                  </a:lnTo>
                  <a:lnTo>
                    <a:pt x="145" y="431"/>
                  </a:lnTo>
                  <a:lnTo>
                    <a:pt x="145" y="431"/>
                  </a:lnTo>
                  <a:lnTo>
                    <a:pt x="143" y="429"/>
                  </a:lnTo>
                  <a:lnTo>
                    <a:pt x="143" y="429"/>
                  </a:lnTo>
                  <a:lnTo>
                    <a:pt x="141" y="429"/>
                  </a:lnTo>
                  <a:lnTo>
                    <a:pt x="138" y="427"/>
                  </a:lnTo>
                  <a:lnTo>
                    <a:pt x="136" y="429"/>
                  </a:lnTo>
                  <a:lnTo>
                    <a:pt x="134" y="431"/>
                  </a:lnTo>
                  <a:lnTo>
                    <a:pt x="132" y="433"/>
                  </a:lnTo>
                  <a:lnTo>
                    <a:pt x="131" y="433"/>
                  </a:lnTo>
                  <a:lnTo>
                    <a:pt x="127" y="434"/>
                  </a:lnTo>
                  <a:lnTo>
                    <a:pt x="122" y="434"/>
                  </a:lnTo>
                  <a:lnTo>
                    <a:pt x="120" y="424"/>
                  </a:lnTo>
                  <a:lnTo>
                    <a:pt x="115" y="410"/>
                  </a:lnTo>
                  <a:lnTo>
                    <a:pt x="111" y="400"/>
                  </a:lnTo>
                  <a:lnTo>
                    <a:pt x="108" y="403"/>
                  </a:lnTo>
                  <a:lnTo>
                    <a:pt x="106" y="405"/>
                  </a:lnTo>
                  <a:lnTo>
                    <a:pt x="104" y="405"/>
                  </a:lnTo>
                  <a:lnTo>
                    <a:pt x="101" y="405"/>
                  </a:lnTo>
                  <a:lnTo>
                    <a:pt x="99" y="403"/>
                  </a:lnTo>
                  <a:lnTo>
                    <a:pt x="82" y="391"/>
                  </a:lnTo>
                  <a:lnTo>
                    <a:pt x="68" y="373"/>
                  </a:lnTo>
                  <a:lnTo>
                    <a:pt x="57" y="354"/>
                  </a:lnTo>
                  <a:lnTo>
                    <a:pt x="63" y="344"/>
                  </a:lnTo>
                  <a:lnTo>
                    <a:pt x="68" y="331"/>
                  </a:lnTo>
                  <a:lnTo>
                    <a:pt x="73" y="321"/>
                  </a:lnTo>
                  <a:lnTo>
                    <a:pt x="80" y="312"/>
                  </a:lnTo>
                  <a:lnTo>
                    <a:pt x="92" y="305"/>
                  </a:lnTo>
                  <a:lnTo>
                    <a:pt x="103" y="302"/>
                  </a:lnTo>
                  <a:lnTo>
                    <a:pt x="113" y="297"/>
                  </a:lnTo>
                  <a:lnTo>
                    <a:pt x="120" y="290"/>
                  </a:lnTo>
                  <a:lnTo>
                    <a:pt x="125" y="279"/>
                  </a:lnTo>
                  <a:lnTo>
                    <a:pt x="125" y="262"/>
                  </a:lnTo>
                  <a:lnTo>
                    <a:pt x="127" y="260"/>
                  </a:lnTo>
                  <a:lnTo>
                    <a:pt x="129" y="260"/>
                  </a:lnTo>
                  <a:lnTo>
                    <a:pt x="129" y="258"/>
                  </a:lnTo>
                  <a:lnTo>
                    <a:pt x="129" y="256"/>
                  </a:lnTo>
                  <a:lnTo>
                    <a:pt x="131" y="255"/>
                  </a:lnTo>
                  <a:lnTo>
                    <a:pt x="115" y="255"/>
                  </a:lnTo>
                  <a:lnTo>
                    <a:pt x="111" y="258"/>
                  </a:lnTo>
                  <a:lnTo>
                    <a:pt x="110" y="260"/>
                  </a:lnTo>
                  <a:lnTo>
                    <a:pt x="108" y="262"/>
                  </a:lnTo>
                  <a:lnTo>
                    <a:pt x="104" y="263"/>
                  </a:lnTo>
                  <a:lnTo>
                    <a:pt x="101" y="265"/>
                  </a:lnTo>
                  <a:lnTo>
                    <a:pt x="96" y="265"/>
                  </a:lnTo>
                  <a:lnTo>
                    <a:pt x="85" y="262"/>
                  </a:lnTo>
                  <a:lnTo>
                    <a:pt x="70" y="256"/>
                  </a:lnTo>
                  <a:lnTo>
                    <a:pt x="52" y="253"/>
                  </a:lnTo>
                  <a:lnTo>
                    <a:pt x="38" y="246"/>
                  </a:lnTo>
                  <a:lnTo>
                    <a:pt x="35" y="220"/>
                  </a:lnTo>
                  <a:lnTo>
                    <a:pt x="42" y="220"/>
                  </a:lnTo>
                  <a:lnTo>
                    <a:pt x="45" y="218"/>
                  </a:lnTo>
                  <a:lnTo>
                    <a:pt x="50" y="216"/>
                  </a:lnTo>
                  <a:lnTo>
                    <a:pt x="54" y="215"/>
                  </a:lnTo>
                  <a:lnTo>
                    <a:pt x="57" y="215"/>
                  </a:lnTo>
                  <a:lnTo>
                    <a:pt x="61" y="211"/>
                  </a:lnTo>
                  <a:lnTo>
                    <a:pt x="64" y="208"/>
                  </a:lnTo>
                  <a:lnTo>
                    <a:pt x="63" y="206"/>
                  </a:lnTo>
                  <a:lnTo>
                    <a:pt x="63" y="206"/>
                  </a:lnTo>
                  <a:lnTo>
                    <a:pt x="63" y="204"/>
                  </a:lnTo>
                  <a:lnTo>
                    <a:pt x="63" y="204"/>
                  </a:lnTo>
                  <a:lnTo>
                    <a:pt x="61" y="201"/>
                  </a:lnTo>
                  <a:lnTo>
                    <a:pt x="77" y="201"/>
                  </a:lnTo>
                  <a:lnTo>
                    <a:pt x="78" y="199"/>
                  </a:lnTo>
                  <a:lnTo>
                    <a:pt x="80" y="199"/>
                  </a:lnTo>
                  <a:lnTo>
                    <a:pt x="82" y="197"/>
                  </a:lnTo>
                  <a:lnTo>
                    <a:pt x="83" y="197"/>
                  </a:lnTo>
                  <a:lnTo>
                    <a:pt x="87" y="197"/>
                  </a:lnTo>
                  <a:lnTo>
                    <a:pt x="92" y="202"/>
                  </a:lnTo>
                  <a:lnTo>
                    <a:pt x="97" y="206"/>
                  </a:lnTo>
                  <a:lnTo>
                    <a:pt x="103" y="211"/>
                  </a:lnTo>
                  <a:lnTo>
                    <a:pt x="106" y="216"/>
                  </a:lnTo>
                  <a:lnTo>
                    <a:pt x="118" y="211"/>
                  </a:lnTo>
                  <a:lnTo>
                    <a:pt x="118" y="204"/>
                  </a:lnTo>
                  <a:lnTo>
                    <a:pt x="115" y="199"/>
                  </a:lnTo>
                  <a:lnTo>
                    <a:pt x="113" y="194"/>
                  </a:lnTo>
                  <a:lnTo>
                    <a:pt x="111" y="188"/>
                  </a:lnTo>
                  <a:lnTo>
                    <a:pt x="110" y="183"/>
                  </a:lnTo>
                  <a:lnTo>
                    <a:pt x="106" y="178"/>
                  </a:lnTo>
                  <a:lnTo>
                    <a:pt x="94" y="164"/>
                  </a:lnTo>
                  <a:lnTo>
                    <a:pt x="80" y="153"/>
                  </a:lnTo>
                  <a:lnTo>
                    <a:pt x="64" y="143"/>
                  </a:lnTo>
                  <a:lnTo>
                    <a:pt x="50" y="133"/>
                  </a:lnTo>
                  <a:lnTo>
                    <a:pt x="42" y="117"/>
                  </a:lnTo>
                  <a:lnTo>
                    <a:pt x="45" y="112"/>
                  </a:lnTo>
                  <a:lnTo>
                    <a:pt x="47" y="106"/>
                  </a:lnTo>
                  <a:lnTo>
                    <a:pt x="49" y="101"/>
                  </a:lnTo>
                  <a:lnTo>
                    <a:pt x="70" y="103"/>
                  </a:lnTo>
                  <a:lnTo>
                    <a:pt x="90" y="101"/>
                  </a:lnTo>
                  <a:lnTo>
                    <a:pt x="106" y="92"/>
                  </a:lnTo>
                  <a:lnTo>
                    <a:pt x="111" y="80"/>
                  </a:lnTo>
                  <a:lnTo>
                    <a:pt x="115" y="68"/>
                  </a:lnTo>
                  <a:lnTo>
                    <a:pt x="118" y="57"/>
                  </a:lnTo>
                  <a:lnTo>
                    <a:pt x="131" y="47"/>
                  </a:lnTo>
                  <a:lnTo>
                    <a:pt x="148" y="38"/>
                  </a:lnTo>
                  <a:lnTo>
                    <a:pt x="167" y="33"/>
                  </a:lnTo>
                  <a:lnTo>
                    <a:pt x="183" y="26"/>
                  </a:lnTo>
                  <a:lnTo>
                    <a:pt x="199" y="16"/>
                  </a:lnTo>
                  <a:lnTo>
                    <a:pt x="204" y="19"/>
                  </a:lnTo>
                  <a:lnTo>
                    <a:pt x="207" y="21"/>
                  </a:lnTo>
                  <a:lnTo>
                    <a:pt x="207" y="24"/>
                  </a:lnTo>
                  <a:lnTo>
                    <a:pt x="209" y="26"/>
                  </a:lnTo>
                  <a:lnTo>
                    <a:pt x="209" y="30"/>
                  </a:lnTo>
                  <a:lnTo>
                    <a:pt x="211" y="31"/>
                  </a:lnTo>
                  <a:lnTo>
                    <a:pt x="214" y="35"/>
                  </a:lnTo>
                  <a:lnTo>
                    <a:pt x="218" y="38"/>
                  </a:lnTo>
                  <a:lnTo>
                    <a:pt x="223" y="38"/>
                  </a:lnTo>
                  <a:lnTo>
                    <a:pt x="227" y="38"/>
                  </a:lnTo>
                  <a:lnTo>
                    <a:pt x="230" y="37"/>
                  </a:lnTo>
                  <a:lnTo>
                    <a:pt x="234" y="35"/>
                  </a:lnTo>
                  <a:lnTo>
                    <a:pt x="237" y="35"/>
                  </a:lnTo>
                  <a:lnTo>
                    <a:pt x="241" y="35"/>
                  </a:lnTo>
                  <a:lnTo>
                    <a:pt x="244" y="37"/>
                  </a:lnTo>
                  <a:lnTo>
                    <a:pt x="248" y="40"/>
                  </a:lnTo>
                  <a:lnTo>
                    <a:pt x="253" y="45"/>
                  </a:lnTo>
                  <a:lnTo>
                    <a:pt x="256" y="49"/>
                  </a:lnTo>
                  <a:lnTo>
                    <a:pt x="260" y="52"/>
                  </a:lnTo>
                  <a:lnTo>
                    <a:pt x="265" y="54"/>
                  </a:lnTo>
                  <a:lnTo>
                    <a:pt x="270" y="56"/>
                  </a:lnTo>
                  <a:lnTo>
                    <a:pt x="275" y="54"/>
                  </a:lnTo>
                  <a:lnTo>
                    <a:pt x="279" y="54"/>
                  </a:lnTo>
                  <a:lnTo>
                    <a:pt x="282" y="52"/>
                  </a:lnTo>
                  <a:lnTo>
                    <a:pt x="288" y="50"/>
                  </a:lnTo>
                  <a:lnTo>
                    <a:pt x="291" y="50"/>
                  </a:lnTo>
                  <a:lnTo>
                    <a:pt x="302" y="54"/>
                  </a:lnTo>
                  <a:lnTo>
                    <a:pt x="317" y="59"/>
                  </a:lnTo>
                  <a:lnTo>
                    <a:pt x="331" y="66"/>
                  </a:lnTo>
                  <a:lnTo>
                    <a:pt x="345" y="70"/>
                  </a:lnTo>
                  <a:lnTo>
                    <a:pt x="375" y="66"/>
                  </a:lnTo>
                  <a:lnTo>
                    <a:pt x="394" y="75"/>
                  </a:lnTo>
                  <a:lnTo>
                    <a:pt x="412" y="87"/>
                  </a:lnTo>
                  <a:lnTo>
                    <a:pt x="429" y="98"/>
                  </a:lnTo>
                  <a:lnTo>
                    <a:pt x="448" y="108"/>
                  </a:lnTo>
                  <a:lnTo>
                    <a:pt x="471" y="112"/>
                  </a:lnTo>
                  <a:lnTo>
                    <a:pt x="471" y="105"/>
                  </a:lnTo>
                  <a:lnTo>
                    <a:pt x="466" y="99"/>
                  </a:lnTo>
                  <a:lnTo>
                    <a:pt x="461" y="92"/>
                  </a:lnTo>
                  <a:lnTo>
                    <a:pt x="455" y="85"/>
                  </a:lnTo>
                  <a:lnTo>
                    <a:pt x="452" y="77"/>
                  </a:lnTo>
                  <a:lnTo>
                    <a:pt x="473" y="75"/>
                  </a:lnTo>
                  <a:lnTo>
                    <a:pt x="487" y="71"/>
                  </a:lnTo>
                  <a:lnTo>
                    <a:pt x="499" y="64"/>
                  </a:lnTo>
                  <a:lnTo>
                    <a:pt x="509" y="57"/>
                  </a:lnTo>
                  <a:lnTo>
                    <a:pt x="520" y="49"/>
                  </a:lnTo>
                  <a:lnTo>
                    <a:pt x="532" y="43"/>
                  </a:lnTo>
                  <a:lnTo>
                    <a:pt x="548" y="40"/>
                  </a:lnTo>
                  <a:lnTo>
                    <a:pt x="551" y="42"/>
                  </a:lnTo>
                  <a:lnTo>
                    <a:pt x="557" y="43"/>
                  </a:lnTo>
                  <a:lnTo>
                    <a:pt x="560" y="45"/>
                  </a:lnTo>
                  <a:lnTo>
                    <a:pt x="563" y="47"/>
                  </a:lnTo>
                  <a:lnTo>
                    <a:pt x="557" y="47"/>
                  </a:lnTo>
                  <a:lnTo>
                    <a:pt x="539" y="61"/>
                  </a:lnTo>
                  <a:lnTo>
                    <a:pt x="520" y="73"/>
                  </a:lnTo>
                  <a:lnTo>
                    <a:pt x="499" y="82"/>
                  </a:lnTo>
                  <a:lnTo>
                    <a:pt x="499" y="89"/>
                  </a:lnTo>
                  <a:lnTo>
                    <a:pt x="518" y="92"/>
                  </a:lnTo>
                  <a:lnTo>
                    <a:pt x="527" y="82"/>
                  </a:lnTo>
                  <a:lnTo>
                    <a:pt x="536" y="77"/>
                  </a:lnTo>
                  <a:lnTo>
                    <a:pt x="548" y="75"/>
                  </a:lnTo>
                  <a:lnTo>
                    <a:pt x="560" y="75"/>
                  </a:lnTo>
                  <a:lnTo>
                    <a:pt x="576" y="73"/>
                  </a:lnTo>
                  <a:lnTo>
                    <a:pt x="577" y="68"/>
                  </a:lnTo>
                  <a:lnTo>
                    <a:pt x="579" y="63"/>
                  </a:lnTo>
                  <a:lnTo>
                    <a:pt x="583" y="57"/>
                  </a:lnTo>
                  <a:lnTo>
                    <a:pt x="586" y="54"/>
                  </a:lnTo>
                  <a:lnTo>
                    <a:pt x="591" y="66"/>
                  </a:lnTo>
                  <a:lnTo>
                    <a:pt x="597" y="75"/>
                  </a:lnTo>
                  <a:lnTo>
                    <a:pt x="605" y="82"/>
                  </a:lnTo>
                  <a:lnTo>
                    <a:pt x="618" y="85"/>
                  </a:lnTo>
                  <a:lnTo>
                    <a:pt x="621" y="82"/>
                  </a:lnTo>
                  <a:lnTo>
                    <a:pt x="623" y="80"/>
                  </a:lnTo>
                  <a:lnTo>
                    <a:pt x="626" y="78"/>
                  </a:lnTo>
                  <a:lnTo>
                    <a:pt x="628" y="77"/>
                  </a:lnTo>
                  <a:lnTo>
                    <a:pt x="632" y="77"/>
                  </a:lnTo>
                  <a:lnTo>
                    <a:pt x="633" y="77"/>
                  </a:lnTo>
                  <a:lnTo>
                    <a:pt x="637" y="82"/>
                  </a:lnTo>
                  <a:lnTo>
                    <a:pt x="639" y="85"/>
                  </a:lnTo>
                  <a:lnTo>
                    <a:pt x="640" y="89"/>
                  </a:lnTo>
                  <a:lnTo>
                    <a:pt x="646" y="87"/>
                  </a:lnTo>
                  <a:lnTo>
                    <a:pt x="651" y="84"/>
                  </a:lnTo>
                  <a:lnTo>
                    <a:pt x="654" y="80"/>
                  </a:lnTo>
                  <a:lnTo>
                    <a:pt x="659" y="78"/>
                  </a:lnTo>
                  <a:lnTo>
                    <a:pt x="663" y="77"/>
                  </a:lnTo>
                  <a:lnTo>
                    <a:pt x="682" y="82"/>
                  </a:lnTo>
                  <a:lnTo>
                    <a:pt x="698" y="94"/>
                  </a:lnTo>
                  <a:lnTo>
                    <a:pt x="714" y="106"/>
                  </a:lnTo>
                  <a:lnTo>
                    <a:pt x="729" y="117"/>
                  </a:lnTo>
                  <a:lnTo>
                    <a:pt x="735" y="117"/>
                  </a:lnTo>
                  <a:lnTo>
                    <a:pt x="740" y="117"/>
                  </a:lnTo>
                  <a:lnTo>
                    <a:pt x="743" y="115"/>
                  </a:lnTo>
                  <a:lnTo>
                    <a:pt x="749" y="113"/>
                  </a:lnTo>
                  <a:lnTo>
                    <a:pt x="752" y="112"/>
                  </a:lnTo>
                  <a:lnTo>
                    <a:pt x="755" y="112"/>
                  </a:lnTo>
                  <a:lnTo>
                    <a:pt x="759" y="115"/>
                  </a:lnTo>
                  <a:lnTo>
                    <a:pt x="762" y="119"/>
                  </a:lnTo>
                  <a:lnTo>
                    <a:pt x="766" y="124"/>
                  </a:lnTo>
                  <a:lnTo>
                    <a:pt x="769" y="131"/>
                  </a:lnTo>
                  <a:lnTo>
                    <a:pt x="771" y="134"/>
                  </a:lnTo>
                  <a:lnTo>
                    <a:pt x="768" y="136"/>
                  </a:lnTo>
                  <a:lnTo>
                    <a:pt x="764" y="138"/>
                  </a:lnTo>
                  <a:lnTo>
                    <a:pt x="764" y="138"/>
                  </a:lnTo>
                  <a:lnTo>
                    <a:pt x="762" y="139"/>
                  </a:lnTo>
                  <a:lnTo>
                    <a:pt x="762" y="141"/>
                  </a:lnTo>
                  <a:lnTo>
                    <a:pt x="761" y="143"/>
                  </a:lnTo>
                  <a:lnTo>
                    <a:pt x="759" y="146"/>
                  </a:lnTo>
                  <a:lnTo>
                    <a:pt x="771" y="146"/>
                  </a:lnTo>
                  <a:lnTo>
                    <a:pt x="787" y="148"/>
                  </a:lnTo>
                  <a:lnTo>
                    <a:pt x="803" y="148"/>
                  </a:lnTo>
                  <a:lnTo>
                    <a:pt x="817" y="148"/>
                  </a:lnTo>
                  <a:lnTo>
                    <a:pt x="825" y="150"/>
                  </a:lnTo>
                  <a:lnTo>
                    <a:pt x="834" y="160"/>
                  </a:lnTo>
                  <a:lnTo>
                    <a:pt x="843" y="171"/>
                  </a:lnTo>
                  <a:lnTo>
                    <a:pt x="851" y="181"/>
                  </a:lnTo>
                  <a:lnTo>
                    <a:pt x="851" y="146"/>
                  </a:lnTo>
                  <a:lnTo>
                    <a:pt x="860" y="146"/>
                  </a:lnTo>
                  <a:lnTo>
                    <a:pt x="867" y="146"/>
                  </a:lnTo>
                  <a:lnTo>
                    <a:pt x="872" y="145"/>
                  </a:lnTo>
                  <a:lnTo>
                    <a:pt x="879" y="143"/>
                  </a:lnTo>
                  <a:lnTo>
                    <a:pt x="879" y="139"/>
                  </a:lnTo>
                  <a:lnTo>
                    <a:pt x="848" y="139"/>
                  </a:lnTo>
                  <a:lnTo>
                    <a:pt x="846" y="134"/>
                  </a:lnTo>
                  <a:lnTo>
                    <a:pt x="845" y="133"/>
                  </a:lnTo>
                  <a:lnTo>
                    <a:pt x="843" y="129"/>
                  </a:lnTo>
                  <a:lnTo>
                    <a:pt x="841" y="126"/>
                  </a:lnTo>
                  <a:lnTo>
                    <a:pt x="841" y="120"/>
                  </a:lnTo>
                  <a:lnTo>
                    <a:pt x="845" y="120"/>
                  </a:lnTo>
                  <a:lnTo>
                    <a:pt x="845" y="117"/>
                  </a:lnTo>
                  <a:lnTo>
                    <a:pt x="890" y="112"/>
                  </a:lnTo>
                  <a:lnTo>
                    <a:pt x="890" y="124"/>
                  </a:lnTo>
                  <a:lnTo>
                    <a:pt x="895" y="127"/>
                  </a:lnTo>
                  <a:lnTo>
                    <a:pt x="899" y="133"/>
                  </a:lnTo>
                  <a:lnTo>
                    <a:pt x="902" y="136"/>
                  </a:lnTo>
                  <a:lnTo>
                    <a:pt x="906" y="143"/>
                  </a:lnTo>
                  <a:lnTo>
                    <a:pt x="925" y="143"/>
                  </a:lnTo>
                  <a:lnTo>
                    <a:pt x="937" y="146"/>
                  </a:lnTo>
                  <a:lnTo>
                    <a:pt x="949" y="148"/>
                  </a:lnTo>
                  <a:lnTo>
                    <a:pt x="961" y="150"/>
                  </a:lnTo>
                  <a:lnTo>
                    <a:pt x="979" y="150"/>
                  </a:lnTo>
                  <a:lnTo>
                    <a:pt x="981" y="148"/>
                  </a:lnTo>
                  <a:lnTo>
                    <a:pt x="982" y="146"/>
                  </a:lnTo>
                  <a:lnTo>
                    <a:pt x="984" y="145"/>
                  </a:lnTo>
                  <a:lnTo>
                    <a:pt x="986" y="143"/>
                  </a:lnTo>
                  <a:lnTo>
                    <a:pt x="986" y="131"/>
                  </a:lnTo>
                  <a:lnTo>
                    <a:pt x="1009" y="131"/>
                  </a:lnTo>
                  <a:lnTo>
                    <a:pt x="1016" y="146"/>
                  </a:lnTo>
                  <a:lnTo>
                    <a:pt x="1024" y="162"/>
                  </a:lnTo>
                  <a:lnTo>
                    <a:pt x="1026" y="155"/>
                  </a:lnTo>
                  <a:lnTo>
                    <a:pt x="1026" y="152"/>
                  </a:lnTo>
                  <a:lnTo>
                    <a:pt x="1028" y="146"/>
                  </a:lnTo>
                  <a:lnTo>
                    <a:pt x="1028" y="143"/>
                  </a:lnTo>
                  <a:lnTo>
                    <a:pt x="1040" y="143"/>
                  </a:lnTo>
                  <a:lnTo>
                    <a:pt x="1040" y="129"/>
                  </a:lnTo>
                  <a:lnTo>
                    <a:pt x="1040" y="113"/>
                  </a:lnTo>
                  <a:lnTo>
                    <a:pt x="1042" y="99"/>
                  </a:lnTo>
                  <a:lnTo>
                    <a:pt x="1040" y="92"/>
                  </a:lnTo>
                  <a:lnTo>
                    <a:pt x="1028" y="78"/>
                  </a:lnTo>
                  <a:lnTo>
                    <a:pt x="1019" y="63"/>
                  </a:lnTo>
                  <a:lnTo>
                    <a:pt x="1017" y="45"/>
                  </a:lnTo>
                  <a:lnTo>
                    <a:pt x="1021" y="28"/>
                  </a:lnTo>
                  <a:lnTo>
                    <a:pt x="1033" y="9"/>
                  </a:lnTo>
                  <a:lnTo>
                    <a:pt x="1042" y="5"/>
                  </a:lnTo>
                  <a:lnTo>
                    <a:pt x="1052" y="2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3175" cap="rnd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2" name="Freeform 311"/>
            <p:cNvSpPr>
              <a:spLocks noEditPoints="1"/>
            </p:cNvSpPr>
            <p:nvPr/>
          </p:nvSpPr>
          <p:spPr bwMode="auto">
            <a:xfrm>
              <a:off x="1597819" y="1173162"/>
              <a:ext cx="2600325" cy="1519238"/>
            </a:xfrm>
            <a:custGeom>
              <a:avLst/>
              <a:gdLst>
                <a:gd name="T0" fmla="*/ 273 w 1638"/>
                <a:gd name="T1" fmla="*/ 613 h 957"/>
                <a:gd name="T2" fmla="*/ 102 w 1638"/>
                <a:gd name="T3" fmla="*/ 506 h 957"/>
                <a:gd name="T4" fmla="*/ 219 w 1638"/>
                <a:gd name="T5" fmla="*/ 485 h 957"/>
                <a:gd name="T6" fmla="*/ 562 w 1638"/>
                <a:gd name="T7" fmla="*/ 430 h 957"/>
                <a:gd name="T8" fmla="*/ 665 w 1638"/>
                <a:gd name="T9" fmla="*/ 492 h 957"/>
                <a:gd name="T10" fmla="*/ 704 w 1638"/>
                <a:gd name="T11" fmla="*/ 499 h 957"/>
                <a:gd name="T12" fmla="*/ 857 w 1638"/>
                <a:gd name="T13" fmla="*/ 672 h 957"/>
                <a:gd name="T14" fmla="*/ 833 w 1638"/>
                <a:gd name="T15" fmla="*/ 716 h 957"/>
                <a:gd name="T16" fmla="*/ 781 w 1638"/>
                <a:gd name="T17" fmla="*/ 836 h 957"/>
                <a:gd name="T18" fmla="*/ 683 w 1638"/>
                <a:gd name="T19" fmla="*/ 585 h 957"/>
                <a:gd name="T20" fmla="*/ 534 w 1638"/>
                <a:gd name="T21" fmla="*/ 433 h 957"/>
                <a:gd name="T22" fmla="*/ 365 w 1638"/>
                <a:gd name="T23" fmla="*/ 440 h 957"/>
                <a:gd name="T24" fmla="*/ 454 w 1638"/>
                <a:gd name="T25" fmla="*/ 503 h 957"/>
                <a:gd name="T26" fmla="*/ 67 w 1638"/>
                <a:gd name="T27" fmla="*/ 543 h 957"/>
                <a:gd name="T28" fmla="*/ 21 w 1638"/>
                <a:gd name="T29" fmla="*/ 466 h 957"/>
                <a:gd name="T30" fmla="*/ 435 w 1638"/>
                <a:gd name="T31" fmla="*/ 403 h 957"/>
                <a:gd name="T32" fmla="*/ 391 w 1638"/>
                <a:gd name="T33" fmla="*/ 342 h 957"/>
                <a:gd name="T34" fmla="*/ 323 w 1638"/>
                <a:gd name="T35" fmla="*/ 372 h 957"/>
                <a:gd name="T36" fmla="*/ 285 w 1638"/>
                <a:gd name="T37" fmla="*/ 368 h 957"/>
                <a:gd name="T38" fmla="*/ 194 w 1638"/>
                <a:gd name="T39" fmla="*/ 416 h 957"/>
                <a:gd name="T40" fmla="*/ 157 w 1638"/>
                <a:gd name="T41" fmla="*/ 358 h 957"/>
                <a:gd name="T42" fmla="*/ 742 w 1638"/>
                <a:gd name="T43" fmla="*/ 325 h 957"/>
                <a:gd name="T44" fmla="*/ 140 w 1638"/>
                <a:gd name="T45" fmla="*/ 318 h 957"/>
                <a:gd name="T46" fmla="*/ 604 w 1638"/>
                <a:gd name="T47" fmla="*/ 396 h 957"/>
                <a:gd name="T48" fmla="*/ 515 w 1638"/>
                <a:gd name="T49" fmla="*/ 400 h 957"/>
                <a:gd name="T50" fmla="*/ 418 w 1638"/>
                <a:gd name="T51" fmla="*/ 328 h 957"/>
                <a:gd name="T52" fmla="*/ 318 w 1638"/>
                <a:gd name="T53" fmla="*/ 320 h 957"/>
                <a:gd name="T54" fmla="*/ 182 w 1638"/>
                <a:gd name="T55" fmla="*/ 323 h 957"/>
                <a:gd name="T56" fmla="*/ 217 w 1638"/>
                <a:gd name="T57" fmla="*/ 283 h 957"/>
                <a:gd name="T58" fmla="*/ 384 w 1638"/>
                <a:gd name="T59" fmla="*/ 265 h 957"/>
                <a:gd name="T60" fmla="*/ 1550 w 1638"/>
                <a:gd name="T61" fmla="*/ 225 h 957"/>
                <a:gd name="T62" fmla="*/ 531 w 1638"/>
                <a:gd name="T63" fmla="*/ 180 h 957"/>
                <a:gd name="T64" fmla="*/ 418 w 1638"/>
                <a:gd name="T65" fmla="*/ 206 h 957"/>
                <a:gd name="T66" fmla="*/ 454 w 1638"/>
                <a:gd name="T67" fmla="*/ 131 h 957"/>
                <a:gd name="T68" fmla="*/ 1081 w 1638"/>
                <a:gd name="T69" fmla="*/ 80 h 957"/>
                <a:gd name="T70" fmla="*/ 814 w 1638"/>
                <a:gd name="T71" fmla="*/ 129 h 957"/>
                <a:gd name="T72" fmla="*/ 669 w 1638"/>
                <a:gd name="T73" fmla="*/ 278 h 957"/>
                <a:gd name="T74" fmla="*/ 662 w 1638"/>
                <a:gd name="T75" fmla="*/ 334 h 957"/>
                <a:gd name="T76" fmla="*/ 517 w 1638"/>
                <a:gd name="T77" fmla="*/ 309 h 957"/>
                <a:gd name="T78" fmla="*/ 564 w 1638"/>
                <a:gd name="T79" fmla="*/ 197 h 957"/>
                <a:gd name="T80" fmla="*/ 657 w 1638"/>
                <a:gd name="T81" fmla="*/ 150 h 957"/>
                <a:gd name="T82" fmla="*/ 508 w 1638"/>
                <a:gd name="T83" fmla="*/ 161 h 957"/>
                <a:gd name="T84" fmla="*/ 510 w 1638"/>
                <a:gd name="T85" fmla="*/ 105 h 957"/>
                <a:gd name="T86" fmla="*/ 590 w 1638"/>
                <a:gd name="T87" fmla="*/ 70 h 957"/>
                <a:gd name="T88" fmla="*/ 1283 w 1638"/>
                <a:gd name="T89" fmla="*/ 0 h 957"/>
                <a:gd name="T90" fmla="*/ 1498 w 1638"/>
                <a:gd name="T91" fmla="*/ 84 h 957"/>
                <a:gd name="T92" fmla="*/ 1479 w 1638"/>
                <a:gd name="T93" fmla="*/ 161 h 957"/>
                <a:gd name="T94" fmla="*/ 1514 w 1638"/>
                <a:gd name="T95" fmla="*/ 222 h 957"/>
                <a:gd name="T96" fmla="*/ 1536 w 1638"/>
                <a:gd name="T97" fmla="*/ 349 h 957"/>
                <a:gd name="T98" fmla="*/ 1507 w 1638"/>
                <a:gd name="T99" fmla="*/ 442 h 957"/>
                <a:gd name="T100" fmla="*/ 1477 w 1638"/>
                <a:gd name="T101" fmla="*/ 526 h 957"/>
                <a:gd name="T102" fmla="*/ 1421 w 1638"/>
                <a:gd name="T103" fmla="*/ 581 h 957"/>
                <a:gd name="T104" fmla="*/ 1327 w 1638"/>
                <a:gd name="T105" fmla="*/ 693 h 957"/>
                <a:gd name="T106" fmla="*/ 1210 w 1638"/>
                <a:gd name="T107" fmla="*/ 829 h 957"/>
                <a:gd name="T108" fmla="*/ 1062 w 1638"/>
                <a:gd name="T109" fmla="*/ 852 h 957"/>
                <a:gd name="T110" fmla="*/ 1028 w 1638"/>
                <a:gd name="T111" fmla="*/ 779 h 957"/>
                <a:gd name="T112" fmla="*/ 1032 w 1638"/>
                <a:gd name="T113" fmla="*/ 595 h 957"/>
                <a:gd name="T114" fmla="*/ 889 w 1638"/>
                <a:gd name="T115" fmla="*/ 365 h 957"/>
                <a:gd name="T116" fmla="*/ 744 w 1638"/>
                <a:gd name="T117" fmla="*/ 278 h 957"/>
                <a:gd name="T118" fmla="*/ 966 w 1638"/>
                <a:gd name="T119" fmla="*/ 100 h 957"/>
                <a:gd name="T120" fmla="*/ 1117 w 1638"/>
                <a:gd name="T121" fmla="*/ 103 h 957"/>
                <a:gd name="T122" fmla="*/ 1196 w 1638"/>
                <a:gd name="T123" fmla="*/ 19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38" h="957">
                  <a:moveTo>
                    <a:pt x="246" y="461"/>
                  </a:moveTo>
                  <a:lnTo>
                    <a:pt x="267" y="475"/>
                  </a:lnTo>
                  <a:lnTo>
                    <a:pt x="280" y="492"/>
                  </a:lnTo>
                  <a:lnTo>
                    <a:pt x="287" y="513"/>
                  </a:lnTo>
                  <a:lnTo>
                    <a:pt x="292" y="540"/>
                  </a:lnTo>
                  <a:lnTo>
                    <a:pt x="297" y="567"/>
                  </a:lnTo>
                  <a:lnTo>
                    <a:pt x="313" y="569"/>
                  </a:lnTo>
                  <a:lnTo>
                    <a:pt x="323" y="571"/>
                  </a:lnTo>
                  <a:lnTo>
                    <a:pt x="332" y="578"/>
                  </a:lnTo>
                  <a:lnTo>
                    <a:pt x="337" y="587"/>
                  </a:lnTo>
                  <a:lnTo>
                    <a:pt x="339" y="602"/>
                  </a:lnTo>
                  <a:lnTo>
                    <a:pt x="336" y="602"/>
                  </a:lnTo>
                  <a:lnTo>
                    <a:pt x="334" y="601"/>
                  </a:lnTo>
                  <a:lnTo>
                    <a:pt x="332" y="599"/>
                  </a:lnTo>
                  <a:lnTo>
                    <a:pt x="330" y="597"/>
                  </a:lnTo>
                  <a:lnTo>
                    <a:pt x="327" y="595"/>
                  </a:lnTo>
                  <a:lnTo>
                    <a:pt x="327" y="602"/>
                  </a:lnTo>
                  <a:lnTo>
                    <a:pt x="330" y="606"/>
                  </a:lnTo>
                  <a:lnTo>
                    <a:pt x="332" y="608"/>
                  </a:lnTo>
                  <a:lnTo>
                    <a:pt x="334" y="608"/>
                  </a:lnTo>
                  <a:lnTo>
                    <a:pt x="334" y="611"/>
                  </a:lnTo>
                  <a:lnTo>
                    <a:pt x="334" y="613"/>
                  </a:lnTo>
                  <a:lnTo>
                    <a:pt x="336" y="618"/>
                  </a:lnTo>
                  <a:lnTo>
                    <a:pt x="327" y="620"/>
                  </a:lnTo>
                  <a:lnTo>
                    <a:pt x="318" y="622"/>
                  </a:lnTo>
                  <a:lnTo>
                    <a:pt x="308" y="622"/>
                  </a:lnTo>
                  <a:lnTo>
                    <a:pt x="290" y="615"/>
                  </a:lnTo>
                  <a:lnTo>
                    <a:pt x="273" y="613"/>
                  </a:lnTo>
                  <a:lnTo>
                    <a:pt x="253" y="616"/>
                  </a:lnTo>
                  <a:lnTo>
                    <a:pt x="234" y="622"/>
                  </a:lnTo>
                  <a:lnTo>
                    <a:pt x="215" y="625"/>
                  </a:lnTo>
                  <a:lnTo>
                    <a:pt x="194" y="625"/>
                  </a:lnTo>
                  <a:lnTo>
                    <a:pt x="170" y="618"/>
                  </a:lnTo>
                  <a:lnTo>
                    <a:pt x="157" y="615"/>
                  </a:lnTo>
                  <a:lnTo>
                    <a:pt x="147" y="613"/>
                  </a:lnTo>
                  <a:lnTo>
                    <a:pt x="138" y="611"/>
                  </a:lnTo>
                  <a:lnTo>
                    <a:pt x="130" y="606"/>
                  </a:lnTo>
                  <a:lnTo>
                    <a:pt x="124" y="595"/>
                  </a:lnTo>
                  <a:lnTo>
                    <a:pt x="128" y="595"/>
                  </a:lnTo>
                  <a:lnTo>
                    <a:pt x="137" y="587"/>
                  </a:lnTo>
                  <a:lnTo>
                    <a:pt x="150" y="583"/>
                  </a:lnTo>
                  <a:lnTo>
                    <a:pt x="166" y="581"/>
                  </a:lnTo>
                  <a:lnTo>
                    <a:pt x="182" y="580"/>
                  </a:lnTo>
                  <a:lnTo>
                    <a:pt x="182" y="576"/>
                  </a:lnTo>
                  <a:lnTo>
                    <a:pt x="175" y="571"/>
                  </a:lnTo>
                  <a:lnTo>
                    <a:pt x="170" y="567"/>
                  </a:lnTo>
                  <a:lnTo>
                    <a:pt x="163" y="566"/>
                  </a:lnTo>
                  <a:lnTo>
                    <a:pt x="150" y="564"/>
                  </a:lnTo>
                  <a:lnTo>
                    <a:pt x="144" y="564"/>
                  </a:lnTo>
                  <a:lnTo>
                    <a:pt x="131" y="564"/>
                  </a:lnTo>
                  <a:lnTo>
                    <a:pt x="116" y="564"/>
                  </a:lnTo>
                  <a:lnTo>
                    <a:pt x="114" y="553"/>
                  </a:lnTo>
                  <a:lnTo>
                    <a:pt x="109" y="543"/>
                  </a:lnTo>
                  <a:lnTo>
                    <a:pt x="105" y="534"/>
                  </a:lnTo>
                  <a:lnTo>
                    <a:pt x="102" y="524"/>
                  </a:lnTo>
                  <a:lnTo>
                    <a:pt x="102" y="506"/>
                  </a:lnTo>
                  <a:lnTo>
                    <a:pt x="109" y="496"/>
                  </a:lnTo>
                  <a:lnTo>
                    <a:pt x="116" y="484"/>
                  </a:lnTo>
                  <a:lnTo>
                    <a:pt x="124" y="473"/>
                  </a:lnTo>
                  <a:lnTo>
                    <a:pt x="135" y="466"/>
                  </a:lnTo>
                  <a:lnTo>
                    <a:pt x="147" y="468"/>
                  </a:lnTo>
                  <a:lnTo>
                    <a:pt x="150" y="468"/>
                  </a:lnTo>
                  <a:lnTo>
                    <a:pt x="150" y="471"/>
                  </a:lnTo>
                  <a:lnTo>
                    <a:pt x="150" y="473"/>
                  </a:lnTo>
                  <a:lnTo>
                    <a:pt x="149" y="473"/>
                  </a:lnTo>
                  <a:lnTo>
                    <a:pt x="149" y="475"/>
                  </a:lnTo>
                  <a:lnTo>
                    <a:pt x="149" y="475"/>
                  </a:lnTo>
                  <a:lnTo>
                    <a:pt x="150" y="477"/>
                  </a:lnTo>
                  <a:lnTo>
                    <a:pt x="150" y="480"/>
                  </a:lnTo>
                  <a:lnTo>
                    <a:pt x="159" y="480"/>
                  </a:lnTo>
                  <a:lnTo>
                    <a:pt x="171" y="480"/>
                  </a:lnTo>
                  <a:lnTo>
                    <a:pt x="182" y="480"/>
                  </a:lnTo>
                  <a:lnTo>
                    <a:pt x="189" y="480"/>
                  </a:lnTo>
                  <a:lnTo>
                    <a:pt x="192" y="482"/>
                  </a:lnTo>
                  <a:lnTo>
                    <a:pt x="194" y="484"/>
                  </a:lnTo>
                  <a:lnTo>
                    <a:pt x="196" y="487"/>
                  </a:lnTo>
                  <a:lnTo>
                    <a:pt x="198" y="491"/>
                  </a:lnTo>
                  <a:lnTo>
                    <a:pt x="201" y="492"/>
                  </a:lnTo>
                  <a:lnTo>
                    <a:pt x="205" y="496"/>
                  </a:lnTo>
                  <a:lnTo>
                    <a:pt x="206" y="491"/>
                  </a:lnTo>
                  <a:lnTo>
                    <a:pt x="208" y="489"/>
                  </a:lnTo>
                  <a:lnTo>
                    <a:pt x="212" y="487"/>
                  </a:lnTo>
                  <a:lnTo>
                    <a:pt x="213" y="485"/>
                  </a:lnTo>
                  <a:lnTo>
                    <a:pt x="219" y="485"/>
                  </a:lnTo>
                  <a:lnTo>
                    <a:pt x="224" y="484"/>
                  </a:lnTo>
                  <a:lnTo>
                    <a:pt x="231" y="498"/>
                  </a:lnTo>
                  <a:lnTo>
                    <a:pt x="238" y="508"/>
                  </a:lnTo>
                  <a:lnTo>
                    <a:pt x="243" y="515"/>
                  </a:lnTo>
                  <a:lnTo>
                    <a:pt x="245" y="510"/>
                  </a:lnTo>
                  <a:lnTo>
                    <a:pt x="246" y="505"/>
                  </a:lnTo>
                  <a:lnTo>
                    <a:pt x="246" y="499"/>
                  </a:lnTo>
                  <a:lnTo>
                    <a:pt x="246" y="492"/>
                  </a:lnTo>
                  <a:lnTo>
                    <a:pt x="240" y="482"/>
                  </a:lnTo>
                  <a:lnTo>
                    <a:pt x="241" y="471"/>
                  </a:lnTo>
                  <a:lnTo>
                    <a:pt x="246" y="461"/>
                  </a:lnTo>
                  <a:close/>
                  <a:moveTo>
                    <a:pt x="266" y="445"/>
                  </a:moveTo>
                  <a:lnTo>
                    <a:pt x="274" y="445"/>
                  </a:lnTo>
                  <a:lnTo>
                    <a:pt x="281" y="447"/>
                  </a:lnTo>
                  <a:lnTo>
                    <a:pt x="288" y="449"/>
                  </a:lnTo>
                  <a:lnTo>
                    <a:pt x="294" y="452"/>
                  </a:lnTo>
                  <a:lnTo>
                    <a:pt x="295" y="457"/>
                  </a:lnTo>
                  <a:lnTo>
                    <a:pt x="295" y="461"/>
                  </a:lnTo>
                  <a:lnTo>
                    <a:pt x="297" y="466"/>
                  </a:lnTo>
                  <a:lnTo>
                    <a:pt x="297" y="473"/>
                  </a:lnTo>
                  <a:lnTo>
                    <a:pt x="292" y="473"/>
                  </a:lnTo>
                  <a:lnTo>
                    <a:pt x="288" y="475"/>
                  </a:lnTo>
                  <a:lnTo>
                    <a:pt x="283" y="475"/>
                  </a:lnTo>
                  <a:lnTo>
                    <a:pt x="278" y="477"/>
                  </a:lnTo>
                  <a:lnTo>
                    <a:pt x="269" y="468"/>
                  </a:lnTo>
                  <a:lnTo>
                    <a:pt x="259" y="461"/>
                  </a:lnTo>
                  <a:lnTo>
                    <a:pt x="266" y="445"/>
                  </a:lnTo>
                  <a:close/>
                  <a:moveTo>
                    <a:pt x="562" y="430"/>
                  </a:moveTo>
                  <a:lnTo>
                    <a:pt x="562" y="433"/>
                  </a:lnTo>
                  <a:lnTo>
                    <a:pt x="566" y="433"/>
                  </a:lnTo>
                  <a:lnTo>
                    <a:pt x="564" y="451"/>
                  </a:lnTo>
                  <a:lnTo>
                    <a:pt x="566" y="466"/>
                  </a:lnTo>
                  <a:lnTo>
                    <a:pt x="573" y="480"/>
                  </a:lnTo>
                  <a:lnTo>
                    <a:pt x="576" y="482"/>
                  </a:lnTo>
                  <a:lnTo>
                    <a:pt x="580" y="482"/>
                  </a:lnTo>
                  <a:lnTo>
                    <a:pt x="583" y="484"/>
                  </a:lnTo>
                  <a:lnTo>
                    <a:pt x="589" y="484"/>
                  </a:lnTo>
                  <a:lnTo>
                    <a:pt x="589" y="442"/>
                  </a:lnTo>
                  <a:lnTo>
                    <a:pt x="615" y="442"/>
                  </a:lnTo>
                  <a:lnTo>
                    <a:pt x="620" y="454"/>
                  </a:lnTo>
                  <a:lnTo>
                    <a:pt x="627" y="466"/>
                  </a:lnTo>
                  <a:lnTo>
                    <a:pt x="634" y="477"/>
                  </a:lnTo>
                  <a:lnTo>
                    <a:pt x="646" y="480"/>
                  </a:lnTo>
                  <a:lnTo>
                    <a:pt x="646" y="485"/>
                  </a:lnTo>
                  <a:lnTo>
                    <a:pt x="648" y="496"/>
                  </a:lnTo>
                  <a:lnTo>
                    <a:pt x="650" y="508"/>
                  </a:lnTo>
                  <a:lnTo>
                    <a:pt x="650" y="515"/>
                  </a:lnTo>
                  <a:lnTo>
                    <a:pt x="653" y="513"/>
                  </a:lnTo>
                  <a:lnTo>
                    <a:pt x="655" y="513"/>
                  </a:lnTo>
                  <a:lnTo>
                    <a:pt x="655" y="513"/>
                  </a:lnTo>
                  <a:lnTo>
                    <a:pt x="657" y="512"/>
                  </a:lnTo>
                  <a:lnTo>
                    <a:pt x="658" y="510"/>
                  </a:lnTo>
                  <a:lnTo>
                    <a:pt x="660" y="506"/>
                  </a:lnTo>
                  <a:lnTo>
                    <a:pt x="662" y="501"/>
                  </a:lnTo>
                  <a:lnTo>
                    <a:pt x="664" y="496"/>
                  </a:lnTo>
                  <a:lnTo>
                    <a:pt x="665" y="492"/>
                  </a:lnTo>
                  <a:lnTo>
                    <a:pt x="669" y="489"/>
                  </a:lnTo>
                  <a:lnTo>
                    <a:pt x="672" y="487"/>
                  </a:lnTo>
                  <a:lnTo>
                    <a:pt x="678" y="485"/>
                  </a:lnTo>
                  <a:lnTo>
                    <a:pt x="681" y="482"/>
                  </a:lnTo>
                  <a:lnTo>
                    <a:pt x="685" y="480"/>
                  </a:lnTo>
                  <a:lnTo>
                    <a:pt x="681" y="480"/>
                  </a:lnTo>
                  <a:lnTo>
                    <a:pt x="681" y="477"/>
                  </a:lnTo>
                  <a:lnTo>
                    <a:pt x="672" y="480"/>
                  </a:lnTo>
                  <a:lnTo>
                    <a:pt x="667" y="484"/>
                  </a:lnTo>
                  <a:lnTo>
                    <a:pt x="660" y="489"/>
                  </a:lnTo>
                  <a:lnTo>
                    <a:pt x="650" y="492"/>
                  </a:lnTo>
                  <a:lnTo>
                    <a:pt x="648" y="477"/>
                  </a:lnTo>
                  <a:lnTo>
                    <a:pt x="646" y="466"/>
                  </a:lnTo>
                  <a:lnTo>
                    <a:pt x="643" y="457"/>
                  </a:lnTo>
                  <a:lnTo>
                    <a:pt x="639" y="445"/>
                  </a:lnTo>
                  <a:lnTo>
                    <a:pt x="643" y="444"/>
                  </a:lnTo>
                  <a:lnTo>
                    <a:pt x="644" y="444"/>
                  </a:lnTo>
                  <a:lnTo>
                    <a:pt x="648" y="442"/>
                  </a:lnTo>
                  <a:lnTo>
                    <a:pt x="653" y="442"/>
                  </a:lnTo>
                  <a:lnTo>
                    <a:pt x="658" y="445"/>
                  </a:lnTo>
                  <a:lnTo>
                    <a:pt x="662" y="447"/>
                  </a:lnTo>
                  <a:lnTo>
                    <a:pt x="667" y="449"/>
                  </a:lnTo>
                  <a:lnTo>
                    <a:pt x="672" y="451"/>
                  </a:lnTo>
                  <a:lnTo>
                    <a:pt x="678" y="452"/>
                  </a:lnTo>
                  <a:lnTo>
                    <a:pt x="685" y="464"/>
                  </a:lnTo>
                  <a:lnTo>
                    <a:pt x="692" y="478"/>
                  </a:lnTo>
                  <a:lnTo>
                    <a:pt x="697" y="491"/>
                  </a:lnTo>
                  <a:lnTo>
                    <a:pt x="704" y="499"/>
                  </a:lnTo>
                  <a:lnTo>
                    <a:pt x="707" y="501"/>
                  </a:lnTo>
                  <a:lnTo>
                    <a:pt x="713" y="501"/>
                  </a:lnTo>
                  <a:lnTo>
                    <a:pt x="718" y="501"/>
                  </a:lnTo>
                  <a:lnTo>
                    <a:pt x="723" y="501"/>
                  </a:lnTo>
                  <a:lnTo>
                    <a:pt x="726" y="501"/>
                  </a:lnTo>
                  <a:lnTo>
                    <a:pt x="730" y="503"/>
                  </a:lnTo>
                  <a:lnTo>
                    <a:pt x="747" y="515"/>
                  </a:lnTo>
                  <a:lnTo>
                    <a:pt x="761" y="531"/>
                  </a:lnTo>
                  <a:lnTo>
                    <a:pt x="777" y="545"/>
                  </a:lnTo>
                  <a:lnTo>
                    <a:pt x="777" y="557"/>
                  </a:lnTo>
                  <a:lnTo>
                    <a:pt x="791" y="562"/>
                  </a:lnTo>
                  <a:lnTo>
                    <a:pt x="803" y="569"/>
                  </a:lnTo>
                  <a:lnTo>
                    <a:pt x="810" y="580"/>
                  </a:lnTo>
                  <a:lnTo>
                    <a:pt x="819" y="592"/>
                  </a:lnTo>
                  <a:lnTo>
                    <a:pt x="826" y="604"/>
                  </a:lnTo>
                  <a:lnTo>
                    <a:pt x="835" y="615"/>
                  </a:lnTo>
                  <a:lnTo>
                    <a:pt x="829" y="622"/>
                  </a:lnTo>
                  <a:lnTo>
                    <a:pt x="826" y="625"/>
                  </a:lnTo>
                  <a:lnTo>
                    <a:pt x="824" y="630"/>
                  </a:lnTo>
                  <a:lnTo>
                    <a:pt x="822" y="634"/>
                  </a:lnTo>
                  <a:lnTo>
                    <a:pt x="829" y="646"/>
                  </a:lnTo>
                  <a:lnTo>
                    <a:pt x="840" y="655"/>
                  </a:lnTo>
                  <a:lnTo>
                    <a:pt x="854" y="660"/>
                  </a:lnTo>
                  <a:lnTo>
                    <a:pt x="854" y="665"/>
                  </a:lnTo>
                  <a:lnTo>
                    <a:pt x="854" y="667"/>
                  </a:lnTo>
                  <a:lnTo>
                    <a:pt x="856" y="669"/>
                  </a:lnTo>
                  <a:lnTo>
                    <a:pt x="856" y="670"/>
                  </a:lnTo>
                  <a:lnTo>
                    <a:pt x="857" y="672"/>
                  </a:lnTo>
                  <a:lnTo>
                    <a:pt x="861" y="674"/>
                  </a:lnTo>
                  <a:lnTo>
                    <a:pt x="864" y="677"/>
                  </a:lnTo>
                  <a:lnTo>
                    <a:pt x="870" y="679"/>
                  </a:lnTo>
                  <a:lnTo>
                    <a:pt x="873" y="681"/>
                  </a:lnTo>
                  <a:lnTo>
                    <a:pt x="877" y="684"/>
                  </a:lnTo>
                  <a:lnTo>
                    <a:pt x="878" y="686"/>
                  </a:lnTo>
                  <a:lnTo>
                    <a:pt x="880" y="690"/>
                  </a:lnTo>
                  <a:lnTo>
                    <a:pt x="878" y="691"/>
                  </a:lnTo>
                  <a:lnTo>
                    <a:pt x="878" y="693"/>
                  </a:lnTo>
                  <a:lnTo>
                    <a:pt x="878" y="693"/>
                  </a:lnTo>
                  <a:lnTo>
                    <a:pt x="878" y="695"/>
                  </a:lnTo>
                  <a:lnTo>
                    <a:pt x="880" y="697"/>
                  </a:lnTo>
                  <a:lnTo>
                    <a:pt x="884" y="698"/>
                  </a:lnTo>
                  <a:lnTo>
                    <a:pt x="889" y="700"/>
                  </a:lnTo>
                  <a:lnTo>
                    <a:pt x="892" y="702"/>
                  </a:lnTo>
                  <a:lnTo>
                    <a:pt x="898" y="702"/>
                  </a:lnTo>
                  <a:lnTo>
                    <a:pt x="903" y="702"/>
                  </a:lnTo>
                  <a:lnTo>
                    <a:pt x="896" y="749"/>
                  </a:lnTo>
                  <a:lnTo>
                    <a:pt x="891" y="751"/>
                  </a:lnTo>
                  <a:lnTo>
                    <a:pt x="885" y="751"/>
                  </a:lnTo>
                  <a:lnTo>
                    <a:pt x="880" y="752"/>
                  </a:lnTo>
                  <a:lnTo>
                    <a:pt x="873" y="752"/>
                  </a:lnTo>
                  <a:lnTo>
                    <a:pt x="866" y="744"/>
                  </a:lnTo>
                  <a:lnTo>
                    <a:pt x="857" y="735"/>
                  </a:lnTo>
                  <a:lnTo>
                    <a:pt x="850" y="726"/>
                  </a:lnTo>
                  <a:lnTo>
                    <a:pt x="845" y="714"/>
                  </a:lnTo>
                  <a:lnTo>
                    <a:pt x="838" y="714"/>
                  </a:lnTo>
                  <a:lnTo>
                    <a:pt x="833" y="716"/>
                  </a:lnTo>
                  <a:lnTo>
                    <a:pt x="828" y="716"/>
                  </a:lnTo>
                  <a:lnTo>
                    <a:pt x="822" y="718"/>
                  </a:lnTo>
                  <a:lnTo>
                    <a:pt x="831" y="745"/>
                  </a:lnTo>
                  <a:lnTo>
                    <a:pt x="838" y="775"/>
                  </a:lnTo>
                  <a:lnTo>
                    <a:pt x="850" y="775"/>
                  </a:lnTo>
                  <a:lnTo>
                    <a:pt x="857" y="789"/>
                  </a:lnTo>
                  <a:lnTo>
                    <a:pt x="863" y="803"/>
                  </a:lnTo>
                  <a:lnTo>
                    <a:pt x="864" y="822"/>
                  </a:lnTo>
                  <a:lnTo>
                    <a:pt x="863" y="824"/>
                  </a:lnTo>
                  <a:lnTo>
                    <a:pt x="861" y="826"/>
                  </a:lnTo>
                  <a:lnTo>
                    <a:pt x="861" y="828"/>
                  </a:lnTo>
                  <a:lnTo>
                    <a:pt x="859" y="829"/>
                  </a:lnTo>
                  <a:lnTo>
                    <a:pt x="857" y="831"/>
                  </a:lnTo>
                  <a:lnTo>
                    <a:pt x="854" y="833"/>
                  </a:lnTo>
                  <a:lnTo>
                    <a:pt x="847" y="829"/>
                  </a:lnTo>
                  <a:lnTo>
                    <a:pt x="838" y="824"/>
                  </a:lnTo>
                  <a:lnTo>
                    <a:pt x="829" y="819"/>
                  </a:lnTo>
                  <a:lnTo>
                    <a:pt x="822" y="815"/>
                  </a:lnTo>
                  <a:lnTo>
                    <a:pt x="819" y="814"/>
                  </a:lnTo>
                  <a:lnTo>
                    <a:pt x="816" y="814"/>
                  </a:lnTo>
                  <a:lnTo>
                    <a:pt x="826" y="828"/>
                  </a:lnTo>
                  <a:lnTo>
                    <a:pt x="835" y="840"/>
                  </a:lnTo>
                  <a:lnTo>
                    <a:pt x="842" y="855"/>
                  </a:lnTo>
                  <a:lnTo>
                    <a:pt x="838" y="855"/>
                  </a:lnTo>
                  <a:lnTo>
                    <a:pt x="826" y="850"/>
                  </a:lnTo>
                  <a:lnTo>
                    <a:pt x="810" y="847"/>
                  </a:lnTo>
                  <a:lnTo>
                    <a:pt x="793" y="843"/>
                  </a:lnTo>
                  <a:lnTo>
                    <a:pt x="781" y="836"/>
                  </a:lnTo>
                  <a:lnTo>
                    <a:pt x="770" y="826"/>
                  </a:lnTo>
                  <a:lnTo>
                    <a:pt x="763" y="810"/>
                  </a:lnTo>
                  <a:lnTo>
                    <a:pt x="756" y="796"/>
                  </a:lnTo>
                  <a:lnTo>
                    <a:pt x="746" y="782"/>
                  </a:lnTo>
                  <a:lnTo>
                    <a:pt x="735" y="772"/>
                  </a:lnTo>
                  <a:lnTo>
                    <a:pt x="720" y="780"/>
                  </a:lnTo>
                  <a:lnTo>
                    <a:pt x="702" y="786"/>
                  </a:lnTo>
                  <a:lnTo>
                    <a:pt x="681" y="787"/>
                  </a:lnTo>
                  <a:lnTo>
                    <a:pt x="679" y="782"/>
                  </a:lnTo>
                  <a:lnTo>
                    <a:pt x="678" y="777"/>
                  </a:lnTo>
                  <a:lnTo>
                    <a:pt x="678" y="772"/>
                  </a:lnTo>
                  <a:lnTo>
                    <a:pt x="678" y="765"/>
                  </a:lnTo>
                  <a:lnTo>
                    <a:pt x="693" y="759"/>
                  </a:lnTo>
                  <a:lnTo>
                    <a:pt x="713" y="754"/>
                  </a:lnTo>
                  <a:lnTo>
                    <a:pt x="730" y="749"/>
                  </a:lnTo>
                  <a:lnTo>
                    <a:pt x="735" y="739"/>
                  </a:lnTo>
                  <a:lnTo>
                    <a:pt x="740" y="725"/>
                  </a:lnTo>
                  <a:lnTo>
                    <a:pt x="746" y="709"/>
                  </a:lnTo>
                  <a:lnTo>
                    <a:pt x="749" y="693"/>
                  </a:lnTo>
                  <a:lnTo>
                    <a:pt x="751" y="681"/>
                  </a:lnTo>
                  <a:lnTo>
                    <a:pt x="749" y="672"/>
                  </a:lnTo>
                  <a:lnTo>
                    <a:pt x="742" y="660"/>
                  </a:lnTo>
                  <a:lnTo>
                    <a:pt x="733" y="653"/>
                  </a:lnTo>
                  <a:lnTo>
                    <a:pt x="723" y="646"/>
                  </a:lnTo>
                  <a:lnTo>
                    <a:pt x="716" y="637"/>
                  </a:lnTo>
                  <a:lnTo>
                    <a:pt x="707" y="595"/>
                  </a:lnTo>
                  <a:lnTo>
                    <a:pt x="693" y="592"/>
                  </a:lnTo>
                  <a:lnTo>
                    <a:pt x="683" y="585"/>
                  </a:lnTo>
                  <a:lnTo>
                    <a:pt x="674" y="578"/>
                  </a:lnTo>
                  <a:lnTo>
                    <a:pt x="665" y="576"/>
                  </a:lnTo>
                  <a:lnTo>
                    <a:pt x="657" y="580"/>
                  </a:lnTo>
                  <a:lnTo>
                    <a:pt x="651" y="585"/>
                  </a:lnTo>
                  <a:lnTo>
                    <a:pt x="646" y="590"/>
                  </a:lnTo>
                  <a:lnTo>
                    <a:pt x="639" y="595"/>
                  </a:lnTo>
                  <a:lnTo>
                    <a:pt x="627" y="599"/>
                  </a:lnTo>
                  <a:lnTo>
                    <a:pt x="615" y="592"/>
                  </a:lnTo>
                  <a:lnTo>
                    <a:pt x="599" y="587"/>
                  </a:lnTo>
                  <a:lnTo>
                    <a:pt x="582" y="583"/>
                  </a:lnTo>
                  <a:lnTo>
                    <a:pt x="566" y="578"/>
                  </a:lnTo>
                  <a:lnTo>
                    <a:pt x="552" y="573"/>
                  </a:lnTo>
                  <a:lnTo>
                    <a:pt x="541" y="564"/>
                  </a:lnTo>
                  <a:lnTo>
                    <a:pt x="534" y="550"/>
                  </a:lnTo>
                  <a:lnTo>
                    <a:pt x="536" y="548"/>
                  </a:lnTo>
                  <a:lnTo>
                    <a:pt x="536" y="547"/>
                  </a:lnTo>
                  <a:lnTo>
                    <a:pt x="538" y="547"/>
                  </a:lnTo>
                  <a:lnTo>
                    <a:pt x="538" y="545"/>
                  </a:lnTo>
                  <a:lnTo>
                    <a:pt x="538" y="541"/>
                  </a:lnTo>
                  <a:lnTo>
                    <a:pt x="531" y="540"/>
                  </a:lnTo>
                  <a:lnTo>
                    <a:pt x="524" y="538"/>
                  </a:lnTo>
                  <a:lnTo>
                    <a:pt x="519" y="534"/>
                  </a:lnTo>
                  <a:lnTo>
                    <a:pt x="515" y="529"/>
                  </a:lnTo>
                  <a:lnTo>
                    <a:pt x="512" y="522"/>
                  </a:lnTo>
                  <a:lnTo>
                    <a:pt x="521" y="505"/>
                  </a:lnTo>
                  <a:lnTo>
                    <a:pt x="528" y="482"/>
                  </a:lnTo>
                  <a:lnTo>
                    <a:pt x="531" y="457"/>
                  </a:lnTo>
                  <a:lnTo>
                    <a:pt x="534" y="433"/>
                  </a:lnTo>
                  <a:lnTo>
                    <a:pt x="562" y="430"/>
                  </a:lnTo>
                  <a:close/>
                  <a:moveTo>
                    <a:pt x="400" y="426"/>
                  </a:moveTo>
                  <a:lnTo>
                    <a:pt x="416" y="426"/>
                  </a:lnTo>
                  <a:lnTo>
                    <a:pt x="425" y="461"/>
                  </a:lnTo>
                  <a:lnTo>
                    <a:pt x="432" y="499"/>
                  </a:lnTo>
                  <a:lnTo>
                    <a:pt x="428" y="499"/>
                  </a:lnTo>
                  <a:lnTo>
                    <a:pt x="423" y="506"/>
                  </a:lnTo>
                  <a:lnTo>
                    <a:pt x="412" y="503"/>
                  </a:lnTo>
                  <a:lnTo>
                    <a:pt x="409" y="506"/>
                  </a:lnTo>
                  <a:lnTo>
                    <a:pt x="409" y="510"/>
                  </a:lnTo>
                  <a:lnTo>
                    <a:pt x="409" y="513"/>
                  </a:lnTo>
                  <a:lnTo>
                    <a:pt x="409" y="515"/>
                  </a:lnTo>
                  <a:lnTo>
                    <a:pt x="407" y="517"/>
                  </a:lnTo>
                  <a:lnTo>
                    <a:pt x="405" y="520"/>
                  </a:lnTo>
                  <a:lnTo>
                    <a:pt x="400" y="522"/>
                  </a:lnTo>
                  <a:lnTo>
                    <a:pt x="395" y="519"/>
                  </a:lnTo>
                  <a:lnTo>
                    <a:pt x="388" y="513"/>
                  </a:lnTo>
                  <a:lnTo>
                    <a:pt x="381" y="510"/>
                  </a:lnTo>
                  <a:lnTo>
                    <a:pt x="381" y="499"/>
                  </a:lnTo>
                  <a:lnTo>
                    <a:pt x="358" y="496"/>
                  </a:lnTo>
                  <a:lnTo>
                    <a:pt x="362" y="464"/>
                  </a:lnTo>
                  <a:lnTo>
                    <a:pt x="369" y="461"/>
                  </a:lnTo>
                  <a:lnTo>
                    <a:pt x="376" y="456"/>
                  </a:lnTo>
                  <a:lnTo>
                    <a:pt x="381" y="449"/>
                  </a:lnTo>
                  <a:lnTo>
                    <a:pt x="376" y="447"/>
                  </a:lnTo>
                  <a:lnTo>
                    <a:pt x="372" y="445"/>
                  </a:lnTo>
                  <a:lnTo>
                    <a:pt x="369" y="444"/>
                  </a:lnTo>
                  <a:lnTo>
                    <a:pt x="365" y="440"/>
                  </a:lnTo>
                  <a:lnTo>
                    <a:pt x="363" y="437"/>
                  </a:lnTo>
                  <a:lnTo>
                    <a:pt x="362" y="430"/>
                  </a:lnTo>
                  <a:lnTo>
                    <a:pt x="381" y="428"/>
                  </a:lnTo>
                  <a:lnTo>
                    <a:pt x="400" y="426"/>
                  </a:lnTo>
                  <a:close/>
                  <a:moveTo>
                    <a:pt x="438" y="410"/>
                  </a:moveTo>
                  <a:lnTo>
                    <a:pt x="451" y="412"/>
                  </a:lnTo>
                  <a:lnTo>
                    <a:pt x="465" y="414"/>
                  </a:lnTo>
                  <a:lnTo>
                    <a:pt x="477" y="416"/>
                  </a:lnTo>
                  <a:lnTo>
                    <a:pt x="486" y="419"/>
                  </a:lnTo>
                  <a:lnTo>
                    <a:pt x="487" y="423"/>
                  </a:lnTo>
                  <a:lnTo>
                    <a:pt x="487" y="428"/>
                  </a:lnTo>
                  <a:lnTo>
                    <a:pt x="489" y="435"/>
                  </a:lnTo>
                  <a:lnTo>
                    <a:pt x="489" y="442"/>
                  </a:lnTo>
                  <a:lnTo>
                    <a:pt x="487" y="445"/>
                  </a:lnTo>
                  <a:lnTo>
                    <a:pt x="486" y="449"/>
                  </a:lnTo>
                  <a:lnTo>
                    <a:pt x="484" y="454"/>
                  </a:lnTo>
                  <a:lnTo>
                    <a:pt x="480" y="457"/>
                  </a:lnTo>
                  <a:lnTo>
                    <a:pt x="477" y="459"/>
                  </a:lnTo>
                  <a:lnTo>
                    <a:pt x="473" y="461"/>
                  </a:lnTo>
                  <a:lnTo>
                    <a:pt x="472" y="463"/>
                  </a:lnTo>
                  <a:lnTo>
                    <a:pt x="468" y="464"/>
                  </a:lnTo>
                  <a:lnTo>
                    <a:pt x="466" y="468"/>
                  </a:lnTo>
                  <a:lnTo>
                    <a:pt x="468" y="477"/>
                  </a:lnTo>
                  <a:lnTo>
                    <a:pt x="466" y="487"/>
                  </a:lnTo>
                  <a:lnTo>
                    <a:pt x="465" y="494"/>
                  </a:lnTo>
                  <a:lnTo>
                    <a:pt x="461" y="499"/>
                  </a:lnTo>
                  <a:lnTo>
                    <a:pt x="458" y="501"/>
                  </a:lnTo>
                  <a:lnTo>
                    <a:pt x="454" y="503"/>
                  </a:lnTo>
                  <a:lnTo>
                    <a:pt x="449" y="503"/>
                  </a:lnTo>
                  <a:lnTo>
                    <a:pt x="442" y="503"/>
                  </a:lnTo>
                  <a:lnTo>
                    <a:pt x="438" y="492"/>
                  </a:lnTo>
                  <a:lnTo>
                    <a:pt x="442" y="482"/>
                  </a:lnTo>
                  <a:lnTo>
                    <a:pt x="442" y="470"/>
                  </a:lnTo>
                  <a:lnTo>
                    <a:pt x="438" y="456"/>
                  </a:lnTo>
                  <a:lnTo>
                    <a:pt x="437" y="440"/>
                  </a:lnTo>
                  <a:lnTo>
                    <a:pt x="435" y="426"/>
                  </a:lnTo>
                  <a:lnTo>
                    <a:pt x="438" y="410"/>
                  </a:lnTo>
                  <a:close/>
                  <a:moveTo>
                    <a:pt x="60" y="409"/>
                  </a:moveTo>
                  <a:lnTo>
                    <a:pt x="74" y="410"/>
                  </a:lnTo>
                  <a:lnTo>
                    <a:pt x="74" y="423"/>
                  </a:lnTo>
                  <a:lnTo>
                    <a:pt x="91" y="423"/>
                  </a:lnTo>
                  <a:lnTo>
                    <a:pt x="105" y="423"/>
                  </a:lnTo>
                  <a:lnTo>
                    <a:pt x="121" y="423"/>
                  </a:lnTo>
                  <a:lnTo>
                    <a:pt x="124" y="430"/>
                  </a:lnTo>
                  <a:lnTo>
                    <a:pt x="128" y="438"/>
                  </a:lnTo>
                  <a:lnTo>
                    <a:pt x="131" y="447"/>
                  </a:lnTo>
                  <a:lnTo>
                    <a:pt x="135" y="454"/>
                  </a:lnTo>
                  <a:lnTo>
                    <a:pt x="135" y="457"/>
                  </a:lnTo>
                  <a:lnTo>
                    <a:pt x="124" y="470"/>
                  </a:lnTo>
                  <a:lnTo>
                    <a:pt x="110" y="475"/>
                  </a:lnTo>
                  <a:lnTo>
                    <a:pt x="96" y="480"/>
                  </a:lnTo>
                  <a:lnTo>
                    <a:pt x="88" y="496"/>
                  </a:lnTo>
                  <a:lnTo>
                    <a:pt x="81" y="510"/>
                  </a:lnTo>
                  <a:lnTo>
                    <a:pt x="79" y="526"/>
                  </a:lnTo>
                  <a:lnTo>
                    <a:pt x="82" y="541"/>
                  </a:lnTo>
                  <a:lnTo>
                    <a:pt x="67" y="543"/>
                  </a:lnTo>
                  <a:lnTo>
                    <a:pt x="53" y="548"/>
                  </a:lnTo>
                  <a:lnTo>
                    <a:pt x="35" y="553"/>
                  </a:lnTo>
                  <a:lnTo>
                    <a:pt x="34" y="550"/>
                  </a:lnTo>
                  <a:lnTo>
                    <a:pt x="32" y="547"/>
                  </a:lnTo>
                  <a:lnTo>
                    <a:pt x="30" y="545"/>
                  </a:lnTo>
                  <a:lnTo>
                    <a:pt x="30" y="541"/>
                  </a:lnTo>
                  <a:lnTo>
                    <a:pt x="28" y="538"/>
                  </a:lnTo>
                  <a:lnTo>
                    <a:pt x="30" y="536"/>
                  </a:lnTo>
                  <a:lnTo>
                    <a:pt x="30" y="534"/>
                  </a:lnTo>
                  <a:lnTo>
                    <a:pt x="30" y="533"/>
                  </a:lnTo>
                  <a:lnTo>
                    <a:pt x="32" y="529"/>
                  </a:lnTo>
                  <a:lnTo>
                    <a:pt x="32" y="526"/>
                  </a:lnTo>
                  <a:lnTo>
                    <a:pt x="20" y="526"/>
                  </a:lnTo>
                  <a:lnTo>
                    <a:pt x="20" y="520"/>
                  </a:lnTo>
                  <a:lnTo>
                    <a:pt x="20" y="519"/>
                  </a:lnTo>
                  <a:lnTo>
                    <a:pt x="18" y="517"/>
                  </a:lnTo>
                  <a:lnTo>
                    <a:pt x="18" y="515"/>
                  </a:lnTo>
                  <a:lnTo>
                    <a:pt x="16" y="513"/>
                  </a:lnTo>
                  <a:lnTo>
                    <a:pt x="13" y="510"/>
                  </a:lnTo>
                  <a:lnTo>
                    <a:pt x="11" y="510"/>
                  </a:lnTo>
                  <a:lnTo>
                    <a:pt x="9" y="510"/>
                  </a:lnTo>
                  <a:lnTo>
                    <a:pt x="9" y="510"/>
                  </a:lnTo>
                  <a:lnTo>
                    <a:pt x="7" y="510"/>
                  </a:lnTo>
                  <a:lnTo>
                    <a:pt x="6" y="510"/>
                  </a:lnTo>
                  <a:lnTo>
                    <a:pt x="0" y="510"/>
                  </a:lnTo>
                  <a:lnTo>
                    <a:pt x="0" y="499"/>
                  </a:lnTo>
                  <a:lnTo>
                    <a:pt x="13" y="485"/>
                  </a:lnTo>
                  <a:lnTo>
                    <a:pt x="21" y="466"/>
                  </a:lnTo>
                  <a:lnTo>
                    <a:pt x="28" y="445"/>
                  </a:lnTo>
                  <a:lnTo>
                    <a:pt x="23" y="442"/>
                  </a:lnTo>
                  <a:lnTo>
                    <a:pt x="21" y="437"/>
                  </a:lnTo>
                  <a:lnTo>
                    <a:pt x="20" y="433"/>
                  </a:lnTo>
                  <a:lnTo>
                    <a:pt x="18" y="426"/>
                  </a:lnTo>
                  <a:lnTo>
                    <a:pt x="16" y="419"/>
                  </a:lnTo>
                  <a:lnTo>
                    <a:pt x="30" y="416"/>
                  </a:lnTo>
                  <a:lnTo>
                    <a:pt x="41" y="414"/>
                  </a:lnTo>
                  <a:lnTo>
                    <a:pt x="49" y="410"/>
                  </a:lnTo>
                  <a:lnTo>
                    <a:pt x="60" y="409"/>
                  </a:lnTo>
                  <a:close/>
                  <a:moveTo>
                    <a:pt x="1556" y="368"/>
                  </a:moveTo>
                  <a:lnTo>
                    <a:pt x="1571" y="368"/>
                  </a:lnTo>
                  <a:lnTo>
                    <a:pt x="1571" y="372"/>
                  </a:lnTo>
                  <a:lnTo>
                    <a:pt x="1568" y="372"/>
                  </a:lnTo>
                  <a:lnTo>
                    <a:pt x="1564" y="374"/>
                  </a:lnTo>
                  <a:lnTo>
                    <a:pt x="1563" y="374"/>
                  </a:lnTo>
                  <a:lnTo>
                    <a:pt x="1563" y="374"/>
                  </a:lnTo>
                  <a:lnTo>
                    <a:pt x="1561" y="374"/>
                  </a:lnTo>
                  <a:lnTo>
                    <a:pt x="1561" y="374"/>
                  </a:lnTo>
                  <a:lnTo>
                    <a:pt x="1559" y="372"/>
                  </a:lnTo>
                  <a:lnTo>
                    <a:pt x="1556" y="368"/>
                  </a:lnTo>
                  <a:close/>
                  <a:moveTo>
                    <a:pt x="454" y="368"/>
                  </a:moveTo>
                  <a:lnTo>
                    <a:pt x="458" y="391"/>
                  </a:lnTo>
                  <a:lnTo>
                    <a:pt x="452" y="395"/>
                  </a:lnTo>
                  <a:lnTo>
                    <a:pt x="449" y="396"/>
                  </a:lnTo>
                  <a:lnTo>
                    <a:pt x="445" y="398"/>
                  </a:lnTo>
                  <a:lnTo>
                    <a:pt x="440" y="402"/>
                  </a:lnTo>
                  <a:lnTo>
                    <a:pt x="435" y="403"/>
                  </a:lnTo>
                  <a:lnTo>
                    <a:pt x="433" y="402"/>
                  </a:lnTo>
                  <a:lnTo>
                    <a:pt x="432" y="402"/>
                  </a:lnTo>
                  <a:lnTo>
                    <a:pt x="430" y="400"/>
                  </a:lnTo>
                  <a:lnTo>
                    <a:pt x="428" y="400"/>
                  </a:lnTo>
                  <a:lnTo>
                    <a:pt x="423" y="400"/>
                  </a:lnTo>
                  <a:lnTo>
                    <a:pt x="423" y="396"/>
                  </a:lnTo>
                  <a:lnTo>
                    <a:pt x="423" y="395"/>
                  </a:lnTo>
                  <a:lnTo>
                    <a:pt x="421" y="395"/>
                  </a:lnTo>
                  <a:lnTo>
                    <a:pt x="421" y="393"/>
                  </a:lnTo>
                  <a:lnTo>
                    <a:pt x="419" y="391"/>
                  </a:lnTo>
                  <a:lnTo>
                    <a:pt x="419" y="384"/>
                  </a:lnTo>
                  <a:lnTo>
                    <a:pt x="428" y="379"/>
                  </a:lnTo>
                  <a:lnTo>
                    <a:pt x="435" y="374"/>
                  </a:lnTo>
                  <a:lnTo>
                    <a:pt x="442" y="370"/>
                  </a:lnTo>
                  <a:lnTo>
                    <a:pt x="454" y="368"/>
                  </a:lnTo>
                  <a:close/>
                  <a:moveTo>
                    <a:pt x="109" y="365"/>
                  </a:moveTo>
                  <a:lnTo>
                    <a:pt x="112" y="365"/>
                  </a:lnTo>
                  <a:lnTo>
                    <a:pt x="116" y="367"/>
                  </a:lnTo>
                  <a:lnTo>
                    <a:pt x="117" y="367"/>
                  </a:lnTo>
                  <a:lnTo>
                    <a:pt x="117" y="367"/>
                  </a:lnTo>
                  <a:lnTo>
                    <a:pt x="117" y="367"/>
                  </a:lnTo>
                  <a:lnTo>
                    <a:pt x="119" y="368"/>
                  </a:lnTo>
                  <a:lnTo>
                    <a:pt x="121" y="372"/>
                  </a:lnTo>
                  <a:lnTo>
                    <a:pt x="109" y="372"/>
                  </a:lnTo>
                  <a:lnTo>
                    <a:pt x="109" y="365"/>
                  </a:lnTo>
                  <a:close/>
                  <a:moveTo>
                    <a:pt x="384" y="342"/>
                  </a:moveTo>
                  <a:lnTo>
                    <a:pt x="390" y="342"/>
                  </a:lnTo>
                  <a:lnTo>
                    <a:pt x="391" y="342"/>
                  </a:lnTo>
                  <a:lnTo>
                    <a:pt x="393" y="344"/>
                  </a:lnTo>
                  <a:lnTo>
                    <a:pt x="395" y="344"/>
                  </a:lnTo>
                  <a:lnTo>
                    <a:pt x="397" y="346"/>
                  </a:lnTo>
                  <a:lnTo>
                    <a:pt x="398" y="349"/>
                  </a:lnTo>
                  <a:lnTo>
                    <a:pt x="400" y="351"/>
                  </a:lnTo>
                  <a:lnTo>
                    <a:pt x="400" y="356"/>
                  </a:lnTo>
                  <a:lnTo>
                    <a:pt x="400" y="361"/>
                  </a:lnTo>
                  <a:lnTo>
                    <a:pt x="397" y="372"/>
                  </a:lnTo>
                  <a:lnTo>
                    <a:pt x="395" y="388"/>
                  </a:lnTo>
                  <a:lnTo>
                    <a:pt x="393" y="400"/>
                  </a:lnTo>
                  <a:lnTo>
                    <a:pt x="388" y="402"/>
                  </a:lnTo>
                  <a:lnTo>
                    <a:pt x="384" y="403"/>
                  </a:lnTo>
                  <a:lnTo>
                    <a:pt x="381" y="407"/>
                  </a:lnTo>
                  <a:lnTo>
                    <a:pt x="377" y="407"/>
                  </a:lnTo>
                  <a:lnTo>
                    <a:pt x="377" y="405"/>
                  </a:lnTo>
                  <a:lnTo>
                    <a:pt x="376" y="405"/>
                  </a:lnTo>
                  <a:lnTo>
                    <a:pt x="376" y="405"/>
                  </a:lnTo>
                  <a:lnTo>
                    <a:pt x="374" y="403"/>
                  </a:lnTo>
                  <a:lnTo>
                    <a:pt x="370" y="400"/>
                  </a:lnTo>
                  <a:lnTo>
                    <a:pt x="369" y="396"/>
                  </a:lnTo>
                  <a:lnTo>
                    <a:pt x="369" y="391"/>
                  </a:lnTo>
                  <a:lnTo>
                    <a:pt x="369" y="388"/>
                  </a:lnTo>
                  <a:lnTo>
                    <a:pt x="365" y="384"/>
                  </a:lnTo>
                  <a:lnTo>
                    <a:pt x="358" y="379"/>
                  </a:lnTo>
                  <a:lnTo>
                    <a:pt x="349" y="377"/>
                  </a:lnTo>
                  <a:lnTo>
                    <a:pt x="341" y="379"/>
                  </a:lnTo>
                  <a:lnTo>
                    <a:pt x="332" y="377"/>
                  </a:lnTo>
                  <a:lnTo>
                    <a:pt x="323" y="372"/>
                  </a:lnTo>
                  <a:lnTo>
                    <a:pt x="316" y="361"/>
                  </a:lnTo>
                  <a:lnTo>
                    <a:pt x="320" y="361"/>
                  </a:lnTo>
                  <a:lnTo>
                    <a:pt x="322" y="358"/>
                  </a:lnTo>
                  <a:lnTo>
                    <a:pt x="323" y="356"/>
                  </a:lnTo>
                  <a:lnTo>
                    <a:pt x="323" y="355"/>
                  </a:lnTo>
                  <a:lnTo>
                    <a:pt x="325" y="355"/>
                  </a:lnTo>
                  <a:lnTo>
                    <a:pt x="327" y="355"/>
                  </a:lnTo>
                  <a:lnTo>
                    <a:pt x="330" y="355"/>
                  </a:lnTo>
                  <a:lnTo>
                    <a:pt x="336" y="353"/>
                  </a:lnTo>
                  <a:lnTo>
                    <a:pt x="346" y="356"/>
                  </a:lnTo>
                  <a:lnTo>
                    <a:pt x="358" y="355"/>
                  </a:lnTo>
                  <a:lnTo>
                    <a:pt x="372" y="353"/>
                  </a:lnTo>
                  <a:lnTo>
                    <a:pt x="384" y="353"/>
                  </a:lnTo>
                  <a:lnTo>
                    <a:pt x="384" y="342"/>
                  </a:lnTo>
                  <a:close/>
                  <a:moveTo>
                    <a:pt x="255" y="339"/>
                  </a:moveTo>
                  <a:lnTo>
                    <a:pt x="257" y="342"/>
                  </a:lnTo>
                  <a:lnTo>
                    <a:pt x="259" y="344"/>
                  </a:lnTo>
                  <a:lnTo>
                    <a:pt x="260" y="348"/>
                  </a:lnTo>
                  <a:lnTo>
                    <a:pt x="260" y="351"/>
                  </a:lnTo>
                  <a:lnTo>
                    <a:pt x="262" y="355"/>
                  </a:lnTo>
                  <a:lnTo>
                    <a:pt x="262" y="361"/>
                  </a:lnTo>
                  <a:lnTo>
                    <a:pt x="259" y="361"/>
                  </a:lnTo>
                  <a:lnTo>
                    <a:pt x="259" y="365"/>
                  </a:lnTo>
                  <a:lnTo>
                    <a:pt x="262" y="365"/>
                  </a:lnTo>
                  <a:lnTo>
                    <a:pt x="267" y="367"/>
                  </a:lnTo>
                  <a:lnTo>
                    <a:pt x="273" y="368"/>
                  </a:lnTo>
                  <a:lnTo>
                    <a:pt x="278" y="368"/>
                  </a:lnTo>
                  <a:lnTo>
                    <a:pt x="285" y="368"/>
                  </a:lnTo>
                  <a:lnTo>
                    <a:pt x="288" y="365"/>
                  </a:lnTo>
                  <a:lnTo>
                    <a:pt x="290" y="363"/>
                  </a:lnTo>
                  <a:lnTo>
                    <a:pt x="290" y="363"/>
                  </a:lnTo>
                  <a:lnTo>
                    <a:pt x="292" y="363"/>
                  </a:lnTo>
                  <a:lnTo>
                    <a:pt x="294" y="363"/>
                  </a:lnTo>
                  <a:lnTo>
                    <a:pt x="297" y="365"/>
                  </a:lnTo>
                  <a:lnTo>
                    <a:pt x="299" y="367"/>
                  </a:lnTo>
                  <a:lnTo>
                    <a:pt x="299" y="368"/>
                  </a:lnTo>
                  <a:lnTo>
                    <a:pt x="299" y="370"/>
                  </a:lnTo>
                  <a:lnTo>
                    <a:pt x="301" y="372"/>
                  </a:lnTo>
                  <a:lnTo>
                    <a:pt x="301" y="375"/>
                  </a:lnTo>
                  <a:lnTo>
                    <a:pt x="299" y="379"/>
                  </a:lnTo>
                  <a:lnTo>
                    <a:pt x="299" y="381"/>
                  </a:lnTo>
                  <a:lnTo>
                    <a:pt x="299" y="381"/>
                  </a:lnTo>
                  <a:lnTo>
                    <a:pt x="299" y="382"/>
                  </a:lnTo>
                  <a:lnTo>
                    <a:pt x="299" y="384"/>
                  </a:lnTo>
                  <a:lnTo>
                    <a:pt x="297" y="388"/>
                  </a:lnTo>
                  <a:lnTo>
                    <a:pt x="287" y="393"/>
                  </a:lnTo>
                  <a:lnTo>
                    <a:pt x="274" y="393"/>
                  </a:lnTo>
                  <a:lnTo>
                    <a:pt x="260" y="393"/>
                  </a:lnTo>
                  <a:lnTo>
                    <a:pt x="246" y="396"/>
                  </a:lnTo>
                  <a:lnTo>
                    <a:pt x="236" y="403"/>
                  </a:lnTo>
                  <a:lnTo>
                    <a:pt x="224" y="412"/>
                  </a:lnTo>
                  <a:lnTo>
                    <a:pt x="213" y="421"/>
                  </a:lnTo>
                  <a:lnTo>
                    <a:pt x="198" y="426"/>
                  </a:lnTo>
                  <a:lnTo>
                    <a:pt x="196" y="423"/>
                  </a:lnTo>
                  <a:lnTo>
                    <a:pt x="194" y="419"/>
                  </a:lnTo>
                  <a:lnTo>
                    <a:pt x="194" y="416"/>
                  </a:lnTo>
                  <a:lnTo>
                    <a:pt x="192" y="410"/>
                  </a:lnTo>
                  <a:lnTo>
                    <a:pt x="198" y="407"/>
                  </a:lnTo>
                  <a:lnTo>
                    <a:pt x="203" y="403"/>
                  </a:lnTo>
                  <a:lnTo>
                    <a:pt x="206" y="398"/>
                  </a:lnTo>
                  <a:lnTo>
                    <a:pt x="210" y="393"/>
                  </a:lnTo>
                  <a:lnTo>
                    <a:pt x="212" y="388"/>
                  </a:lnTo>
                  <a:lnTo>
                    <a:pt x="192" y="388"/>
                  </a:lnTo>
                  <a:lnTo>
                    <a:pt x="180" y="393"/>
                  </a:lnTo>
                  <a:lnTo>
                    <a:pt x="166" y="395"/>
                  </a:lnTo>
                  <a:lnTo>
                    <a:pt x="150" y="393"/>
                  </a:lnTo>
                  <a:lnTo>
                    <a:pt x="140" y="388"/>
                  </a:lnTo>
                  <a:lnTo>
                    <a:pt x="135" y="388"/>
                  </a:lnTo>
                  <a:lnTo>
                    <a:pt x="135" y="384"/>
                  </a:lnTo>
                  <a:lnTo>
                    <a:pt x="140" y="382"/>
                  </a:lnTo>
                  <a:lnTo>
                    <a:pt x="144" y="381"/>
                  </a:lnTo>
                  <a:lnTo>
                    <a:pt x="145" y="379"/>
                  </a:lnTo>
                  <a:lnTo>
                    <a:pt x="149" y="377"/>
                  </a:lnTo>
                  <a:lnTo>
                    <a:pt x="150" y="372"/>
                  </a:lnTo>
                  <a:lnTo>
                    <a:pt x="147" y="372"/>
                  </a:lnTo>
                  <a:lnTo>
                    <a:pt x="147" y="368"/>
                  </a:lnTo>
                  <a:lnTo>
                    <a:pt x="152" y="368"/>
                  </a:lnTo>
                  <a:lnTo>
                    <a:pt x="156" y="367"/>
                  </a:lnTo>
                  <a:lnTo>
                    <a:pt x="159" y="367"/>
                  </a:lnTo>
                  <a:lnTo>
                    <a:pt x="163" y="365"/>
                  </a:lnTo>
                  <a:lnTo>
                    <a:pt x="161" y="363"/>
                  </a:lnTo>
                  <a:lnTo>
                    <a:pt x="159" y="361"/>
                  </a:lnTo>
                  <a:lnTo>
                    <a:pt x="157" y="360"/>
                  </a:lnTo>
                  <a:lnTo>
                    <a:pt x="157" y="358"/>
                  </a:lnTo>
                  <a:lnTo>
                    <a:pt x="156" y="356"/>
                  </a:lnTo>
                  <a:lnTo>
                    <a:pt x="154" y="353"/>
                  </a:lnTo>
                  <a:lnTo>
                    <a:pt x="157" y="353"/>
                  </a:lnTo>
                  <a:lnTo>
                    <a:pt x="159" y="351"/>
                  </a:lnTo>
                  <a:lnTo>
                    <a:pt x="159" y="351"/>
                  </a:lnTo>
                  <a:lnTo>
                    <a:pt x="161" y="351"/>
                  </a:lnTo>
                  <a:lnTo>
                    <a:pt x="163" y="349"/>
                  </a:lnTo>
                  <a:lnTo>
                    <a:pt x="182" y="355"/>
                  </a:lnTo>
                  <a:lnTo>
                    <a:pt x="198" y="361"/>
                  </a:lnTo>
                  <a:lnTo>
                    <a:pt x="212" y="368"/>
                  </a:lnTo>
                  <a:lnTo>
                    <a:pt x="227" y="374"/>
                  </a:lnTo>
                  <a:lnTo>
                    <a:pt x="246" y="375"/>
                  </a:lnTo>
                  <a:lnTo>
                    <a:pt x="243" y="367"/>
                  </a:lnTo>
                  <a:lnTo>
                    <a:pt x="240" y="360"/>
                  </a:lnTo>
                  <a:lnTo>
                    <a:pt x="238" y="355"/>
                  </a:lnTo>
                  <a:lnTo>
                    <a:pt x="236" y="342"/>
                  </a:lnTo>
                  <a:lnTo>
                    <a:pt x="240" y="341"/>
                  </a:lnTo>
                  <a:lnTo>
                    <a:pt x="243" y="339"/>
                  </a:lnTo>
                  <a:lnTo>
                    <a:pt x="248" y="339"/>
                  </a:lnTo>
                  <a:lnTo>
                    <a:pt x="255" y="339"/>
                  </a:lnTo>
                  <a:close/>
                  <a:moveTo>
                    <a:pt x="742" y="318"/>
                  </a:moveTo>
                  <a:lnTo>
                    <a:pt x="754" y="323"/>
                  </a:lnTo>
                  <a:lnTo>
                    <a:pt x="754" y="327"/>
                  </a:lnTo>
                  <a:lnTo>
                    <a:pt x="749" y="327"/>
                  </a:lnTo>
                  <a:lnTo>
                    <a:pt x="746" y="327"/>
                  </a:lnTo>
                  <a:lnTo>
                    <a:pt x="744" y="327"/>
                  </a:lnTo>
                  <a:lnTo>
                    <a:pt x="742" y="325"/>
                  </a:lnTo>
                  <a:lnTo>
                    <a:pt x="742" y="325"/>
                  </a:lnTo>
                  <a:lnTo>
                    <a:pt x="742" y="323"/>
                  </a:lnTo>
                  <a:lnTo>
                    <a:pt x="742" y="318"/>
                  </a:lnTo>
                  <a:close/>
                  <a:moveTo>
                    <a:pt x="140" y="318"/>
                  </a:moveTo>
                  <a:lnTo>
                    <a:pt x="140" y="325"/>
                  </a:lnTo>
                  <a:lnTo>
                    <a:pt x="140" y="330"/>
                  </a:lnTo>
                  <a:lnTo>
                    <a:pt x="142" y="335"/>
                  </a:lnTo>
                  <a:lnTo>
                    <a:pt x="140" y="339"/>
                  </a:lnTo>
                  <a:lnTo>
                    <a:pt x="140" y="342"/>
                  </a:lnTo>
                  <a:lnTo>
                    <a:pt x="135" y="346"/>
                  </a:lnTo>
                  <a:lnTo>
                    <a:pt x="130" y="349"/>
                  </a:lnTo>
                  <a:lnTo>
                    <a:pt x="124" y="353"/>
                  </a:lnTo>
                  <a:lnTo>
                    <a:pt x="121" y="358"/>
                  </a:lnTo>
                  <a:lnTo>
                    <a:pt x="114" y="355"/>
                  </a:lnTo>
                  <a:lnTo>
                    <a:pt x="110" y="353"/>
                  </a:lnTo>
                  <a:lnTo>
                    <a:pt x="107" y="351"/>
                  </a:lnTo>
                  <a:lnTo>
                    <a:pt x="105" y="349"/>
                  </a:lnTo>
                  <a:lnTo>
                    <a:pt x="102" y="346"/>
                  </a:lnTo>
                  <a:lnTo>
                    <a:pt x="100" y="363"/>
                  </a:lnTo>
                  <a:lnTo>
                    <a:pt x="95" y="372"/>
                  </a:lnTo>
                  <a:lnTo>
                    <a:pt x="82" y="375"/>
                  </a:lnTo>
                  <a:lnTo>
                    <a:pt x="72" y="375"/>
                  </a:lnTo>
                  <a:lnTo>
                    <a:pt x="61" y="375"/>
                  </a:lnTo>
                  <a:lnTo>
                    <a:pt x="48" y="375"/>
                  </a:lnTo>
                  <a:lnTo>
                    <a:pt x="48" y="361"/>
                  </a:lnTo>
                  <a:lnTo>
                    <a:pt x="67" y="348"/>
                  </a:lnTo>
                  <a:lnTo>
                    <a:pt x="88" y="335"/>
                  </a:lnTo>
                  <a:lnTo>
                    <a:pt x="112" y="325"/>
                  </a:lnTo>
                  <a:lnTo>
                    <a:pt x="140" y="318"/>
                  </a:lnTo>
                  <a:close/>
                  <a:moveTo>
                    <a:pt x="458" y="311"/>
                  </a:moveTo>
                  <a:lnTo>
                    <a:pt x="461" y="321"/>
                  </a:lnTo>
                  <a:lnTo>
                    <a:pt x="468" y="325"/>
                  </a:lnTo>
                  <a:lnTo>
                    <a:pt x="479" y="325"/>
                  </a:lnTo>
                  <a:lnTo>
                    <a:pt x="496" y="323"/>
                  </a:lnTo>
                  <a:lnTo>
                    <a:pt x="496" y="327"/>
                  </a:lnTo>
                  <a:lnTo>
                    <a:pt x="498" y="332"/>
                  </a:lnTo>
                  <a:lnTo>
                    <a:pt x="500" y="337"/>
                  </a:lnTo>
                  <a:lnTo>
                    <a:pt x="500" y="341"/>
                  </a:lnTo>
                  <a:lnTo>
                    <a:pt x="500" y="346"/>
                  </a:lnTo>
                  <a:lnTo>
                    <a:pt x="500" y="349"/>
                  </a:lnTo>
                  <a:lnTo>
                    <a:pt x="519" y="360"/>
                  </a:lnTo>
                  <a:lnTo>
                    <a:pt x="541" y="365"/>
                  </a:lnTo>
                  <a:lnTo>
                    <a:pt x="566" y="365"/>
                  </a:lnTo>
                  <a:lnTo>
                    <a:pt x="590" y="365"/>
                  </a:lnTo>
                  <a:lnTo>
                    <a:pt x="617" y="363"/>
                  </a:lnTo>
                  <a:lnTo>
                    <a:pt x="639" y="365"/>
                  </a:lnTo>
                  <a:lnTo>
                    <a:pt x="639" y="370"/>
                  </a:lnTo>
                  <a:lnTo>
                    <a:pt x="641" y="375"/>
                  </a:lnTo>
                  <a:lnTo>
                    <a:pt x="643" y="379"/>
                  </a:lnTo>
                  <a:lnTo>
                    <a:pt x="643" y="381"/>
                  </a:lnTo>
                  <a:lnTo>
                    <a:pt x="643" y="384"/>
                  </a:lnTo>
                  <a:lnTo>
                    <a:pt x="643" y="388"/>
                  </a:lnTo>
                  <a:lnTo>
                    <a:pt x="639" y="400"/>
                  </a:lnTo>
                  <a:lnTo>
                    <a:pt x="629" y="400"/>
                  </a:lnTo>
                  <a:lnTo>
                    <a:pt x="617" y="398"/>
                  </a:lnTo>
                  <a:lnTo>
                    <a:pt x="608" y="396"/>
                  </a:lnTo>
                  <a:lnTo>
                    <a:pt x="604" y="396"/>
                  </a:lnTo>
                  <a:lnTo>
                    <a:pt x="601" y="398"/>
                  </a:lnTo>
                  <a:lnTo>
                    <a:pt x="599" y="402"/>
                  </a:lnTo>
                  <a:lnTo>
                    <a:pt x="597" y="403"/>
                  </a:lnTo>
                  <a:lnTo>
                    <a:pt x="594" y="403"/>
                  </a:lnTo>
                  <a:lnTo>
                    <a:pt x="592" y="405"/>
                  </a:lnTo>
                  <a:lnTo>
                    <a:pt x="587" y="407"/>
                  </a:lnTo>
                  <a:lnTo>
                    <a:pt x="582" y="407"/>
                  </a:lnTo>
                  <a:lnTo>
                    <a:pt x="576" y="409"/>
                  </a:lnTo>
                  <a:lnTo>
                    <a:pt x="573" y="410"/>
                  </a:lnTo>
                  <a:lnTo>
                    <a:pt x="568" y="410"/>
                  </a:lnTo>
                  <a:lnTo>
                    <a:pt x="562" y="410"/>
                  </a:lnTo>
                  <a:lnTo>
                    <a:pt x="559" y="405"/>
                  </a:lnTo>
                  <a:lnTo>
                    <a:pt x="557" y="400"/>
                  </a:lnTo>
                  <a:lnTo>
                    <a:pt x="554" y="396"/>
                  </a:lnTo>
                  <a:lnTo>
                    <a:pt x="554" y="400"/>
                  </a:lnTo>
                  <a:lnTo>
                    <a:pt x="550" y="403"/>
                  </a:lnTo>
                  <a:lnTo>
                    <a:pt x="548" y="407"/>
                  </a:lnTo>
                  <a:lnTo>
                    <a:pt x="547" y="410"/>
                  </a:lnTo>
                  <a:lnTo>
                    <a:pt x="538" y="410"/>
                  </a:lnTo>
                  <a:lnTo>
                    <a:pt x="534" y="405"/>
                  </a:lnTo>
                  <a:lnTo>
                    <a:pt x="531" y="398"/>
                  </a:lnTo>
                  <a:lnTo>
                    <a:pt x="528" y="391"/>
                  </a:lnTo>
                  <a:lnTo>
                    <a:pt x="526" y="396"/>
                  </a:lnTo>
                  <a:lnTo>
                    <a:pt x="524" y="400"/>
                  </a:lnTo>
                  <a:lnTo>
                    <a:pt x="522" y="402"/>
                  </a:lnTo>
                  <a:lnTo>
                    <a:pt x="522" y="402"/>
                  </a:lnTo>
                  <a:lnTo>
                    <a:pt x="519" y="402"/>
                  </a:lnTo>
                  <a:lnTo>
                    <a:pt x="515" y="400"/>
                  </a:lnTo>
                  <a:lnTo>
                    <a:pt x="512" y="398"/>
                  </a:lnTo>
                  <a:lnTo>
                    <a:pt x="510" y="396"/>
                  </a:lnTo>
                  <a:lnTo>
                    <a:pt x="510" y="395"/>
                  </a:lnTo>
                  <a:lnTo>
                    <a:pt x="510" y="393"/>
                  </a:lnTo>
                  <a:lnTo>
                    <a:pt x="510" y="391"/>
                  </a:lnTo>
                  <a:lnTo>
                    <a:pt x="510" y="389"/>
                  </a:lnTo>
                  <a:lnTo>
                    <a:pt x="508" y="388"/>
                  </a:lnTo>
                  <a:lnTo>
                    <a:pt x="507" y="388"/>
                  </a:lnTo>
                  <a:lnTo>
                    <a:pt x="505" y="389"/>
                  </a:lnTo>
                  <a:lnTo>
                    <a:pt x="501" y="389"/>
                  </a:lnTo>
                  <a:lnTo>
                    <a:pt x="496" y="391"/>
                  </a:lnTo>
                  <a:lnTo>
                    <a:pt x="493" y="391"/>
                  </a:lnTo>
                  <a:lnTo>
                    <a:pt x="487" y="393"/>
                  </a:lnTo>
                  <a:lnTo>
                    <a:pt x="486" y="391"/>
                  </a:lnTo>
                  <a:lnTo>
                    <a:pt x="484" y="391"/>
                  </a:lnTo>
                  <a:lnTo>
                    <a:pt x="480" y="389"/>
                  </a:lnTo>
                  <a:lnTo>
                    <a:pt x="479" y="388"/>
                  </a:lnTo>
                  <a:lnTo>
                    <a:pt x="475" y="386"/>
                  </a:lnTo>
                  <a:lnTo>
                    <a:pt x="473" y="384"/>
                  </a:lnTo>
                  <a:lnTo>
                    <a:pt x="475" y="374"/>
                  </a:lnTo>
                  <a:lnTo>
                    <a:pt x="473" y="367"/>
                  </a:lnTo>
                  <a:lnTo>
                    <a:pt x="470" y="361"/>
                  </a:lnTo>
                  <a:lnTo>
                    <a:pt x="466" y="353"/>
                  </a:lnTo>
                  <a:lnTo>
                    <a:pt x="466" y="342"/>
                  </a:lnTo>
                  <a:lnTo>
                    <a:pt x="449" y="341"/>
                  </a:lnTo>
                  <a:lnTo>
                    <a:pt x="433" y="335"/>
                  </a:lnTo>
                  <a:lnTo>
                    <a:pt x="419" y="330"/>
                  </a:lnTo>
                  <a:lnTo>
                    <a:pt x="418" y="328"/>
                  </a:lnTo>
                  <a:lnTo>
                    <a:pt x="418" y="327"/>
                  </a:lnTo>
                  <a:lnTo>
                    <a:pt x="418" y="325"/>
                  </a:lnTo>
                  <a:lnTo>
                    <a:pt x="416" y="323"/>
                  </a:lnTo>
                  <a:lnTo>
                    <a:pt x="416" y="318"/>
                  </a:lnTo>
                  <a:lnTo>
                    <a:pt x="423" y="316"/>
                  </a:lnTo>
                  <a:lnTo>
                    <a:pt x="432" y="316"/>
                  </a:lnTo>
                  <a:lnTo>
                    <a:pt x="442" y="314"/>
                  </a:lnTo>
                  <a:lnTo>
                    <a:pt x="445" y="313"/>
                  </a:lnTo>
                  <a:lnTo>
                    <a:pt x="449" y="313"/>
                  </a:lnTo>
                  <a:lnTo>
                    <a:pt x="452" y="311"/>
                  </a:lnTo>
                  <a:lnTo>
                    <a:pt x="458" y="311"/>
                  </a:lnTo>
                  <a:close/>
                  <a:moveTo>
                    <a:pt x="377" y="311"/>
                  </a:moveTo>
                  <a:lnTo>
                    <a:pt x="409" y="311"/>
                  </a:lnTo>
                  <a:lnTo>
                    <a:pt x="409" y="314"/>
                  </a:lnTo>
                  <a:lnTo>
                    <a:pt x="411" y="318"/>
                  </a:lnTo>
                  <a:lnTo>
                    <a:pt x="411" y="321"/>
                  </a:lnTo>
                  <a:lnTo>
                    <a:pt x="412" y="327"/>
                  </a:lnTo>
                  <a:lnTo>
                    <a:pt x="404" y="327"/>
                  </a:lnTo>
                  <a:lnTo>
                    <a:pt x="400" y="327"/>
                  </a:lnTo>
                  <a:lnTo>
                    <a:pt x="397" y="327"/>
                  </a:lnTo>
                  <a:lnTo>
                    <a:pt x="390" y="325"/>
                  </a:lnTo>
                  <a:lnTo>
                    <a:pt x="384" y="325"/>
                  </a:lnTo>
                  <a:lnTo>
                    <a:pt x="377" y="323"/>
                  </a:lnTo>
                  <a:lnTo>
                    <a:pt x="377" y="311"/>
                  </a:lnTo>
                  <a:close/>
                  <a:moveTo>
                    <a:pt x="301" y="307"/>
                  </a:moveTo>
                  <a:lnTo>
                    <a:pt x="308" y="311"/>
                  </a:lnTo>
                  <a:lnTo>
                    <a:pt x="315" y="314"/>
                  </a:lnTo>
                  <a:lnTo>
                    <a:pt x="318" y="320"/>
                  </a:lnTo>
                  <a:lnTo>
                    <a:pt x="322" y="327"/>
                  </a:lnTo>
                  <a:lnTo>
                    <a:pt x="323" y="334"/>
                  </a:lnTo>
                  <a:lnTo>
                    <a:pt x="313" y="334"/>
                  </a:lnTo>
                  <a:lnTo>
                    <a:pt x="313" y="330"/>
                  </a:lnTo>
                  <a:lnTo>
                    <a:pt x="308" y="327"/>
                  </a:lnTo>
                  <a:lnTo>
                    <a:pt x="306" y="323"/>
                  </a:lnTo>
                  <a:lnTo>
                    <a:pt x="304" y="320"/>
                  </a:lnTo>
                  <a:lnTo>
                    <a:pt x="302" y="314"/>
                  </a:lnTo>
                  <a:lnTo>
                    <a:pt x="301" y="307"/>
                  </a:lnTo>
                  <a:close/>
                  <a:moveTo>
                    <a:pt x="489" y="299"/>
                  </a:moveTo>
                  <a:lnTo>
                    <a:pt x="505" y="299"/>
                  </a:lnTo>
                  <a:lnTo>
                    <a:pt x="505" y="307"/>
                  </a:lnTo>
                  <a:lnTo>
                    <a:pt x="489" y="307"/>
                  </a:lnTo>
                  <a:lnTo>
                    <a:pt x="489" y="299"/>
                  </a:lnTo>
                  <a:close/>
                  <a:moveTo>
                    <a:pt x="192" y="299"/>
                  </a:moveTo>
                  <a:lnTo>
                    <a:pt x="201" y="300"/>
                  </a:lnTo>
                  <a:lnTo>
                    <a:pt x="208" y="300"/>
                  </a:lnTo>
                  <a:lnTo>
                    <a:pt x="215" y="302"/>
                  </a:lnTo>
                  <a:lnTo>
                    <a:pt x="220" y="304"/>
                  </a:lnTo>
                  <a:lnTo>
                    <a:pt x="217" y="309"/>
                  </a:lnTo>
                  <a:lnTo>
                    <a:pt x="213" y="314"/>
                  </a:lnTo>
                  <a:lnTo>
                    <a:pt x="210" y="318"/>
                  </a:lnTo>
                  <a:lnTo>
                    <a:pt x="205" y="323"/>
                  </a:lnTo>
                  <a:lnTo>
                    <a:pt x="199" y="327"/>
                  </a:lnTo>
                  <a:lnTo>
                    <a:pt x="194" y="328"/>
                  </a:lnTo>
                  <a:lnTo>
                    <a:pt x="191" y="328"/>
                  </a:lnTo>
                  <a:lnTo>
                    <a:pt x="185" y="327"/>
                  </a:lnTo>
                  <a:lnTo>
                    <a:pt x="182" y="323"/>
                  </a:lnTo>
                  <a:lnTo>
                    <a:pt x="180" y="320"/>
                  </a:lnTo>
                  <a:lnTo>
                    <a:pt x="178" y="316"/>
                  </a:lnTo>
                  <a:lnTo>
                    <a:pt x="178" y="311"/>
                  </a:lnTo>
                  <a:lnTo>
                    <a:pt x="185" y="306"/>
                  </a:lnTo>
                  <a:lnTo>
                    <a:pt x="192" y="299"/>
                  </a:lnTo>
                  <a:close/>
                  <a:moveTo>
                    <a:pt x="435" y="292"/>
                  </a:moveTo>
                  <a:lnTo>
                    <a:pt x="440" y="292"/>
                  </a:lnTo>
                  <a:lnTo>
                    <a:pt x="444" y="292"/>
                  </a:lnTo>
                  <a:lnTo>
                    <a:pt x="447" y="292"/>
                  </a:lnTo>
                  <a:lnTo>
                    <a:pt x="449" y="292"/>
                  </a:lnTo>
                  <a:lnTo>
                    <a:pt x="452" y="292"/>
                  </a:lnTo>
                  <a:lnTo>
                    <a:pt x="456" y="292"/>
                  </a:lnTo>
                  <a:lnTo>
                    <a:pt x="461" y="292"/>
                  </a:lnTo>
                  <a:lnTo>
                    <a:pt x="461" y="299"/>
                  </a:lnTo>
                  <a:lnTo>
                    <a:pt x="438" y="304"/>
                  </a:lnTo>
                  <a:lnTo>
                    <a:pt x="435" y="292"/>
                  </a:lnTo>
                  <a:close/>
                  <a:moveTo>
                    <a:pt x="220" y="281"/>
                  </a:moveTo>
                  <a:lnTo>
                    <a:pt x="227" y="283"/>
                  </a:lnTo>
                  <a:lnTo>
                    <a:pt x="234" y="285"/>
                  </a:lnTo>
                  <a:lnTo>
                    <a:pt x="240" y="288"/>
                  </a:lnTo>
                  <a:lnTo>
                    <a:pt x="236" y="288"/>
                  </a:lnTo>
                  <a:lnTo>
                    <a:pt x="227" y="292"/>
                  </a:lnTo>
                  <a:lnTo>
                    <a:pt x="217" y="292"/>
                  </a:lnTo>
                  <a:lnTo>
                    <a:pt x="205" y="292"/>
                  </a:lnTo>
                  <a:lnTo>
                    <a:pt x="205" y="288"/>
                  </a:lnTo>
                  <a:lnTo>
                    <a:pt x="208" y="288"/>
                  </a:lnTo>
                  <a:lnTo>
                    <a:pt x="212" y="285"/>
                  </a:lnTo>
                  <a:lnTo>
                    <a:pt x="217" y="283"/>
                  </a:lnTo>
                  <a:lnTo>
                    <a:pt x="220" y="281"/>
                  </a:lnTo>
                  <a:close/>
                  <a:moveTo>
                    <a:pt x="400" y="253"/>
                  </a:moveTo>
                  <a:lnTo>
                    <a:pt x="416" y="253"/>
                  </a:lnTo>
                  <a:lnTo>
                    <a:pt x="421" y="260"/>
                  </a:lnTo>
                  <a:lnTo>
                    <a:pt x="428" y="267"/>
                  </a:lnTo>
                  <a:lnTo>
                    <a:pt x="435" y="272"/>
                  </a:lnTo>
                  <a:lnTo>
                    <a:pt x="432" y="276"/>
                  </a:lnTo>
                  <a:lnTo>
                    <a:pt x="430" y="278"/>
                  </a:lnTo>
                  <a:lnTo>
                    <a:pt x="428" y="279"/>
                  </a:lnTo>
                  <a:lnTo>
                    <a:pt x="426" y="283"/>
                  </a:lnTo>
                  <a:lnTo>
                    <a:pt x="425" y="286"/>
                  </a:lnTo>
                  <a:lnTo>
                    <a:pt x="423" y="292"/>
                  </a:lnTo>
                  <a:lnTo>
                    <a:pt x="418" y="292"/>
                  </a:lnTo>
                  <a:lnTo>
                    <a:pt x="411" y="292"/>
                  </a:lnTo>
                  <a:lnTo>
                    <a:pt x="407" y="290"/>
                  </a:lnTo>
                  <a:lnTo>
                    <a:pt x="402" y="290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8" y="276"/>
                  </a:lnTo>
                  <a:lnTo>
                    <a:pt x="400" y="269"/>
                  </a:lnTo>
                  <a:lnTo>
                    <a:pt x="400" y="262"/>
                  </a:lnTo>
                  <a:lnTo>
                    <a:pt x="400" y="253"/>
                  </a:lnTo>
                  <a:close/>
                  <a:moveTo>
                    <a:pt x="323" y="224"/>
                  </a:moveTo>
                  <a:lnTo>
                    <a:pt x="341" y="229"/>
                  </a:lnTo>
                  <a:lnTo>
                    <a:pt x="353" y="238"/>
                  </a:lnTo>
                  <a:lnTo>
                    <a:pt x="363" y="246"/>
                  </a:lnTo>
                  <a:lnTo>
                    <a:pt x="374" y="257"/>
                  </a:lnTo>
                  <a:lnTo>
                    <a:pt x="384" y="265"/>
                  </a:lnTo>
                  <a:lnTo>
                    <a:pt x="384" y="262"/>
                  </a:lnTo>
                  <a:lnTo>
                    <a:pt x="390" y="262"/>
                  </a:lnTo>
                  <a:lnTo>
                    <a:pt x="390" y="265"/>
                  </a:lnTo>
                  <a:lnTo>
                    <a:pt x="391" y="269"/>
                  </a:lnTo>
                  <a:lnTo>
                    <a:pt x="395" y="274"/>
                  </a:lnTo>
                  <a:lnTo>
                    <a:pt x="397" y="281"/>
                  </a:lnTo>
                  <a:lnTo>
                    <a:pt x="390" y="281"/>
                  </a:lnTo>
                  <a:lnTo>
                    <a:pt x="386" y="281"/>
                  </a:lnTo>
                  <a:lnTo>
                    <a:pt x="386" y="283"/>
                  </a:lnTo>
                  <a:lnTo>
                    <a:pt x="384" y="283"/>
                  </a:lnTo>
                  <a:lnTo>
                    <a:pt x="381" y="283"/>
                  </a:lnTo>
                  <a:lnTo>
                    <a:pt x="377" y="285"/>
                  </a:lnTo>
                  <a:lnTo>
                    <a:pt x="363" y="274"/>
                  </a:lnTo>
                  <a:lnTo>
                    <a:pt x="349" y="269"/>
                  </a:lnTo>
                  <a:lnTo>
                    <a:pt x="332" y="265"/>
                  </a:lnTo>
                  <a:lnTo>
                    <a:pt x="316" y="257"/>
                  </a:lnTo>
                  <a:lnTo>
                    <a:pt x="322" y="252"/>
                  </a:lnTo>
                  <a:lnTo>
                    <a:pt x="323" y="246"/>
                  </a:lnTo>
                  <a:lnTo>
                    <a:pt x="322" y="241"/>
                  </a:lnTo>
                  <a:lnTo>
                    <a:pt x="322" y="234"/>
                  </a:lnTo>
                  <a:lnTo>
                    <a:pt x="323" y="224"/>
                  </a:lnTo>
                  <a:close/>
                  <a:moveTo>
                    <a:pt x="1538" y="217"/>
                  </a:moveTo>
                  <a:lnTo>
                    <a:pt x="1542" y="217"/>
                  </a:lnTo>
                  <a:lnTo>
                    <a:pt x="1545" y="218"/>
                  </a:lnTo>
                  <a:lnTo>
                    <a:pt x="1547" y="220"/>
                  </a:lnTo>
                  <a:lnTo>
                    <a:pt x="1549" y="222"/>
                  </a:lnTo>
                  <a:lnTo>
                    <a:pt x="1550" y="224"/>
                  </a:lnTo>
                  <a:lnTo>
                    <a:pt x="1550" y="225"/>
                  </a:lnTo>
                  <a:lnTo>
                    <a:pt x="1550" y="227"/>
                  </a:lnTo>
                  <a:lnTo>
                    <a:pt x="1552" y="231"/>
                  </a:lnTo>
                  <a:lnTo>
                    <a:pt x="1545" y="231"/>
                  </a:lnTo>
                  <a:lnTo>
                    <a:pt x="1542" y="232"/>
                  </a:lnTo>
                  <a:lnTo>
                    <a:pt x="1538" y="232"/>
                  </a:lnTo>
                  <a:lnTo>
                    <a:pt x="1535" y="234"/>
                  </a:lnTo>
                  <a:lnTo>
                    <a:pt x="1529" y="234"/>
                  </a:lnTo>
                  <a:lnTo>
                    <a:pt x="1529" y="231"/>
                  </a:lnTo>
                  <a:lnTo>
                    <a:pt x="1526" y="231"/>
                  </a:lnTo>
                  <a:lnTo>
                    <a:pt x="1526" y="218"/>
                  </a:lnTo>
                  <a:lnTo>
                    <a:pt x="1531" y="218"/>
                  </a:lnTo>
                  <a:lnTo>
                    <a:pt x="1536" y="217"/>
                  </a:lnTo>
                  <a:lnTo>
                    <a:pt x="1538" y="217"/>
                  </a:lnTo>
                  <a:close/>
                  <a:moveTo>
                    <a:pt x="377" y="208"/>
                  </a:moveTo>
                  <a:lnTo>
                    <a:pt x="393" y="208"/>
                  </a:lnTo>
                  <a:lnTo>
                    <a:pt x="393" y="211"/>
                  </a:lnTo>
                  <a:lnTo>
                    <a:pt x="390" y="211"/>
                  </a:lnTo>
                  <a:lnTo>
                    <a:pt x="386" y="211"/>
                  </a:lnTo>
                  <a:lnTo>
                    <a:pt x="384" y="213"/>
                  </a:lnTo>
                  <a:lnTo>
                    <a:pt x="383" y="213"/>
                  </a:lnTo>
                  <a:lnTo>
                    <a:pt x="383" y="213"/>
                  </a:lnTo>
                  <a:lnTo>
                    <a:pt x="381" y="213"/>
                  </a:lnTo>
                  <a:lnTo>
                    <a:pt x="379" y="211"/>
                  </a:lnTo>
                  <a:lnTo>
                    <a:pt x="377" y="208"/>
                  </a:lnTo>
                  <a:close/>
                  <a:moveTo>
                    <a:pt x="458" y="131"/>
                  </a:moveTo>
                  <a:lnTo>
                    <a:pt x="477" y="152"/>
                  </a:lnTo>
                  <a:lnTo>
                    <a:pt x="501" y="168"/>
                  </a:lnTo>
                  <a:lnTo>
                    <a:pt x="531" y="180"/>
                  </a:lnTo>
                  <a:lnTo>
                    <a:pt x="533" y="197"/>
                  </a:lnTo>
                  <a:lnTo>
                    <a:pt x="538" y="210"/>
                  </a:lnTo>
                  <a:lnTo>
                    <a:pt x="543" y="217"/>
                  </a:lnTo>
                  <a:lnTo>
                    <a:pt x="550" y="224"/>
                  </a:lnTo>
                  <a:lnTo>
                    <a:pt x="557" y="234"/>
                  </a:lnTo>
                  <a:lnTo>
                    <a:pt x="545" y="236"/>
                  </a:lnTo>
                  <a:lnTo>
                    <a:pt x="533" y="238"/>
                  </a:lnTo>
                  <a:lnTo>
                    <a:pt x="522" y="243"/>
                  </a:lnTo>
                  <a:lnTo>
                    <a:pt x="515" y="250"/>
                  </a:lnTo>
                  <a:lnTo>
                    <a:pt x="514" y="253"/>
                  </a:lnTo>
                  <a:lnTo>
                    <a:pt x="512" y="257"/>
                  </a:lnTo>
                  <a:lnTo>
                    <a:pt x="510" y="260"/>
                  </a:lnTo>
                  <a:lnTo>
                    <a:pt x="508" y="262"/>
                  </a:lnTo>
                  <a:lnTo>
                    <a:pt x="505" y="265"/>
                  </a:lnTo>
                  <a:lnTo>
                    <a:pt x="494" y="267"/>
                  </a:lnTo>
                  <a:lnTo>
                    <a:pt x="479" y="269"/>
                  </a:lnTo>
                  <a:lnTo>
                    <a:pt x="461" y="267"/>
                  </a:lnTo>
                  <a:lnTo>
                    <a:pt x="447" y="265"/>
                  </a:lnTo>
                  <a:lnTo>
                    <a:pt x="444" y="255"/>
                  </a:lnTo>
                  <a:lnTo>
                    <a:pt x="442" y="248"/>
                  </a:lnTo>
                  <a:lnTo>
                    <a:pt x="440" y="243"/>
                  </a:lnTo>
                  <a:lnTo>
                    <a:pt x="435" y="234"/>
                  </a:lnTo>
                  <a:lnTo>
                    <a:pt x="458" y="227"/>
                  </a:lnTo>
                  <a:lnTo>
                    <a:pt x="458" y="224"/>
                  </a:lnTo>
                  <a:lnTo>
                    <a:pt x="440" y="222"/>
                  </a:lnTo>
                  <a:lnTo>
                    <a:pt x="428" y="218"/>
                  </a:lnTo>
                  <a:lnTo>
                    <a:pt x="419" y="211"/>
                  </a:lnTo>
                  <a:lnTo>
                    <a:pt x="418" y="206"/>
                  </a:lnTo>
                  <a:lnTo>
                    <a:pt x="414" y="201"/>
                  </a:lnTo>
                  <a:lnTo>
                    <a:pt x="412" y="196"/>
                  </a:lnTo>
                  <a:lnTo>
                    <a:pt x="412" y="190"/>
                  </a:lnTo>
                  <a:lnTo>
                    <a:pt x="412" y="187"/>
                  </a:lnTo>
                  <a:lnTo>
                    <a:pt x="412" y="183"/>
                  </a:lnTo>
                  <a:lnTo>
                    <a:pt x="414" y="183"/>
                  </a:lnTo>
                  <a:lnTo>
                    <a:pt x="416" y="182"/>
                  </a:lnTo>
                  <a:lnTo>
                    <a:pt x="418" y="182"/>
                  </a:lnTo>
                  <a:lnTo>
                    <a:pt x="419" y="182"/>
                  </a:lnTo>
                  <a:lnTo>
                    <a:pt x="423" y="180"/>
                  </a:lnTo>
                  <a:lnTo>
                    <a:pt x="425" y="175"/>
                  </a:lnTo>
                  <a:lnTo>
                    <a:pt x="425" y="169"/>
                  </a:lnTo>
                  <a:lnTo>
                    <a:pt x="425" y="166"/>
                  </a:lnTo>
                  <a:lnTo>
                    <a:pt x="426" y="164"/>
                  </a:lnTo>
                  <a:lnTo>
                    <a:pt x="428" y="161"/>
                  </a:lnTo>
                  <a:lnTo>
                    <a:pt x="430" y="161"/>
                  </a:lnTo>
                  <a:lnTo>
                    <a:pt x="432" y="159"/>
                  </a:lnTo>
                  <a:lnTo>
                    <a:pt x="433" y="159"/>
                  </a:lnTo>
                  <a:lnTo>
                    <a:pt x="435" y="159"/>
                  </a:lnTo>
                  <a:lnTo>
                    <a:pt x="438" y="157"/>
                  </a:lnTo>
                  <a:lnTo>
                    <a:pt x="440" y="150"/>
                  </a:lnTo>
                  <a:lnTo>
                    <a:pt x="442" y="145"/>
                  </a:lnTo>
                  <a:lnTo>
                    <a:pt x="444" y="140"/>
                  </a:lnTo>
                  <a:lnTo>
                    <a:pt x="447" y="135"/>
                  </a:lnTo>
                  <a:lnTo>
                    <a:pt x="449" y="133"/>
                  </a:lnTo>
                  <a:lnTo>
                    <a:pt x="451" y="133"/>
                  </a:lnTo>
                  <a:lnTo>
                    <a:pt x="452" y="131"/>
                  </a:lnTo>
                  <a:lnTo>
                    <a:pt x="454" y="131"/>
                  </a:lnTo>
                  <a:lnTo>
                    <a:pt x="458" y="131"/>
                  </a:lnTo>
                  <a:close/>
                  <a:moveTo>
                    <a:pt x="1488" y="112"/>
                  </a:moveTo>
                  <a:lnTo>
                    <a:pt x="1493" y="114"/>
                  </a:lnTo>
                  <a:lnTo>
                    <a:pt x="1498" y="115"/>
                  </a:lnTo>
                  <a:lnTo>
                    <a:pt x="1501" y="117"/>
                  </a:lnTo>
                  <a:lnTo>
                    <a:pt x="1507" y="119"/>
                  </a:lnTo>
                  <a:lnTo>
                    <a:pt x="1507" y="124"/>
                  </a:lnTo>
                  <a:lnTo>
                    <a:pt x="1508" y="128"/>
                  </a:lnTo>
                  <a:lnTo>
                    <a:pt x="1508" y="131"/>
                  </a:lnTo>
                  <a:lnTo>
                    <a:pt x="1510" y="135"/>
                  </a:lnTo>
                  <a:lnTo>
                    <a:pt x="1498" y="135"/>
                  </a:lnTo>
                  <a:lnTo>
                    <a:pt x="1496" y="131"/>
                  </a:lnTo>
                  <a:lnTo>
                    <a:pt x="1494" y="128"/>
                  </a:lnTo>
                  <a:lnTo>
                    <a:pt x="1491" y="124"/>
                  </a:lnTo>
                  <a:lnTo>
                    <a:pt x="1489" y="122"/>
                  </a:lnTo>
                  <a:lnTo>
                    <a:pt x="1489" y="117"/>
                  </a:lnTo>
                  <a:lnTo>
                    <a:pt x="1488" y="112"/>
                  </a:lnTo>
                  <a:close/>
                  <a:moveTo>
                    <a:pt x="1081" y="80"/>
                  </a:moveTo>
                  <a:lnTo>
                    <a:pt x="1095" y="80"/>
                  </a:lnTo>
                  <a:lnTo>
                    <a:pt x="1098" y="89"/>
                  </a:lnTo>
                  <a:lnTo>
                    <a:pt x="1102" y="94"/>
                  </a:lnTo>
                  <a:lnTo>
                    <a:pt x="1105" y="101"/>
                  </a:lnTo>
                  <a:lnTo>
                    <a:pt x="1107" y="112"/>
                  </a:lnTo>
                  <a:lnTo>
                    <a:pt x="1104" y="112"/>
                  </a:lnTo>
                  <a:lnTo>
                    <a:pt x="1093" y="105"/>
                  </a:lnTo>
                  <a:lnTo>
                    <a:pt x="1086" y="98"/>
                  </a:lnTo>
                  <a:lnTo>
                    <a:pt x="1081" y="91"/>
                  </a:lnTo>
                  <a:lnTo>
                    <a:pt x="1081" y="80"/>
                  </a:lnTo>
                  <a:close/>
                  <a:moveTo>
                    <a:pt x="737" y="26"/>
                  </a:moveTo>
                  <a:lnTo>
                    <a:pt x="749" y="26"/>
                  </a:lnTo>
                  <a:lnTo>
                    <a:pt x="754" y="30"/>
                  </a:lnTo>
                  <a:lnTo>
                    <a:pt x="758" y="33"/>
                  </a:lnTo>
                  <a:lnTo>
                    <a:pt x="760" y="37"/>
                  </a:lnTo>
                  <a:lnTo>
                    <a:pt x="763" y="42"/>
                  </a:lnTo>
                  <a:lnTo>
                    <a:pt x="765" y="46"/>
                  </a:lnTo>
                  <a:lnTo>
                    <a:pt x="774" y="37"/>
                  </a:lnTo>
                  <a:lnTo>
                    <a:pt x="784" y="33"/>
                  </a:lnTo>
                  <a:lnTo>
                    <a:pt x="800" y="35"/>
                  </a:lnTo>
                  <a:lnTo>
                    <a:pt x="800" y="49"/>
                  </a:lnTo>
                  <a:lnTo>
                    <a:pt x="822" y="51"/>
                  </a:lnTo>
                  <a:lnTo>
                    <a:pt x="842" y="54"/>
                  </a:lnTo>
                  <a:lnTo>
                    <a:pt x="859" y="58"/>
                  </a:lnTo>
                  <a:lnTo>
                    <a:pt x="878" y="60"/>
                  </a:lnTo>
                  <a:lnTo>
                    <a:pt x="899" y="58"/>
                  </a:lnTo>
                  <a:lnTo>
                    <a:pt x="899" y="70"/>
                  </a:lnTo>
                  <a:lnTo>
                    <a:pt x="903" y="70"/>
                  </a:lnTo>
                  <a:lnTo>
                    <a:pt x="906" y="70"/>
                  </a:lnTo>
                  <a:lnTo>
                    <a:pt x="908" y="70"/>
                  </a:lnTo>
                  <a:lnTo>
                    <a:pt x="910" y="72"/>
                  </a:lnTo>
                  <a:lnTo>
                    <a:pt x="912" y="73"/>
                  </a:lnTo>
                  <a:lnTo>
                    <a:pt x="908" y="73"/>
                  </a:lnTo>
                  <a:lnTo>
                    <a:pt x="892" y="84"/>
                  </a:lnTo>
                  <a:lnTo>
                    <a:pt x="873" y="96"/>
                  </a:lnTo>
                  <a:lnTo>
                    <a:pt x="850" y="107"/>
                  </a:lnTo>
                  <a:lnTo>
                    <a:pt x="829" y="119"/>
                  </a:lnTo>
                  <a:lnTo>
                    <a:pt x="814" y="129"/>
                  </a:lnTo>
                  <a:lnTo>
                    <a:pt x="803" y="138"/>
                  </a:lnTo>
                  <a:lnTo>
                    <a:pt x="819" y="138"/>
                  </a:lnTo>
                  <a:lnTo>
                    <a:pt x="824" y="135"/>
                  </a:lnTo>
                  <a:lnTo>
                    <a:pt x="829" y="133"/>
                  </a:lnTo>
                  <a:lnTo>
                    <a:pt x="835" y="131"/>
                  </a:lnTo>
                  <a:lnTo>
                    <a:pt x="842" y="131"/>
                  </a:lnTo>
                  <a:lnTo>
                    <a:pt x="842" y="135"/>
                  </a:lnTo>
                  <a:lnTo>
                    <a:pt x="821" y="150"/>
                  </a:lnTo>
                  <a:lnTo>
                    <a:pt x="803" y="166"/>
                  </a:lnTo>
                  <a:lnTo>
                    <a:pt x="788" y="182"/>
                  </a:lnTo>
                  <a:lnTo>
                    <a:pt x="770" y="196"/>
                  </a:lnTo>
                  <a:lnTo>
                    <a:pt x="751" y="208"/>
                  </a:lnTo>
                  <a:lnTo>
                    <a:pt x="726" y="215"/>
                  </a:lnTo>
                  <a:lnTo>
                    <a:pt x="726" y="227"/>
                  </a:lnTo>
                  <a:lnTo>
                    <a:pt x="714" y="229"/>
                  </a:lnTo>
                  <a:lnTo>
                    <a:pt x="700" y="234"/>
                  </a:lnTo>
                  <a:lnTo>
                    <a:pt x="692" y="241"/>
                  </a:lnTo>
                  <a:lnTo>
                    <a:pt x="697" y="245"/>
                  </a:lnTo>
                  <a:lnTo>
                    <a:pt x="700" y="248"/>
                  </a:lnTo>
                  <a:lnTo>
                    <a:pt x="702" y="250"/>
                  </a:lnTo>
                  <a:lnTo>
                    <a:pt x="702" y="253"/>
                  </a:lnTo>
                  <a:lnTo>
                    <a:pt x="702" y="257"/>
                  </a:lnTo>
                  <a:lnTo>
                    <a:pt x="700" y="262"/>
                  </a:lnTo>
                  <a:lnTo>
                    <a:pt x="700" y="269"/>
                  </a:lnTo>
                  <a:lnTo>
                    <a:pt x="662" y="272"/>
                  </a:lnTo>
                  <a:lnTo>
                    <a:pt x="662" y="276"/>
                  </a:lnTo>
                  <a:lnTo>
                    <a:pt x="667" y="278"/>
                  </a:lnTo>
                  <a:lnTo>
                    <a:pt x="669" y="278"/>
                  </a:lnTo>
                  <a:lnTo>
                    <a:pt x="672" y="278"/>
                  </a:lnTo>
                  <a:lnTo>
                    <a:pt x="672" y="278"/>
                  </a:lnTo>
                  <a:lnTo>
                    <a:pt x="674" y="279"/>
                  </a:lnTo>
                  <a:lnTo>
                    <a:pt x="674" y="281"/>
                  </a:lnTo>
                  <a:lnTo>
                    <a:pt x="678" y="285"/>
                  </a:lnTo>
                  <a:lnTo>
                    <a:pt x="672" y="285"/>
                  </a:lnTo>
                  <a:lnTo>
                    <a:pt x="664" y="288"/>
                  </a:lnTo>
                  <a:lnTo>
                    <a:pt x="653" y="292"/>
                  </a:lnTo>
                  <a:lnTo>
                    <a:pt x="643" y="295"/>
                  </a:lnTo>
                  <a:lnTo>
                    <a:pt x="646" y="297"/>
                  </a:lnTo>
                  <a:lnTo>
                    <a:pt x="648" y="297"/>
                  </a:lnTo>
                  <a:lnTo>
                    <a:pt x="650" y="297"/>
                  </a:lnTo>
                  <a:lnTo>
                    <a:pt x="651" y="299"/>
                  </a:lnTo>
                  <a:lnTo>
                    <a:pt x="653" y="299"/>
                  </a:lnTo>
                  <a:lnTo>
                    <a:pt x="651" y="302"/>
                  </a:lnTo>
                  <a:lnTo>
                    <a:pt x="650" y="306"/>
                  </a:lnTo>
                  <a:lnTo>
                    <a:pt x="648" y="307"/>
                  </a:lnTo>
                  <a:lnTo>
                    <a:pt x="650" y="309"/>
                  </a:lnTo>
                  <a:lnTo>
                    <a:pt x="650" y="311"/>
                  </a:lnTo>
                  <a:lnTo>
                    <a:pt x="651" y="314"/>
                  </a:lnTo>
                  <a:lnTo>
                    <a:pt x="653" y="318"/>
                  </a:lnTo>
                  <a:lnTo>
                    <a:pt x="646" y="320"/>
                  </a:lnTo>
                  <a:lnTo>
                    <a:pt x="641" y="320"/>
                  </a:lnTo>
                  <a:lnTo>
                    <a:pt x="636" y="320"/>
                  </a:lnTo>
                  <a:lnTo>
                    <a:pt x="630" y="323"/>
                  </a:lnTo>
                  <a:lnTo>
                    <a:pt x="648" y="323"/>
                  </a:lnTo>
                  <a:lnTo>
                    <a:pt x="662" y="327"/>
                  </a:lnTo>
                  <a:lnTo>
                    <a:pt x="662" y="334"/>
                  </a:lnTo>
                  <a:lnTo>
                    <a:pt x="639" y="334"/>
                  </a:lnTo>
                  <a:lnTo>
                    <a:pt x="637" y="339"/>
                  </a:lnTo>
                  <a:lnTo>
                    <a:pt x="637" y="341"/>
                  </a:lnTo>
                  <a:lnTo>
                    <a:pt x="637" y="342"/>
                  </a:lnTo>
                  <a:lnTo>
                    <a:pt x="636" y="344"/>
                  </a:lnTo>
                  <a:lnTo>
                    <a:pt x="634" y="346"/>
                  </a:lnTo>
                  <a:lnTo>
                    <a:pt x="625" y="349"/>
                  </a:lnTo>
                  <a:lnTo>
                    <a:pt x="613" y="349"/>
                  </a:lnTo>
                  <a:lnTo>
                    <a:pt x="601" y="349"/>
                  </a:lnTo>
                  <a:lnTo>
                    <a:pt x="589" y="342"/>
                  </a:lnTo>
                  <a:lnTo>
                    <a:pt x="573" y="342"/>
                  </a:lnTo>
                  <a:lnTo>
                    <a:pt x="557" y="344"/>
                  </a:lnTo>
                  <a:lnTo>
                    <a:pt x="540" y="346"/>
                  </a:lnTo>
                  <a:lnTo>
                    <a:pt x="524" y="344"/>
                  </a:lnTo>
                  <a:lnTo>
                    <a:pt x="508" y="339"/>
                  </a:lnTo>
                  <a:lnTo>
                    <a:pt x="507" y="337"/>
                  </a:lnTo>
                  <a:lnTo>
                    <a:pt x="507" y="335"/>
                  </a:lnTo>
                  <a:lnTo>
                    <a:pt x="505" y="335"/>
                  </a:lnTo>
                  <a:lnTo>
                    <a:pt x="505" y="334"/>
                  </a:lnTo>
                  <a:lnTo>
                    <a:pt x="505" y="330"/>
                  </a:lnTo>
                  <a:lnTo>
                    <a:pt x="508" y="330"/>
                  </a:lnTo>
                  <a:lnTo>
                    <a:pt x="510" y="327"/>
                  </a:lnTo>
                  <a:lnTo>
                    <a:pt x="514" y="323"/>
                  </a:lnTo>
                  <a:lnTo>
                    <a:pt x="515" y="321"/>
                  </a:lnTo>
                  <a:lnTo>
                    <a:pt x="519" y="320"/>
                  </a:lnTo>
                  <a:lnTo>
                    <a:pt x="521" y="316"/>
                  </a:lnTo>
                  <a:lnTo>
                    <a:pt x="524" y="311"/>
                  </a:lnTo>
                  <a:lnTo>
                    <a:pt x="517" y="309"/>
                  </a:lnTo>
                  <a:lnTo>
                    <a:pt x="512" y="306"/>
                  </a:lnTo>
                  <a:lnTo>
                    <a:pt x="508" y="300"/>
                  </a:lnTo>
                  <a:lnTo>
                    <a:pt x="507" y="295"/>
                  </a:lnTo>
                  <a:lnTo>
                    <a:pt x="505" y="288"/>
                  </a:lnTo>
                  <a:lnTo>
                    <a:pt x="512" y="288"/>
                  </a:lnTo>
                  <a:lnTo>
                    <a:pt x="524" y="285"/>
                  </a:lnTo>
                  <a:lnTo>
                    <a:pt x="538" y="288"/>
                  </a:lnTo>
                  <a:lnTo>
                    <a:pt x="550" y="293"/>
                  </a:lnTo>
                  <a:lnTo>
                    <a:pt x="562" y="299"/>
                  </a:lnTo>
                  <a:lnTo>
                    <a:pt x="562" y="292"/>
                  </a:lnTo>
                  <a:lnTo>
                    <a:pt x="550" y="286"/>
                  </a:lnTo>
                  <a:lnTo>
                    <a:pt x="540" y="281"/>
                  </a:lnTo>
                  <a:lnTo>
                    <a:pt x="531" y="272"/>
                  </a:lnTo>
                  <a:lnTo>
                    <a:pt x="534" y="272"/>
                  </a:lnTo>
                  <a:lnTo>
                    <a:pt x="543" y="259"/>
                  </a:lnTo>
                  <a:lnTo>
                    <a:pt x="554" y="250"/>
                  </a:lnTo>
                  <a:lnTo>
                    <a:pt x="568" y="243"/>
                  </a:lnTo>
                  <a:lnTo>
                    <a:pt x="585" y="238"/>
                  </a:lnTo>
                  <a:lnTo>
                    <a:pt x="585" y="234"/>
                  </a:lnTo>
                  <a:lnTo>
                    <a:pt x="569" y="229"/>
                  </a:lnTo>
                  <a:lnTo>
                    <a:pt x="557" y="220"/>
                  </a:lnTo>
                  <a:lnTo>
                    <a:pt x="547" y="208"/>
                  </a:lnTo>
                  <a:lnTo>
                    <a:pt x="538" y="196"/>
                  </a:lnTo>
                  <a:lnTo>
                    <a:pt x="543" y="194"/>
                  </a:lnTo>
                  <a:lnTo>
                    <a:pt x="547" y="194"/>
                  </a:lnTo>
                  <a:lnTo>
                    <a:pt x="552" y="192"/>
                  </a:lnTo>
                  <a:lnTo>
                    <a:pt x="557" y="192"/>
                  </a:lnTo>
                  <a:lnTo>
                    <a:pt x="564" y="197"/>
                  </a:lnTo>
                  <a:lnTo>
                    <a:pt x="569" y="203"/>
                  </a:lnTo>
                  <a:lnTo>
                    <a:pt x="576" y="208"/>
                  </a:lnTo>
                  <a:lnTo>
                    <a:pt x="576" y="204"/>
                  </a:lnTo>
                  <a:lnTo>
                    <a:pt x="575" y="201"/>
                  </a:lnTo>
                  <a:lnTo>
                    <a:pt x="573" y="201"/>
                  </a:lnTo>
                  <a:lnTo>
                    <a:pt x="573" y="199"/>
                  </a:lnTo>
                  <a:lnTo>
                    <a:pt x="571" y="197"/>
                  </a:lnTo>
                  <a:lnTo>
                    <a:pt x="571" y="196"/>
                  </a:lnTo>
                  <a:lnTo>
                    <a:pt x="569" y="192"/>
                  </a:lnTo>
                  <a:lnTo>
                    <a:pt x="573" y="192"/>
                  </a:lnTo>
                  <a:lnTo>
                    <a:pt x="573" y="189"/>
                  </a:lnTo>
                  <a:lnTo>
                    <a:pt x="589" y="183"/>
                  </a:lnTo>
                  <a:lnTo>
                    <a:pt x="604" y="180"/>
                  </a:lnTo>
                  <a:lnTo>
                    <a:pt x="620" y="178"/>
                  </a:lnTo>
                  <a:lnTo>
                    <a:pt x="639" y="180"/>
                  </a:lnTo>
                  <a:lnTo>
                    <a:pt x="630" y="169"/>
                  </a:lnTo>
                  <a:lnTo>
                    <a:pt x="641" y="166"/>
                  </a:lnTo>
                  <a:lnTo>
                    <a:pt x="653" y="161"/>
                  </a:lnTo>
                  <a:lnTo>
                    <a:pt x="665" y="156"/>
                  </a:lnTo>
                  <a:lnTo>
                    <a:pt x="672" y="150"/>
                  </a:lnTo>
                  <a:lnTo>
                    <a:pt x="678" y="150"/>
                  </a:lnTo>
                  <a:lnTo>
                    <a:pt x="678" y="147"/>
                  </a:lnTo>
                  <a:lnTo>
                    <a:pt x="669" y="147"/>
                  </a:lnTo>
                  <a:lnTo>
                    <a:pt x="665" y="149"/>
                  </a:lnTo>
                  <a:lnTo>
                    <a:pt x="662" y="150"/>
                  </a:lnTo>
                  <a:lnTo>
                    <a:pt x="660" y="150"/>
                  </a:lnTo>
                  <a:lnTo>
                    <a:pt x="658" y="150"/>
                  </a:lnTo>
                  <a:lnTo>
                    <a:pt x="657" y="150"/>
                  </a:lnTo>
                  <a:lnTo>
                    <a:pt x="655" y="149"/>
                  </a:lnTo>
                  <a:lnTo>
                    <a:pt x="653" y="147"/>
                  </a:lnTo>
                  <a:lnTo>
                    <a:pt x="650" y="147"/>
                  </a:lnTo>
                  <a:lnTo>
                    <a:pt x="646" y="150"/>
                  </a:lnTo>
                  <a:lnTo>
                    <a:pt x="641" y="156"/>
                  </a:lnTo>
                  <a:lnTo>
                    <a:pt x="636" y="161"/>
                  </a:lnTo>
                  <a:lnTo>
                    <a:pt x="632" y="166"/>
                  </a:lnTo>
                  <a:lnTo>
                    <a:pt x="627" y="169"/>
                  </a:lnTo>
                  <a:lnTo>
                    <a:pt x="608" y="175"/>
                  </a:lnTo>
                  <a:lnTo>
                    <a:pt x="590" y="175"/>
                  </a:lnTo>
                  <a:lnTo>
                    <a:pt x="573" y="171"/>
                  </a:lnTo>
                  <a:lnTo>
                    <a:pt x="557" y="164"/>
                  </a:lnTo>
                  <a:lnTo>
                    <a:pt x="555" y="164"/>
                  </a:lnTo>
                  <a:lnTo>
                    <a:pt x="552" y="166"/>
                  </a:lnTo>
                  <a:lnTo>
                    <a:pt x="547" y="168"/>
                  </a:lnTo>
                  <a:lnTo>
                    <a:pt x="543" y="169"/>
                  </a:lnTo>
                  <a:lnTo>
                    <a:pt x="540" y="171"/>
                  </a:lnTo>
                  <a:lnTo>
                    <a:pt x="534" y="173"/>
                  </a:lnTo>
                  <a:lnTo>
                    <a:pt x="531" y="164"/>
                  </a:lnTo>
                  <a:lnTo>
                    <a:pt x="534" y="163"/>
                  </a:lnTo>
                  <a:lnTo>
                    <a:pt x="534" y="163"/>
                  </a:lnTo>
                  <a:lnTo>
                    <a:pt x="536" y="161"/>
                  </a:lnTo>
                  <a:lnTo>
                    <a:pt x="538" y="157"/>
                  </a:lnTo>
                  <a:lnTo>
                    <a:pt x="528" y="157"/>
                  </a:lnTo>
                  <a:lnTo>
                    <a:pt x="524" y="159"/>
                  </a:lnTo>
                  <a:lnTo>
                    <a:pt x="519" y="161"/>
                  </a:lnTo>
                  <a:lnTo>
                    <a:pt x="514" y="161"/>
                  </a:lnTo>
                  <a:lnTo>
                    <a:pt x="508" y="161"/>
                  </a:lnTo>
                  <a:lnTo>
                    <a:pt x="505" y="150"/>
                  </a:lnTo>
                  <a:lnTo>
                    <a:pt x="508" y="149"/>
                  </a:lnTo>
                  <a:lnTo>
                    <a:pt x="510" y="149"/>
                  </a:lnTo>
                  <a:lnTo>
                    <a:pt x="512" y="149"/>
                  </a:lnTo>
                  <a:lnTo>
                    <a:pt x="514" y="147"/>
                  </a:lnTo>
                  <a:lnTo>
                    <a:pt x="515" y="147"/>
                  </a:lnTo>
                  <a:lnTo>
                    <a:pt x="493" y="150"/>
                  </a:lnTo>
                  <a:lnTo>
                    <a:pt x="491" y="145"/>
                  </a:lnTo>
                  <a:lnTo>
                    <a:pt x="487" y="142"/>
                  </a:lnTo>
                  <a:lnTo>
                    <a:pt x="486" y="140"/>
                  </a:lnTo>
                  <a:lnTo>
                    <a:pt x="484" y="136"/>
                  </a:lnTo>
                  <a:lnTo>
                    <a:pt x="480" y="131"/>
                  </a:lnTo>
                  <a:lnTo>
                    <a:pt x="486" y="129"/>
                  </a:lnTo>
                  <a:lnTo>
                    <a:pt x="489" y="129"/>
                  </a:lnTo>
                  <a:lnTo>
                    <a:pt x="491" y="129"/>
                  </a:lnTo>
                  <a:lnTo>
                    <a:pt x="493" y="129"/>
                  </a:lnTo>
                  <a:lnTo>
                    <a:pt x="493" y="128"/>
                  </a:lnTo>
                  <a:lnTo>
                    <a:pt x="494" y="126"/>
                  </a:lnTo>
                  <a:lnTo>
                    <a:pt x="496" y="122"/>
                  </a:lnTo>
                  <a:lnTo>
                    <a:pt x="489" y="121"/>
                  </a:lnTo>
                  <a:lnTo>
                    <a:pt x="482" y="119"/>
                  </a:lnTo>
                  <a:lnTo>
                    <a:pt x="479" y="115"/>
                  </a:lnTo>
                  <a:lnTo>
                    <a:pt x="473" y="112"/>
                  </a:lnTo>
                  <a:lnTo>
                    <a:pt x="477" y="112"/>
                  </a:lnTo>
                  <a:lnTo>
                    <a:pt x="477" y="107"/>
                  </a:lnTo>
                  <a:lnTo>
                    <a:pt x="494" y="110"/>
                  </a:lnTo>
                  <a:lnTo>
                    <a:pt x="503" y="108"/>
                  </a:lnTo>
                  <a:lnTo>
                    <a:pt x="510" y="105"/>
                  </a:lnTo>
                  <a:lnTo>
                    <a:pt x="514" y="100"/>
                  </a:lnTo>
                  <a:lnTo>
                    <a:pt x="519" y="93"/>
                  </a:lnTo>
                  <a:lnTo>
                    <a:pt x="528" y="89"/>
                  </a:lnTo>
                  <a:lnTo>
                    <a:pt x="538" y="86"/>
                  </a:lnTo>
                  <a:lnTo>
                    <a:pt x="545" y="89"/>
                  </a:lnTo>
                  <a:lnTo>
                    <a:pt x="554" y="93"/>
                  </a:lnTo>
                  <a:lnTo>
                    <a:pt x="561" y="94"/>
                  </a:lnTo>
                  <a:lnTo>
                    <a:pt x="569" y="93"/>
                  </a:lnTo>
                  <a:lnTo>
                    <a:pt x="566" y="91"/>
                  </a:lnTo>
                  <a:lnTo>
                    <a:pt x="562" y="89"/>
                  </a:lnTo>
                  <a:lnTo>
                    <a:pt x="561" y="89"/>
                  </a:lnTo>
                  <a:lnTo>
                    <a:pt x="561" y="87"/>
                  </a:lnTo>
                  <a:lnTo>
                    <a:pt x="559" y="86"/>
                  </a:lnTo>
                  <a:lnTo>
                    <a:pt x="559" y="82"/>
                  </a:lnTo>
                  <a:lnTo>
                    <a:pt x="557" y="77"/>
                  </a:lnTo>
                  <a:lnTo>
                    <a:pt x="562" y="75"/>
                  </a:lnTo>
                  <a:lnTo>
                    <a:pt x="566" y="73"/>
                  </a:lnTo>
                  <a:lnTo>
                    <a:pt x="569" y="73"/>
                  </a:lnTo>
                  <a:lnTo>
                    <a:pt x="571" y="72"/>
                  </a:lnTo>
                  <a:lnTo>
                    <a:pt x="575" y="70"/>
                  </a:lnTo>
                  <a:lnTo>
                    <a:pt x="582" y="70"/>
                  </a:lnTo>
                  <a:lnTo>
                    <a:pt x="585" y="72"/>
                  </a:lnTo>
                  <a:lnTo>
                    <a:pt x="589" y="75"/>
                  </a:lnTo>
                  <a:lnTo>
                    <a:pt x="592" y="77"/>
                  </a:lnTo>
                  <a:lnTo>
                    <a:pt x="592" y="73"/>
                  </a:lnTo>
                  <a:lnTo>
                    <a:pt x="590" y="72"/>
                  </a:lnTo>
                  <a:lnTo>
                    <a:pt x="590" y="70"/>
                  </a:lnTo>
                  <a:lnTo>
                    <a:pt x="590" y="70"/>
                  </a:lnTo>
                  <a:lnTo>
                    <a:pt x="590" y="68"/>
                  </a:lnTo>
                  <a:lnTo>
                    <a:pt x="589" y="65"/>
                  </a:lnTo>
                  <a:lnTo>
                    <a:pt x="594" y="63"/>
                  </a:lnTo>
                  <a:lnTo>
                    <a:pt x="597" y="61"/>
                  </a:lnTo>
                  <a:lnTo>
                    <a:pt x="603" y="58"/>
                  </a:lnTo>
                  <a:lnTo>
                    <a:pt x="606" y="54"/>
                  </a:lnTo>
                  <a:lnTo>
                    <a:pt x="608" y="54"/>
                  </a:lnTo>
                  <a:lnTo>
                    <a:pt x="615" y="54"/>
                  </a:lnTo>
                  <a:lnTo>
                    <a:pt x="620" y="56"/>
                  </a:lnTo>
                  <a:lnTo>
                    <a:pt x="624" y="60"/>
                  </a:lnTo>
                  <a:lnTo>
                    <a:pt x="630" y="60"/>
                  </a:lnTo>
                  <a:lnTo>
                    <a:pt x="639" y="58"/>
                  </a:lnTo>
                  <a:lnTo>
                    <a:pt x="643" y="46"/>
                  </a:lnTo>
                  <a:lnTo>
                    <a:pt x="648" y="44"/>
                  </a:lnTo>
                  <a:lnTo>
                    <a:pt x="653" y="44"/>
                  </a:lnTo>
                  <a:lnTo>
                    <a:pt x="658" y="44"/>
                  </a:lnTo>
                  <a:lnTo>
                    <a:pt x="662" y="46"/>
                  </a:lnTo>
                  <a:lnTo>
                    <a:pt x="665" y="46"/>
                  </a:lnTo>
                  <a:lnTo>
                    <a:pt x="672" y="35"/>
                  </a:lnTo>
                  <a:lnTo>
                    <a:pt x="683" y="33"/>
                  </a:lnTo>
                  <a:lnTo>
                    <a:pt x="690" y="37"/>
                  </a:lnTo>
                  <a:lnTo>
                    <a:pt x="697" y="40"/>
                  </a:lnTo>
                  <a:lnTo>
                    <a:pt x="704" y="42"/>
                  </a:lnTo>
                  <a:lnTo>
                    <a:pt x="713" y="39"/>
                  </a:lnTo>
                  <a:lnTo>
                    <a:pt x="725" y="32"/>
                  </a:lnTo>
                  <a:lnTo>
                    <a:pt x="737" y="26"/>
                  </a:lnTo>
                  <a:close/>
                  <a:moveTo>
                    <a:pt x="1259" y="0"/>
                  </a:moveTo>
                  <a:lnTo>
                    <a:pt x="1283" y="0"/>
                  </a:lnTo>
                  <a:lnTo>
                    <a:pt x="1308" y="4"/>
                  </a:lnTo>
                  <a:lnTo>
                    <a:pt x="1330" y="7"/>
                  </a:lnTo>
                  <a:lnTo>
                    <a:pt x="1350" y="12"/>
                  </a:lnTo>
                  <a:lnTo>
                    <a:pt x="1379" y="7"/>
                  </a:lnTo>
                  <a:lnTo>
                    <a:pt x="1383" y="11"/>
                  </a:lnTo>
                  <a:lnTo>
                    <a:pt x="1386" y="12"/>
                  </a:lnTo>
                  <a:lnTo>
                    <a:pt x="1390" y="18"/>
                  </a:lnTo>
                  <a:lnTo>
                    <a:pt x="1392" y="21"/>
                  </a:lnTo>
                  <a:lnTo>
                    <a:pt x="1395" y="23"/>
                  </a:lnTo>
                  <a:lnTo>
                    <a:pt x="1412" y="30"/>
                  </a:lnTo>
                  <a:lnTo>
                    <a:pt x="1432" y="35"/>
                  </a:lnTo>
                  <a:lnTo>
                    <a:pt x="1449" y="39"/>
                  </a:lnTo>
                  <a:lnTo>
                    <a:pt x="1449" y="46"/>
                  </a:lnTo>
                  <a:lnTo>
                    <a:pt x="1421" y="46"/>
                  </a:lnTo>
                  <a:lnTo>
                    <a:pt x="1409" y="40"/>
                  </a:lnTo>
                  <a:lnTo>
                    <a:pt x="1395" y="40"/>
                  </a:lnTo>
                  <a:lnTo>
                    <a:pt x="1379" y="42"/>
                  </a:lnTo>
                  <a:lnTo>
                    <a:pt x="1364" y="46"/>
                  </a:lnTo>
                  <a:lnTo>
                    <a:pt x="1364" y="54"/>
                  </a:lnTo>
                  <a:lnTo>
                    <a:pt x="1383" y="54"/>
                  </a:lnTo>
                  <a:lnTo>
                    <a:pt x="1397" y="51"/>
                  </a:lnTo>
                  <a:lnTo>
                    <a:pt x="1414" y="49"/>
                  </a:lnTo>
                  <a:lnTo>
                    <a:pt x="1435" y="49"/>
                  </a:lnTo>
                  <a:lnTo>
                    <a:pt x="1456" y="49"/>
                  </a:lnTo>
                  <a:lnTo>
                    <a:pt x="1472" y="49"/>
                  </a:lnTo>
                  <a:lnTo>
                    <a:pt x="1486" y="63"/>
                  </a:lnTo>
                  <a:lnTo>
                    <a:pt x="1503" y="73"/>
                  </a:lnTo>
                  <a:lnTo>
                    <a:pt x="1498" y="84"/>
                  </a:lnTo>
                  <a:lnTo>
                    <a:pt x="1488" y="91"/>
                  </a:lnTo>
                  <a:lnTo>
                    <a:pt x="1479" y="96"/>
                  </a:lnTo>
                  <a:lnTo>
                    <a:pt x="1467" y="100"/>
                  </a:lnTo>
                  <a:lnTo>
                    <a:pt x="1449" y="100"/>
                  </a:lnTo>
                  <a:lnTo>
                    <a:pt x="1433" y="105"/>
                  </a:lnTo>
                  <a:lnTo>
                    <a:pt x="1416" y="105"/>
                  </a:lnTo>
                  <a:lnTo>
                    <a:pt x="1397" y="103"/>
                  </a:lnTo>
                  <a:lnTo>
                    <a:pt x="1379" y="101"/>
                  </a:lnTo>
                  <a:lnTo>
                    <a:pt x="1362" y="101"/>
                  </a:lnTo>
                  <a:lnTo>
                    <a:pt x="1348" y="105"/>
                  </a:lnTo>
                  <a:lnTo>
                    <a:pt x="1337" y="115"/>
                  </a:lnTo>
                  <a:lnTo>
                    <a:pt x="1379" y="115"/>
                  </a:lnTo>
                  <a:lnTo>
                    <a:pt x="1392" y="112"/>
                  </a:lnTo>
                  <a:lnTo>
                    <a:pt x="1407" y="110"/>
                  </a:lnTo>
                  <a:lnTo>
                    <a:pt x="1425" y="112"/>
                  </a:lnTo>
                  <a:lnTo>
                    <a:pt x="1437" y="115"/>
                  </a:lnTo>
                  <a:lnTo>
                    <a:pt x="1440" y="128"/>
                  </a:lnTo>
                  <a:lnTo>
                    <a:pt x="1446" y="126"/>
                  </a:lnTo>
                  <a:lnTo>
                    <a:pt x="1454" y="121"/>
                  </a:lnTo>
                  <a:lnTo>
                    <a:pt x="1465" y="117"/>
                  </a:lnTo>
                  <a:lnTo>
                    <a:pt x="1475" y="115"/>
                  </a:lnTo>
                  <a:lnTo>
                    <a:pt x="1477" y="121"/>
                  </a:lnTo>
                  <a:lnTo>
                    <a:pt x="1479" y="124"/>
                  </a:lnTo>
                  <a:lnTo>
                    <a:pt x="1481" y="126"/>
                  </a:lnTo>
                  <a:lnTo>
                    <a:pt x="1484" y="128"/>
                  </a:lnTo>
                  <a:lnTo>
                    <a:pt x="1488" y="131"/>
                  </a:lnTo>
                  <a:lnTo>
                    <a:pt x="1472" y="161"/>
                  </a:lnTo>
                  <a:lnTo>
                    <a:pt x="1479" y="161"/>
                  </a:lnTo>
                  <a:lnTo>
                    <a:pt x="1491" y="154"/>
                  </a:lnTo>
                  <a:lnTo>
                    <a:pt x="1507" y="145"/>
                  </a:lnTo>
                  <a:lnTo>
                    <a:pt x="1526" y="138"/>
                  </a:lnTo>
                  <a:lnTo>
                    <a:pt x="1547" y="131"/>
                  </a:lnTo>
                  <a:lnTo>
                    <a:pt x="1570" y="126"/>
                  </a:lnTo>
                  <a:lnTo>
                    <a:pt x="1590" y="126"/>
                  </a:lnTo>
                  <a:lnTo>
                    <a:pt x="1610" y="128"/>
                  </a:lnTo>
                  <a:lnTo>
                    <a:pt x="1624" y="136"/>
                  </a:lnTo>
                  <a:lnTo>
                    <a:pt x="1632" y="150"/>
                  </a:lnTo>
                  <a:lnTo>
                    <a:pt x="1638" y="150"/>
                  </a:lnTo>
                  <a:lnTo>
                    <a:pt x="1638" y="152"/>
                  </a:lnTo>
                  <a:lnTo>
                    <a:pt x="1638" y="152"/>
                  </a:lnTo>
                  <a:lnTo>
                    <a:pt x="1636" y="154"/>
                  </a:lnTo>
                  <a:lnTo>
                    <a:pt x="1634" y="154"/>
                  </a:lnTo>
                  <a:lnTo>
                    <a:pt x="1634" y="154"/>
                  </a:lnTo>
                  <a:lnTo>
                    <a:pt x="1632" y="154"/>
                  </a:lnTo>
                  <a:lnTo>
                    <a:pt x="1629" y="157"/>
                  </a:lnTo>
                  <a:lnTo>
                    <a:pt x="1624" y="159"/>
                  </a:lnTo>
                  <a:lnTo>
                    <a:pt x="1618" y="161"/>
                  </a:lnTo>
                  <a:lnTo>
                    <a:pt x="1611" y="163"/>
                  </a:lnTo>
                  <a:lnTo>
                    <a:pt x="1606" y="164"/>
                  </a:lnTo>
                  <a:lnTo>
                    <a:pt x="1594" y="183"/>
                  </a:lnTo>
                  <a:lnTo>
                    <a:pt x="1571" y="197"/>
                  </a:lnTo>
                  <a:lnTo>
                    <a:pt x="1545" y="206"/>
                  </a:lnTo>
                  <a:lnTo>
                    <a:pt x="1514" y="211"/>
                  </a:lnTo>
                  <a:lnTo>
                    <a:pt x="1514" y="217"/>
                  </a:lnTo>
                  <a:lnTo>
                    <a:pt x="1514" y="220"/>
                  </a:lnTo>
                  <a:lnTo>
                    <a:pt x="1514" y="222"/>
                  </a:lnTo>
                  <a:lnTo>
                    <a:pt x="1512" y="224"/>
                  </a:lnTo>
                  <a:lnTo>
                    <a:pt x="1514" y="225"/>
                  </a:lnTo>
                  <a:lnTo>
                    <a:pt x="1514" y="227"/>
                  </a:lnTo>
                  <a:lnTo>
                    <a:pt x="1517" y="231"/>
                  </a:lnTo>
                  <a:lnTo>
                    <a:pt x="1522" y="234"/>
                  </a:lnTo>
                  <a:lnTo>
                    <a:pt x="1526" y="236"/>
                  </a:lnTo>
                  <a:lnTo>
                    <a:pt x="1529" y="239"/>
                  </a:lnTo>
                  <a:lnTo>
                    <a:pt x="1533" y="241"/>
                  </a:lnTo>
                  <a:lnTo>
                    <a:pt x="1536" y="246"/>
                  </a:lnTo>
                  <a:lnTo>
                    <a:pt x="1533" y="253"/>
                  </a:lnTo>
                  <a:lnTo>
                    <a:pt x="1529" y="269"/>
                  </a:lnTo>
                  <a:lnTo>
                    <a:pt x="1526" y="288"/>
                  </a:lnTo>
                  <a:lnTo>
                    <a:pt x="1522" y="307"/>
                  </a:lnTo>
                  <a:lnTo>
                    <a:pt x="1522" y="323"/>
                  </a:lnTo>
                  <a:lnTo>
                    <a:pt x="1526" y="321"/>
                  </a:lnTo>
                  <a:lnTo>
                    <a:pt x="1529" y="321"/>
                  </a:lnTo>
                  <a:lnTo>
                    <a:pt x="1531" y="321"/>
                  </a:lnTo>
                  <a:lnTo>
                    <a:pt x="1535" y="321"/>
                  </a:lnTo>
                  <a:lnTo>
                    <a:pt x="1536" y="321"/>
                  </a:lnTo>
                  <a:lnTo>
                    <a:pt x="1542" y="323"/>
                  </a:lnTo>
                  <a:lnTo>
                    <a:pt x="1540" y="328"/>
                  </a:lnTo>
                  <a:lnTo>
                    <a:pt x="1540" y="330"/>
                  </a:lnTo>
                  <a:lnTo>
                    <a:pt x="1540" y="334"/>
                  </a:lnTo>
                  <a:lnTo>
                    <a:pt x="1540" y="335"/>
                  </a:lnTo>
                  <a:lnTo>
                    <a:pt x="1540" y="339"/>
                  </a:lnTo>
                  <a:lnTo>
                    <a:pt x="1542" y="346"/>
                  </a:lnTo>
                  <a:lnTo>
                    <a:pt x="1536" y="346"/>
                  </a:lnTo>
                  <a:lnTo>
                    <a:pt x="1536" y="349"/>
                  </a:lnTo>
                  <a:lnTo>
                    <a:pt x="1533" y="348"/>
                  </a:lnTo>
                  <a:lnTo>
                    <a:pt x="1529" y="344"/>
                  </a:lnTo>
                  <a:lnTo>
                    <a:pt x="1528" y="342"/>
                  </a:lnTo>
                  <a:lnTo>
                    <a:pt x="1524" y="341"/>
                  </a:lnTo>
                  <a:lnTo>
                    <a:pt x="1521" y="339"/>
                  </a:lnTo>
                  <a:lnTo>
                    <a:pt x="1514" y="339"/>
                  </a:lnTo>
                  <a:lnTo>
                    <a:pt x="1510" y="341"/>
                  </a:lnTo>
                  <a:lnTo>
                    <a:pt x="1507" y="342"/>
                  </a:lnTo>
                  <a:lnTo>
                    <a:pt x="1503" y="344"/>
                  </a:lnTo>
                  <a:lnTo>
                    <a:pt x="1501" y="346"/>
                  </a:lnTo>
                  <a:lnTo>
                    <a:pt x="1498" y="348"/>
                  </a:lnTo>
                  <a:lnTo>
                    <a:pt x="1496" y="351"/>
                  </a:lnTo>
                  <a:lnTo>
                    <a:pt x="1494" y="358"/>
                  </a:lnTo>
                  <a:lnTo>
                    <a:pt x="1517" y="365"/>
                  </a:lnTo>
                  <a:lnTo>
                    <a:pt x="1522" y="396"/>
                  </a:lnTo>
                  <a:lnTo>
                    <a:pt x="1517" y="396"/>
                  </a:lnTo>
                  <a:lnTo>
                    <a:pt x="1514" y="396"/>
                  </a:lnTo>
                  <a:lnTo>
                    <a:pt x="1510" y="398"/>
                  </a:lnTo>
                  <a:lnTo>
                    <a:pt x="1507" y="400"/>
                  </a:lnTo>
                  <a:lnTo>
                    <a:pt x="1507" y="407"/>
                  </a:lnTo>
                  <a:lnTo>
                    <a:pt x="1515" y="412"/>
                  </a:lnTo>
                  <a:lnTo>
                    <a:pt x="1521" y="419"/>
                  </a:lnTo>
                  <a:lnTo>
                    <a:pt x="1524" y="428"/>
                  </a:lnTo>
                  <a:lnTo>
                    <a:pt x="1526" y="442"/>
                  </a:lnTo>
                  <a:lnTo>
                    <a:pt x="1517" y="442"/>
                  </a:lnTo>
                  <a:lnTo>
                    <a:pt x="1515" y="442"/>
                  </a:lnTo>
                  <a:lnTo>
                    <a:pt x="1510" y="440"/>
                  </a:lnTo>
                  <a:lnTo>
                    <a:pt x="1507" y="442"/>
                  </a:lnTo>
                  <a:lnTo>
                    <a:pt x="1501" y="442"/>
                  </a:lnTo>
                  <a:lnTo>
                    <a:pt x="1498" y="445"/>
                  </a:lnTo>
                  <a:lnTo>
                    <a:pt x="1494" y="449"/>
                  </a:lnTo>
                  <a:lnTo>
                    <a:pt x="1500" y="452"/>
                  </a:lnTo>
                  <a:lnTo>
                    <a:pt x="1503" y="454"/>
                  </a:lnTo>
                  <a:lnTo>
                    <a:pt x="1505" y="456"/>
                  </a:lnTo>
                  <a:lnTo>
                    <a:pt x="1507" y="457"/>
                  </a:lnTo>
                  <a:lnTo>
                    <a:pt x="1508" y="463"/>
                  </a:lnTo>
                  <a:lnTo>
                    <a:pt x="1510" y="468"/>
                  </a:lnTo>
                  <a:lnTo>
                    <a:pt x="1508" y="470"/>
                  </a:lnTo>
                  <a:lnTo>
                    <a:pt x="1508" y="471"/>
                  </a:lnTo>
                  <a:lnTo>
                    <a:pt x="1508" y="471"/>
                  </a:lnTo>
                  <a:lnTo>
                    <a:pt x="1507" y="473"/>
                  </a:lnTo>
                  <a:lnTo>
                    <a:pt x="1507" y="477"/>
                  </a:lnTo>
                  <a:lnTo>
                    <a:pt x="1493" y="477"/>
                  </a:lnTo>
                  <a:lnTo>
                    <a:pt x="1479" y="480"/>
                  </a:lnTo>
                  <a:lnTo>
                    <a:pt x="1468" y="484"/>
                  </a:lnTo>
                  <a:lnTo>
                    <a:pt x="1472" y="484"/>
                  </a:lnTo>
                  <a:lnTo>
                    <a:pt x="1477" y="487"/>
                  </a:lnTo>
                  <a:lnTo>
                    <a:pt x="1481" y="489"/>
                  </a:lnTo>
                  <a:lnTo>
                    <a:pt x="1484" y="489"/>
                  </a:lnTo>
                  <a:lnTo>
                    <a:pt x="1488" y="491"/>
                  </a:lnTo>
                  <a:lnTo>
                    <a:pt x="1491" y="494"/>
                  </a:lnTo>
                  <a:lnTo>
                    <a:pt x="1494" y="499"/>
                  </a:lnTo>
                  <a:lnTo>
                    <a:pt x="1488" y="508"/>
                  </a:lnTo>
                  <a:lnTo>
                    <a:pt x="1484" y="519"/>
                  </a:lnTo>
                  <a:lnTo>
                    <a:pt x="1479" y="531"/>
                  </a:lnTo>
                  <a:lnTo>
                    <a:pt x="1477" y="526"/>
                  </a:lnTo>
                  <a:lnTo>
                    <a:pt x="1474" y="522"/>
                  </a:lnTo>
                  <a:lnTo>
                    <a:pt x="1472" y="520"/>
                  </a:lnTo>
                  <a:lnTo>
                    <a:pt x="1468" y="520"/>
                  </a:lnTo>
                  <a:lnTo>
                    <a:pt x="1463" y="519"/>
                  </a:lnTo>
                  <a:lnTo>
                    <a:pt x="1456" y="519"/>
                  </a:lnTo>
                  <a:lnTo>
                    <a:pt x="1456" y="522"/>
                  </a:lnTo>
                  <a:lnTo>
                    <a:pt x="1460" y="522"/>
                  </a:lnTo>
                  <a:lnTo>
                    <a:pt x="1472" y="534"/>
                  </a:lnTo>
                  <a:lnTo>
                    <a:pt x="1482" y="548"/>
                  </a:lnTo>
                  <a:lnTo>
                    <a:pt x="1488" y="566"/>
                  </a:lnTo>
                  <a:lnTo>
                    <a:pt x="1491" y="587"/>
                  </a:lnTo>
                  <a:lnTo>
                    <a:pt x="1488" y="587"/>
                  </a:lnTo>
                  <a:lnTo>
                    <a:pt x="1488" y="592"/>
                  </a:lnTo>
                  <a:lnTo>
                    <a:pt x="1460" y="595"/>
                  </a:lnTo>
                  <a:lnTo>
                    <a:pt x="1460" y="576"/>
                  </a:lnTo>
                  <a:lnTo>
                    <a:pt x="1456" y="573"/>
                  </a:lnTo>
                  <a:lnTo>
                    <a:pt x="1453" y="571"/>
                  </a:lnTo>
                  <a:lnTo>
                    <a:pt x="1451" y="569"/>
                  </a:lnTo>
                  <a:lnTo>
                    <a:pt x="1446" y="566"/>
                  </a:lnTo>
                  <a:lnTo>
                    <a:pt x="1440" y="564"/>
                  </a:lnTo>
                  <a:lnTo>
                    <a:pt x="1432" y="569"/>
                  </a:lnTo>
                  <a:lnTo>
                    <a:pt x="1421" y="573"/>
                  </a:lnTo>
                  <a:lnTo>
                    <a:pt x="1409" y="574"/>
                  </a:lnTo>
                  <a:lnTo>
                    <a:pt x="1398" y="578"/>
                  </a:lnTo>
                  <a:lnTo>
                    <a:pt x="1392" y="583"/>
                  </a:lnTo>
                  <a:lnTo>
                    <a:pt x="1398" y="583"/>
                  </a:lnTo>
                  <a:lnTo>
                    <a:pt x="1407" y="583"/>
                  </a:lnTo>
                  <a:lnTo>
                    <a:pt x="1421" y="581"/>
                  </a:lnTo>
                  <a:lnTo>
                    <a:pt x="1437" y="580"/>
                  </a:lnTo>
                  <a:lnTo>
                    <a:pt x="1437" y="587"/>
                  </a:lnTo>
                  <a:lnTo>
                    <a:pt x="1402" y="599"/>
                  </a:lnTo>
                  <a:lnTo>
                    <a:pt x="1402" y="602"/>
                  </a:lnTo>
                  <a:lnTo>
                    <a:pt x="1411" y="602"/>
                  </a:lnTo>
                  <a:lnTo>
                    <a:pt x="1416" y="601"/>
                  </a:lnTo>
                  <a:lnTo>
                    <a:pt x="1423" y="599"/>
                  </a:lnTo>
                  <a:lnTo>
                    <a:pt x="1430" y="597"/>
                  </a:lnTo>
                  <a:lnTo>
                    <a:pt x="1437" y="595"/>
                  </a:lnTo>
                  <a:lnTo>
                    <a:pt x="1439" y="604"/>
                  </a:lnTo>
                  <a:lnTo>
                    <a:pt x="1446" y="608"/>
                  </a:lnTo>
                  <a:lnTo>
                    <a:pt x="1453" y="609"/>
                  </a:lnTo>
                  <a:lnTo>
                    <a:pt x="1465" y="608"/>
                  </a:lnTo>
                  <a:lnTo>
                    <a:pt x="1479" y="608"/>
                  </a:lnTo>
                  <a:lnTo>
                    <a:pt x="1479" y="611"/>
                  </a:lnTo>
                  <a:lnTo>
                    <a:pt x="1475" y="611"/>
                  </a:lnTo>
                  <a:lnTo>
                    <a:pt x="1456" y="629"/>
                  </a:lnTo>
                  <a:lnTo>
                    <a:pt x="1435" y="646"/>
                  </a:lnTo>
                  <a:lnTo>
                    <a:pt x="1414" y="660"/>
                  </a:lnTo>
                  <a:lnTo>
                    <a:pt x="1390" y="672"/>
                  </a:lnTo>
                  <a:lnTo>
                    <a:pt x="1364" y="677"/>
                  </a:lnTo>
                  <a:lnTo>
                    <a:pt x="1334" y="676"/>
                  </a:lnTo>
                  <a:lnTo>
                    <a:pt x="1334" y="681"/>
                  </a:lnTo>
                  <a:lnTo>
                    <a:pt x="1334" y="686"/>
                  </a:lnTo>
                  <a:lnTo>
                    <a:pt x="1332" y="690"/>
                  </a:lnTo>
                  <a:lnTo>
                    <a:pt x="1330" y="691"/>
                  </a:lnTo>
                  <a:lnTo>
                    <a:pt x="1329" y="691"/>
                  </a:lnTo>
                  <a:lnTo>
                    <a:pt x="1327" y="693"/>
                  </a:lnTo>
                  <a:lnTo>
                    <a:pt x="1323" y="695"/>
                  </a:lnTo>
                  <a:lnTo>
                    <a:pt x="1320" y="697"/>
                  </a:lnTo>
                  <a:lnTo>
                    <a:pt x="1318" y="698"/>
                  </a:lnTo>
                  <a:lnTo>
                    <a:pt x="1315" y="702"/>
                  </a:lnTo>
                  <a:lnTo>
                    <a:pt x="1311" y="712"/>
                  </a:lnTo>
                  <a:lnTo>
                    <a:pt x="1309" y="725"/>
                  </a:lnTo>
                  <a:lnTo>
                    <a:pt x="1306" y="733"/>
                  </a:lnTo>
                  <a:lnTo>
                    <a:pt x="1297" y="742"/>
                  </a:lnTo>
                  <a:lnTo>
                    <a:pt x="1282" y="752"/>
                  </a:lnTo>
                  <a:lnTo>
                    <a:pt x="1262" y="761"/>
                  </a:lnTo>
                  <a:lnTo>
                    <a:pt x="1245" y="768"/>
                  </a:lnTo>
                  <a:lnTo>
                    <a:pt x="1229" y="772"/>
                  </a:lnTo>
                  <a:lnTo>
                    <a:pt x="1229" y="768"/>
                  </a:lnTo>
                  <a:lnTo>
                    <a:pt x="1229" y="765"/>
                  </a:lnTo>
                  <a:lnTo>
                    <a:pt x="1227" y="765"/>
                  </a:lnTo>
                  <a:lnTo>
                    <a:pt x="1227" y="763"/>
                  </a:lnTo>
                  <a:lnTo>
                    <a:pt x="1226" y="761"/>
                  </a:lnTo>
                  <a:lnTo>
                    <a:pt x="1224" y="775"/>
                  </a:lnTo>
                  <a:lnTo>
                    <a:pt x="1219" y="787"/>
                  </a:lnTo>
                  <a:lnTo>
                    <a:pt x="1215" y="798"/>
                  </a:lnTo>
                  <a:lnTo>
                    <a:pt x="1210" y="808"/>
                  </a:lnTo>
                  <a:lnTo>
                    <a:pt x="1206" y="822"/>
                  </a:lnTo>
                  <a:lnTo>
                    <a:pt x="1210" y="824"/>
                  </a:lnTo>
                  <a:lnTo>
                    <a:pt x="1210" y="826"/>
                  </a:lnTo>
                  <a:lnTo>
                    <a:pt x="1212" y="826"/>
                  </a:lnTo>
                  <a:lnTo>
                    <a:pt x="1212" y="826"/>
                  </a:lnTo>
                  <a:lnTo>
                    <a:pt x="1212" y="828"/>
                  </a:lnTo>
                  <a:lnTo>
                    <a:pt x="1210" y="829"/>
                  </a:lnTo>
                  <a:lnTo>
                    <a:pt x="1206" y="833"/>
                  </a:lnTo>
                  <a:lnTo>
                    <a:pt x="1203" y="835"/>
                  </a:lnTo>
                  <a:lnTo>
                    <a:pt x="1200" y="838"/>
                  </a:lnTo>
                  <a:lnTo>
                    <a:pt x="1196" y="840"/>
                  </a:lnTo>
                  <a:lnTo>
                    <a:pt x="1194" y="843"/>
                  </a:lnTo>
                  <a:lnTo>
                    <a:pt x="1191" y="848"/>
                  </a:lnTo>
                  <a:lnTo>
                    <a:pt x="1184" y="868"/>
                  </a:lnTo>
                  <a:lnTo>
                    <a:pt x="1179" y="889"/>
                  </a:lnTo>
                  <a:lnTo>
                    <a:pt x="1177" y="913"/>
                  </a:lnTo>
                  <a:lnTo>
                    <a:pt x="1173" y="936"/>
                  </a:lnTo>
                  <a:lnTo>
                    <a:pt x="1168" y="957"/>
                  </a:lnTo>
                  <a:lnTo>
                    <a:pt x="1165" y="955"/>
                  </a:lnTo>
                  <a:lnTo>
                    <a:pt x="1165" y="955"/>
                  </a:lnTo>
                  <a:lnTo>
                    <a:pt x="1163" y="955"/>
                  </a:lnTo>
                  <a:lnTo>
                    <a:pt x="1163" y="953"/>
                  </a:lnTo>
                  <a:lnTo>
                    <a:pt x="1161" y="953"/>
                  </a:lnTo>
                  <a:lnTo>
                    <a:pt x="1156" y="950"/>
                  </a:lnTo>
                  <a:lnTo>
                    <a:pt x="1147" y="943"/>
                  </a:lnTo>
                  <a:lnTo>
                    <a:pt x="1133" y="934"/>
                  </a:lnTo>
                  <a:lnTo>
                    <a:pt x="1117" y="925"/>
                  </a:lnTo>
                  <a:lnTo>
                    <a:pt x="1102" y="915"/>
                  </a:lnTo>
                  <a:lnTo>
                    <a:pt x="1090" y="906"/>
                  </a:lnTo>
                  <a:lnTo>
                    <a:pt x="1079" y="901"/>
                  </a:lnTo>
                  <a:lnTo>
                    <a:pt x="1076" y="899"/>
                  </a:lnTo>
                  <a:lnTo>
                    <a:pt x="1072" y="861"/>
                  </a:lnTo>
                  <a:lnTo>
                    <a:pt x="1070" y="857"/>
                  </a:lnTo>
                  <a:lnTo>
                    <a:pt x="1065" y="854"/>
                  </a:lnTo>
                  <a:lnTo>
                    <a:pt x="1062" y="852"/>
                  </a:lnTo>
                  <a:lnTo>
                    <a:pt x="1056" y="848"/>
                  </a:lnTo>
                  <a:lnTo>
                    <a:pt x="1053" y="845"/>
                  </a:lnTo>
                  <a:lnTo>
                    <a:pt x="1056" y="843"/>
                  </a:lnTo>
                  <a:lnTo>
                    <a:pt x="1056" y="841"/>
                  </a:lnTo>
                  <a:lnTo>
                    <a:pt x="1058" y="840"/>
                  </a:lnTo>
                  <a:lnTo>
                    <a:pt x="1058" y="840"/>
                  </a:lnTo>
                  <a:lnTo>
                    <a:pt x="1060" y="836"/>
                  </a:lnTo>
                  <a:lnTo>
                    <a:pt x="1062" y="833"/>
                  </a:lnTo>
                  <a:lnTo>
                    <a:pt x="1053" y="833"/>
                  </a:lnTo>
                  <a:lnTo>
                    <a:pt x="1048" y="833"/>
                  </a:lnTo>
                  <a:lnTo>
                    <a:pt x="1044" y="833"/>
                  </a:lnTo>
                  <a:lnTo>
                    <a:pt x="1042" y="831"/>
                  </a:lnTo>
                  <a:lnTo>
                    <a:pt x="1041" y="828"/>
                  </a:lnTo>
                  <a:lnTo>
                    <a:pt x="1037" y="822"/>
                  </a:lnTo>
                  <a:lnTo>
                    <a:pt x="1035" y="819"/>
                  </a:lnTo>
                  <a:lnTo>
                    <a:pt x="1035" y="815"/>
                  </a:lnTo>
                  <a:lnTo>
                    <a:pt x="1035" y="814"/>
                  </a:lnTo>
                  <a:lnTo>
                    <a:pt x="1035" y="810"/>
                  </a:lnTo>
                  <a:lnTo>
                    <a:pt x="1037" y="807"/>
                  </a:lnTo>
                  <a:lnTo>
                    <a:pt x="1037" y="803"/>
                  </a:lnTo>
                  <a:lnTo>
                    <a:pt x="1027" y="803"/>
                  </a:lnTo>
                  <a:lnTo>
                    <a:pt x="1027" y="798"/>
                  </a:lnTo>
                  <a:lnTo>
                    <a:pt x="1028" y="793"/>
                  </a:lnTo>
                  <a:lnTo>
                    <a:pt x="1030" y="791"/>
                  </a:lnTo>
                  <a:lnTo>
                    <a:pt x="1030" y="787"/>
                  </a:lnTo>
                  <a:lnTo>
                    <a:pt x="1032" y="784"/>
                  </a:lnTo>
                  <a:lnTo>
                    <a:pt x="1034" y="779"/>
                  </a:lnTo>
                  <a:lnTo>
                    <a:pt x="1028" y="779"/>
                  </a:lnTo>
                  <a:lnTo>
                    <a:pt x="1023" y="779"/>
                  </a:lnTo>
                  <a:lnTo>
                    <a:pt x="1020" y="777"/>
                  </a:lnTo>
                  <a:lnTo>
                    <a:pt x="1014" y="775"/>
                  </a:lnTo>
                  <a:lnTo>
                    <a:pt x="1013" y="749"/>
                  </a:lnTo>
                  <a:lnTo>
                    <a:pt x="1011" y="725"/>
                  </a:lnTo>
                  <a:lnTo>
                    <a:pt x="1011" y="702"/>
                  </a:lnTo>
                  <a:lnTo>
                    <a:pt x="1018" y="679"/>
                  </a:lnTo>
                  <a:lnTo>
                    <a:pt x="1025" y="669"/>
                  </a:lnTo>
                  <a:lnTo>
                    <a:pt x="1034" y="662"/>
                  </a:lnTo>
                  <a:lnTo>
                    <a:pt x="1041" y="656"/>
                  </a:lnTo>
                  <a:lnTo>
                    <a:pt x="1046" y="648"/>
                  </a:lnTo>
                  <a:lnTo>
                    <a:pt x="1051" y="637"/>
                  </a:lnTo>
                  <a:lnTo>
                    <a:pt x="1053" y="618"/>
                  </a:lnTo>
                  <a:lnTo>
                    <a:pt x="1049" y="618"/>
                  </a:lnTo>
                  <a:lnTo>
                    <a:pt x="1046" y="622"/>
                  </a:lnTo>
                  <a:lnTo>
                    <a:pt x="1042" y="623"/>
                  </a:lnTo>
                  <a:lnTo>
                    <a:pt x="1041" y="623"/>
                  </a:lnTo>
                  <a:lnTo>
                    <a:pt x="1037" y="623"/>
                  </a:lnTo>
                  <a:lnTo>
                    <a:pt x="1034" y="622"/>
                  </a:lnTo>
                  <a:lnTo>
                    <a:pt x="1020" y="618"/>
                  </a:lnTo>
                  <a:lnTo>
                    <a:pt x="1009" y="611"/>
                  </a:lnTo>
                  <a:lnTo>
                    <a:pt x="1002" y="601"/>
                  </a:lnTo>
                  <a:lnTo>
                    <a:pt x="999" y="583"/>
                  </a:lnTo>
                  <a:lnTo>
                    <a:pt x="1004" y="583"/>
                  </a:lnTo>
                  <a:lnTo>
                    <a:pt x="1004" y="580"/>
                  </a:lnTo>
                  <a:lnTo>
                    <a:pt x="1013" y="585"/>
                  </a:lnTo>
                  <a:lnTo>
                    <a:pt x="1023" y="592"/>
                  </a:lnTo>
                  <a:lnTo>
                    <a:pt x="1032" y="595"/>
                  </a:lnTo>
                  <a:lnTo>
                    <a:pt x="1042" y="595"/>
                  </a:lnTo>
                  <a:lnTo>
                    <a:pt x="1042" y="594"/>
                  </a:lnTo>
                  <a:lnTo>
                    <a:pt x="1044" y="592"/>
                  </a:lnTo>
                  <a:lnTo>
                    <a:pt x="1044" y="592"/>
                  </a:lnTo>
                  <a:lnTo>
                    <a:pt x="1044" y="590"/>
                  </a:lnTo>
                  <a:lnTo>
                    <a:pt x="1046" y="587"/>
                  </a:lnTo>
                  <a:lnTo>
                    <a:pt x="1027" y="573"/>
                  </a:lnTo>
                  <a:lnTo>
                    <a:pt x="1011" y="553"/>
                  </a:lnTo>
                  <a:lnTo>
                    <a:pt x="1006" y="555"/>
                  </a:lnTo>
                  <a:lnTo>
                    <a:pt x="1002" y="557"/>
                  </a:lnTo>
                  <a:lnTo>
                    <a:pt x="997" y="559"/>
                  </a:lnTo>
                  <a:lnTo>
                    <a:pt x="992" y="560"/>
                  </a:lnTo>
                  <a:lnTo>
                    <a:pt x="988" y="557"/>
                  </a:lnTo>
                  <a:lnTo>
                    <a:pt x="987" y="555"/>
                  </a:lnTo>
                  <a:lnTo>
                    <a:pt x="985" y="552"/>
                  </a:lnTo>
                  <a:lnTo>
                    <a:pt x="983" y="550"/>
                  </a:lnTo>
                  <a:lnTo>
                    <a:pt x="980" y="545"/>
                  </a:lnTo>
                  <a:lnTo>
                    <a:pt x="990" y="534"/>
                  </a:lnTo>
                  <a:lnTo>
                    <a:pt x="992" y="519"/>
                  </a:lnTo>
                  <a:lnTo>
                    <a:pt x="990" y="499"/>
                  </a:lnTo>
                  <a:lnTo>
                    <a:pt x="985" y="478"/>
                  </a:lnTo>
                  <a:lnTo>
                    <a:pt x="976" y="456"/>
                  </a:lnTo>
                  <a:lnTo>
                    <a:pt x="966" y="435"/>
                  </a:lnTo>
                  <a:lnTo>
                    <a:pt x="953" y="416"/>
                  </a:lnTo>
                  <a:lnTo>
                    <a:pt x="943" y="398"/>
                  </a:lnTo>
                  <a:lnTo>
                    <a:pt x="934" y="384"/>
                  </a:lnTo>
                  <a:lnTo>
                    <a:pt x="913" y="370"/>
                  </a:lnTo>
                  <a:lnTo>
                    <a:pt x="889" y="365"/>
                  </a:lnTo>
                  <a:lnTo>
                    <a:pt x="864" y="365"/>
                  </a:lnTo>
                  <a:lnTo>
                    <a:pt x="836" y="365"/>
                  </a:lnTo>
                  <a:lnTo>
                    <a:pt x="809" y="367"/>
                  </a:lnTo>
                  <a:lnTo>
                    <a:pt x="781" y="365"/>
                  </a:lnTo>
                  <a:lnTo>
                    <a:pt x="781" y="360"/>
                  </a:lnTo>
                  <a:lnTo>
                    <a:pt x="781" y="356"/>
                  </a:lnTo>
                  <a:lnTo>
                    <a:pt x="782" y="355"/>
                  </a:lnTo>
                  <a:lnTo>
                    <a:pt x="782" y="353"/>
                  </a:lnTo>
                  <a:lnTo>
                    <a:pt x="782" y="351"/>
                  </a:lnTo>
                  <a:lnTo>
                    <a:pt x="781" y="349"/>
                  </a:lnTo>
                  <a:lnTo>
                    <a:pt x="770" y="344"/>
                  </a:lnTo>
                  <a:lnTo>
                    <a:pt x="760" y="341"/>
                  </a:lnTo>
                  <a:lnTo>
                    <a:pt x="749" y="334"/>
                  </a:lnTo>
                  <a:lnTo>
                    <a:pt x="758" y="334"/>
                  </a:lnTo>
                  <a:lnTo>
                    <a:pt x="768" y="330"/>
                  </a:lnTo>
                  <a:lnTo>
                    <a:pt x="782" y="327"/>
                  </a:lnTo>
                  <a:lnTo>
                    <a:pt x="798" y="325"/>
                  </a:lnTo>
                  <a:lnTo>
                    <a:pt x="810" y="321"/>
                  </a:lnTo>
                  <a:lnTo>
                    <a:pt x="819" y="314"/>
                  </a:lnTo>
                  <a:lnTo>
                    <a:pt x="777" y="314"/>
                  </a:lnTo>
                  <a:lnTo>
                    <a:pt x="767" y="311"/>
                  </a:lnTo>
                  <a:lnTo>
                    <a:pt x="758" y="311"/>
                  </a:lnTo>
                  <a:lnTo>
                    <a:pt x="747" y="309"/>
                  </a:lnTo>
                  <a:lnTo>
                    <a:pt x="739" y="307"/>
                  </a:lnTo>
                  <a:lnTo>
                    <a:pt x="730" y="304"/>
                  </a:lnTo>
                  <a:lnTo>
                    <a:pt x="725" y="295"/>
                  </a:lnTo>
                  <a:lnTo>
                    <a:pt x="723" y="281"/>
                  </a:lnTo>
                  <a:lnTo>
                    <a:pt x="744" y="278"/>
                  </a:lnTo>
                  <a:lnTo>
                    <a:pt x="763" y="271"/>
                  </a:lnTo>
                  <a:lnTo>
                    <a:pt x="779" y="264"/>
                  </a:lnTo>
                  <a:lnTo>
                    <a:pt x="796" y="257"/>
                  </a:lnTo>
                  <a:lnTo>
                    <a:pt x="831" y="257"/>
                  </a:lnTo>
                  <a:lnTo>
                    <a:pt x="845" y="211"/>
                  </a:lnTo>
                  <a:lnTo>
                    <a:pt x="812" y="211"/>
                  </a:lnTo>
                  <a:lnTo>
                    <a:pt x="803" y="199"/>
                  </a:lnTo>
                  <a:lnTo>
                    <a:pt x="814" y="192"/>
                  </a:lnTo>
                  <a:lnTo>
                    <a:pt x="822" y="185"/>
                  </a:lnTo>
                  <a:lnTo>
                    <a:pt x="833" y="180"/>
                  </a:lnTo>
                  <a:lnTo>
                    <a:pt x="845" y="176"/>
                  </a:lnTo>
                  <a:lnTo>
                    <a:pt x="845" y="164"/>
                  </a:lnTo>
                  <a:lnTo>
                    <a:pt x="859" y="157"/>
                  </a:lnTo>
                  <a:lnTo>
                    <a:pt x="866" y="149"/>
                  </a:lnTo>
                  <a:lnTo>
                    <a:pt x="873" y="138"/>
                  </a:lnTo>
                  <a:lnTo>
                    <a:pt x="884" y="131"/>
                  </a:lnTo>
                  <a:lnTo>
                    <a:pt x="896" y="126"/>
                  </a:lnTo>
                  <a:lnTo>
                    <a:pt x="906" y="126"/>
                  </a:lnTo>
                  <a:lnTo>
                    <a:pt x="915" y="129"/>
                  </a:lnTo>
                  <a:lnTo>
                    <a:pt x="927" y="128"/>
                  </a:lnTo>
                  <a:lnTo>
                    <a:pt x="918" y="124"/>
                  </a:lnTo>
                  <a:lnTo>
                    <a:pt x="913" y="122"/>
                  </a:lnTo>
                  <a:lnTo>
                    <a:pt x="908" y="121"/>
                  </a:lnTo>
                  <a:lnTo>
                    <a:pt x="903" y="115"/>
                  </a:lnTo>
                  <a:lnTo>
                    <a:pt x="920" y="112"/>
                  </a:lnTo>
                  <a:lnTo>
                    <a:pt x="936" y="107"/>
                  </a:lnTo>
                  <a:lnTo>
                    <a:pt x="950" y="103"/>
                  </a:lnTo>
                  <a:lnTo>
                    <a:pt x="966" y="100"/>
                  </a:lnTo>
                  <a:lnTo>
                    <a:pt x="967" y="107"/>
                  </a:lnTo>
                  <a:lnTo>
                    <a:pt x="969" y="110"/>
                  </a:lnTo>
                  <a:lnTo>
                    <a:pt x="971" y="115"/>
                  </a:lnTo>
                  <a:lnTo>
                    <a:pt x="973" y="119"/>
                  </a:lnTo>
                  <a:lnTo>
                    <a:pt x="978" y="121"/>
                  </a:lnTo>
                  <a:lnTo>
                    <a:pt x="985" y="122"/>
                  </a:lnTo>
                  <a:lnTo>
                    <a:pt x="985" y="117"/>
                  </a:lnTo>
                  <a:lnTo>
                    <a:pt x="988" y="112"/>
                  </a:lnTo>
                  <a:lnTo>
                    <a:pt x="990" y="105"/>
                  </a:lnTo>
                  <a:lnTo>
                    <a:pt x="992" y="100"/>
                  </a:lnTo>
                  <a:lnTo>
                    <a:pt x="995" y="105"/>
                  </a:lnTo>
                  <a:lnTo>
                    <a:pt x="1001" y="110"/>
                  </a:lnTo>
                  <a:lnTo>
                    <a:pt x="1004" y="114"/>
                  </a:lnTo>
                  <a:lnTo>
                    <a:pt x="1011" y="117"/>
                  </a:lnTo>
                  <a:lnTo>
                    <a:pt x="1018" y="119"/>
                  </a:lnTo>
                  <a:lnTo>
                    <a:pt x="1014" y="96"/>
                  </a:lnTo>
                  <a:lnTo>
                    <a:pt x="1027" y="93"/>
                  </a:lnTo>
                  <a:lnTo>
                    <a:pt x="1037" y="89"/>
                  </a:lnTo>
                  <a:lnTo>
                    <a:pt x="1053" y="93"/>
                  </a:lnTo>
                  <a:lnTo>
                    <a:pt x="1070" y="100"/>
                  </a:lnTo>
                  <a:lnTo>
                    <a:pt x="1088" y="110"/>
                  </a:lnTo>
                  <a:lnTo>
                    <a:pt x="1107" y="119"/>
                  </a:lnTo>
                  <a:lnTo>
                    <a:pt x="1123" y="126"/>
                  </a:lnTo>
                  <a:lnTo>
                    <a:pt x="1138" y="131"/>
                  </a:lnTo>
                  <a:lnTo>
                    <a:pt x="1138" y="128"/>
                  </a:lnTo>
                  <a:lnTo>
                    <a:pt x="1128" y="119"/>
                  </a:lnTo>
                  <a:lnTo>
                    <a:pt x="1121" y="112"/>
                  </a:lnTo>
                  <a:lnTo>
                    <a:pt x="1117" y="103"/>
                  </a:lnTo>
                  <a:lnTo>
                    <a:pt x="1123" y="93"/>
                  </a:lnTo>
                  <a:lnTo>
                    <a:pt x="1119" y="89"/>
                  </a:lnTo>
                  <a:lnTo>
                    <a:pt x="1114" y="84"/>
                  </a:lnTo>
                  <a:lnTo>
                    <a:pt x="1109" y="80"/>
                  </a:lnTo>
                  <a:lnTo>
                    <a:pt x="1104" y="77"/>
                  </a:lnTo>
                  <a:lnTo>
                    <a:pt x="1100" y="73"/>
                  </a:lnTo>
                  <a:lnTo>
                    <a:pt x="1104" y="65"/>
                  </a:lnTo>
                  <a:lnTo>
                    <a:pt x="1114" y="68"/>
                  </a:lnTo>
                  <a:lnTo>
                    <a:pt x="1128" y="70"/>
                  </a:lnTo>
                  <a:lnTo>
                    <a:pt x="1140" y="68"/>
                  </a:lnTo>
                  <a:lnTo>
                    <a:pt x="1149" y="61"/>
                  </a:lnTo>
                  <a:lnTo>
                    <a:pt x="1107" y="61"/>
                  </a:lnTo>
                  <a:lnTo>
                    <a:pt x="1107" y="58"/>
                  </a:lnTo>
                  <a:lnTo>
                    <a:pt x="1104" y="58"/>
                  </a:lnTo>
                  <a:lnTo>
                    <a:pt x="1104" y="54"/>
                  </a:lnTo>
                  <a:lnTo>
                    <a:pt x="1109" y="51"/>
                  </a:lnTo>
                  <a:lnTo>
                    <a:pt x="1114" y="47"/>
                  </a:lnTo>
                  <a:lnTo>
                    <a:pt x="1119" y="44"/>
                  </a:lnTo>
                  <a:lnTo>
                    <a:pt x="1124" y="40"/>
                  </a:lnTo>
                  <a:lnTo>
                    <a:pt x="1130" y="39"/>
                  </a:lnTo>
                  <a:lnTo>
                    <a:pt x="1152" y="42"/>
                  </a:lnTo>
                  <a:lnTo>
                    <a:pt x="1158" y="26"/>
                  </a:lnTo>
                  <a:lnTo>
                    <a:pt x="1184" y="30"/>
                  </a:lnTo>
                  <a:lnTo>
                    <a:pt x="1186" y="30"/>
                  </a:lnTo>
                  <a:lnTo>
                    <a:pt x="1187" y="26"/>
                  </a:lnTo>
                  <a:lnTo>
                    <a:pt x="1189" y="25"/>
                  </a:lnTo>
                  <a:lnTo>
                    <a:pt x="1191" y="21"/>
                  </a:lnTo>
                  <a:lnTo>
                    <a:pt x="1196" y="19"/>
                  </a:lnTo>
                  <a:lnTo>
                    <a:pt x="1200" y="25"/>
                  </a:lnTo>
                  <a:lnTo>
                    <a:pt x="1205" y="30"/>
                  </a:lnTo>
                  <a:lnTo>
                    <a:pt x="1210" y="35"/>
                  </a:lnTo>
                  <a:lnTo>
                    <a:pt x="1210" y="26"/>
                  </a:lnTo>
                  <a:lnTo>
                    <a:pt x="1212" y="25"/>
                  </a:lnTo>
                  <a:lnTo>
                    <a:pt x="1212" y="23"/>
                  </a:lnTo>
                  <a:lnTo>
                    <a:pt x="1212" y="21"/>
                  </a:lnTo>
                  <a:lnTo>
                    <a:pt x="1212" y="19"/>
                  </a:lnTo>
                  <a:lnTo>
                    <a:pt x="1213" y="16"/>
                  </a:lnTo>
                  <a:lnTo>
                    <a:pt x="1215" y="14"/>
                  </a:lnTo>
                  <a:lnTo>
                    <a:pt x="1219" y="12"/>
                  </a:lnTo>
                  <a:lnTo>
                    <a:pt x="1236" y="4"/>
                  </a:lnTo>
                  <a:lnTo>
                    <a:pt x="1259" y="0"/>
                  </a:lnTo>
                  <a:close/>
                </a:path>
              </a:pathLst>
            </a:custGeom>
            <a:grpFill/>
            <a:ln w="3175" cap="rnd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3" name="Freeform 312"/>
            <p:cNvSpPr>
              <a:spLocks noEditPoints="1"/>
            </p:cNvSpPr>
            <p:nvPr/>
          </p:nvSpPr>
          <p:spPr bwMode="auto">
            <a:xfrm>
              <a:off x="3975894" y="1550987"/>
              <a:ext cx="4530725" cy="3509963"/>
            </a:xfrm>
            <a:custGeom>
              <a:avLst/>
              <a:gdLst>
                <a:gd name="T0" fmla="*/ 1971 w 2854"/>
                <a:gd name="T1" fmla="*/ 1813 h 2211"/>
                <a:gd name="T2" fmla="*/ 1855 w 2854"/>
                <a:gd name="T3" fmla="*/ 1811 h 2211"/>
                <a:gd name="T4" fmla="*/ 1992 w 2854"/>
                <a:gd name="T5" fmla="*/ 1742 h 2211"/>
                <a:gd name="T6" fmla="*/ 2278 w 2854"/>
                <a:gd name="T7" fmla="*/ 1785 h 2211"/>
                <a:gd name="T8" fmla="*/ 2068 w 2854"/>
                <a:gd name="T9" fmla="*/ 1731 h 2211"/>
                <a:gd name="T10" fmla="*/ 1906 w 2854"/>
                <a:gd name="T11" fmla="*/ 1752 h 2211"/>
                <a:gd name="T12" fmla="*/ 1637 w 2854"/>
                <a:gd name="T13" fmla="*/ 1670 h 2211"/>
                <a:gd name="T14" fmla="*/ 1840 w 2854"/>
                <a:gd name="T15" fmla="*/ 1602 h 2211"/>
                <a:gd name="T16" fmla="*/ 1824 w 2854"/>
                <a:gd name="T17" fmla="*/ 1628 h 2211"/>
                <a:gd name="T18" fmla="*/ 1965 w 2854"/>
                <a:gd name="T19" fmla="*/ 1604 h 2211"/>
                <a:gd name="T20" fmla="*/ 1918 w 2854"/>
                <a:gd name="T21" fmla="*/ 1466 h 2211"/>
                <a:gd name="T22" fmla="*/ 1920 w 2854"/>
                <a:gd name="T23" fmla="*/ 1534 h 2211"/>
                <a:gd name="T24" fmla="*/ 2030 w 2854"/>
                <a:gd name="T25" fmla="*/ 1272 h 2211"/>
                <a:gd name="T26" fmla="*/ 274 w 2854"/>
                <a:gd name="T27" fmla="*/ 1106 h 2211"/>
                <a:gd name="T28" fmla="*/ 2229 w 2854"/>
                <a:gd name="T29" fmla="*/ 1024 h 2211"/>
                <a:gd name="T30" fmla="*/ 2054 w 2854"/>
                <a:gd name="T31" fmla="*/ 1218 h 2211"/>
                <a:gd name="T32" fmla="*/ 2177 w 2854"/>
                <a:gd name="T33" fmla="*/ 1043 h 2211"/>
                <a:gd name="T34" fmla="*/ 408 w 2854"/>
                <a:gd name="T35" fmla="*/ 1136 h 2211"/>
                <a:gd name="T36" fmla="*/ 230 w 2854"/>
                <a:gd name="T37" fmla="*/ 1145 h 2211"/>
                <a:gd name="T38" fmla="*/ 539 w 2854"/>
                <a:gd name="T39" fmla="*/ 1225 h 2211"/>
                <a:gd name="T40" fmla="*/ 600 w 2854"/>
                <a:gd name="T41" fmla="*/ 1111 h 2211"/>
                <a:gd name="T42" fmla="*/ 503 w 2854"/>
                <a:gd name="T43" fmla="*/ 1103 h 2211"/>
                <a:gd name="T44" fmla="*/ 721 w 2854"/>
                <a:gd name="T45" fmla="*/ 1017 h 2211"/>
                <a:gd name="T46" fmla="*/ 965 w 2854"/>
                <a:gd name="T47" fmla="*/ 1080 h 2211"/>
                <a:gd name="T48" fmla="*/ 2211 w 2854"/>
                <a:gd name="T49" fmla="*/ 958 h 2211"/>
                <a:gd name="T50" fmla="*/ 400 w 2854"/>
                <a:gd name="T51" fmla="*/ 801 h 2211"/>
                <a:gd name="T52" fmla="*/ 201 w 2854"/>
                <a:gd name="T53" fmla="*/ 699 h 2211"/>
                <a:gd name="T54" fmla="*/ 199 w 2854"/>
                <a:gd name="T55" fmla="*/ 811 h 2211"/>
                <a:gd name="T56" fmla="*/ 860 w 2854"/>
                <a:gd name="T57" fmla="*/ 371 h 2211"/>
                <a:gd name="T58" fmla="*/ 2278 w 2854"/>
                <a:gd name="T59" fmla="*/ 120 h 2211"/>
                <a:gd name="T60" fmla="*/ 1199 w 2854"/>
                <a:gd name="T61" fmla="*/ 54 h 2211"/>
                <a:gd name="T62" fmla="*/ 998 w 2854"/>
                <a:gd name="T63" fmla="*/ 165 h 2211"/>
                <a:gd name="T64" fmla="*/ 1805 w 2854"/>
                <a:gd name="T65" fmla="*/ 117 h 2211"/>
                <a:gd name="T66" fmla="*/ 1929 w 2854"/>
                <a:gd name="T67" fmla="*/ 206 h 2211"/>
                <a:gd name="T68" fmla="*/ 2140 w 2854"/>
                <a:gd name="T69" fmla="*/ 286 h 2211"/>
                <a:gd name="T70" fmla="*/ 2576 w 2854"/>
                <a:gd name="T71" fmla="*/ 378 h 2211"/>
                <a:gd name="T72" fmla="*/ 2815 w 2854"/>
                <a:gd name="T73" fmla="*/ 537 h 2211"/>
                <a:gd name="T74" fmla="*/ 2637 w 2854"/>
                <a:gd name="T75" fmla="*/ 621 h 2211"/>
                <a:gd name="T76" fmla="*/ 2390 w 2854"/>
                <a:gd name="T77" fmla="*/ 886 h 2211"/>
                <a:gd name="T78" fmla="*/ 2421 w 2854"/>
                <a:gd name="T79" fmla="*/ 624 h 2211"/>
                <a:gd name="T80" fmla="*/ 2175 w 2854"/>
                <a:gd name="T81" fmla="*/ 830 h 2211"/>
                <a:gd name="T82" fmla="*/ 1974 w 2854"/>
                <a:gd name="T83" fmla="*/ 1141 h 2211"/>
                <a:gd name="T84" fmla="*/ 1916 w 2854"/>
                <a:gd name="T85" fmla="*/ 1277 h 2211"/>
                <a:gd name="T86" fmla="*/ 1737 w 2854"/>
                <a:gd name="T87" fmla="*/ 1488 h 2211"/>
                <a:gd name="T88" fmla="*/ 1539 w 2854"/>
                <a:gd name="T89" fmla="*/ 1480 h 2211"/>
                <a:gd name="T90" fmla="*/ 1222 w 2854"/>
                <a:gd name="T91" fmla="*/ 1406 h 2211"/>
                <a:gd name="T92" fmla="*/ 969 w 2854"/>
                <a:gd name="T93" fmla="*/ 1356 h 2211"/>
                <a:gd name="T94" fmla="*/ 710 w 2854"/>
                <a:gd name="T95" fmla="*/ 1300 h 2211"/>
                <a:gd name="T96" fmla="*/ 876 w 2854"/>
                <a:gd name="T97" fmla="*/ 1659 h 2211"/>
                <a:gd name="T98" fmla="*/ 475 w 2854"/>
                <a:gd name="T99" fmla="*/ 2133 h 2211"/>
                <a:gd name="T100" fmla="*/ 335 w 2854"/>
                <a:gd name="T101" fmla="*/ 1651 h 2211"/>
                <a:gd name="T102" fmla="*/ 92 w 2854"/>
                <a:gd name="T103" fmla="*/ 1263 h 2211"/>
                <a:gd name="T104" fmla="*/ 199 w 2854"/>
                <a:gd name="T105" fmla="*/ 960 h 2211"/>
                <a:gd name="T106" fmla="*/ 384 w 2854"/>
                <a:gd name="T107" fmla="*/ 733 h 2211"/>
                <a:gd name="T108" fmla="*/ 578 w 2854"/>
                <a:gd name="T109" fmla="*/ 679 h 2211"/>
                <a:gd name="T110" fmla="*/ 497 w 2854"/>
                <a:gd name="T111" fmla="*/ 693 h 2211"/>
                <a:gd name="T112" fmla="*/ 386 w 2854"/>
                <a:gd name="T113" fmla="*/ 539 h 2211"/>
                <a:gd name="T114" fmla="*/ 662 w 2854"/>
                <a:gd name="T115" fmla="*/ 352 h 2211"/>
                <a:gd name="T116" fmla="*/ 780 w 2854"/>
                <a:gd name="T117" fmla="*/ 499 h 2211"/>
                <a:gd name="T118" fmla="*/ 967 w 2854"/>
                <a:gd name="T119" fmla="*/ 389 h 2211"/>
                <a:gd name="T120" fmla="*/ 1182 w 2854"/>
                <a:gd name="T121" fmla="*/ 399 h 2211"/>
                <a:gd name="T122" fmla="*/ 1218 w 2854"/>
                <a:gd name="T123" fmla="*/ 469 h 2211"/>
                <a:gd name="T124" fmla="*/ 1402 w 2854"/>
                <a:gd name="T125" fmla="*/ 188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54" h="2211">
                  <a:moveTo>
                    <a:pt x="915" y="1897"/>
                  </a:moveTo>
                  <a:lnTo>
                    <a:pt x="915" y="1904"/>
                  </a:lnTo>
                  <a:lnTo>
                    <a:pt x="923" y="1923"/>
                  </a:lnTo>
                  <a:lnTo>
                    <a:pt x="923" y="1944"/>
                  </a:lnTo>
                  <a:lnTo>
                    <a:pt x="918" y="1963"/>
                  </a:lnTo>
                  <a:lnTo>
                    <a:pt x="909" y="1982"/>
                  </a:lnTo>
                  <a:lnTo>
                    <a:pt x="899" y="2000"/>
                  </a:lnTo>
                  <a:lnTo>
                    <a:pt x="890" y="2017"/>
                  </a:lnTo>
                  <a:lnTo>
                    <a:pt x="883" y="2031"/>
                  </a:lnTo>
                  <a:lnTo>
                    <a:pt x="880" y="2049"/>
                  </a:lnTo>
                  <a:lnTo>
                    <a:pt x="878" y="2064"/>
                  </a:lnTo>
                  <a:lnTo>
                    <a:pt x="876" y="2077"/>
                  </a:lnTo>
                  <a:lnTo>
                    <a:pt x="869" y="2087"/>
                  </a:lnTo>
                  <a:lnTo>
                    <a:pt x="857" y="2096"/>
                  </a:lnTo>
                  <a:lnTo>
                    <a:pt x="857" y="2092"/>
                  </a:lnTo>
                  <a:lnTo>
                    <a:pt x="850" y="2091"/>
                  </a:lnTo>
                  <a:lnTo>
                    <a:pt x="845" y="2089"/>
                  </a:lnTo>
                  <a:lnTo>
                    <a:pt x="840" y="2085"/>
                  </a:lnTo>
                  <a:lnTo>
                    <a:pt x="836" y="2080"/>
                  </a:lnTo>
                  <a:lnTo>
                    <a:pt x="834" y="2073"/>
                  </a:lnTo>
                  <a:lnTo>
                    <a:pt x="827" y="2059"/>
                  </a:lnTo>
                  <a:lnTo>
                    <a:pt x="826" y="2045"/>
                  </a:lnTo>
                  <a:lnTo>
                    <a:pt x="831" y="2033"/>
                  </a:lnTo>
                  <a:lnTo>
                    <a:pt x="836" y="2019"/>
                  </a:lnTo>
                  <a:lnTo>
                    <a:pt x="841" y="2005"/>
                  </a:lnTo>
                  <a:lnTo>
                    <a:pt x="841" y="1996"/>
                  </a:lnTo>
                  <a:lnTo>
                    <a:pt x="840" y="1982"/>
                  </a:lnTo>
                  <a:lnTo>
                    <a:pt x="838" y="1968"/>
                  </a:lnTo>
                  <a:lnTo>
                    <a:pt x="838" y="1954"/>
                  </a:lnTo>
                  <a:lnTo>
                    <a:pt x="857" y="1954"/>
                  </a:lnTo>
                  <a:lnTo>
                    <a:pt x="862" y="1946"/>
                  </a:lnTo>
                  <a:lnTo>
                    <a:pt x="873" y="1935"/>
                  </a:lnTo>
                  <a:lnTo>
                    <a:pt x="883" y="1923"/>
                  </a:lnTo>
                  <a:lnTo>
                    <a:pt x="895" y="1911"/>
                  </a:lnTo>
                  <a:lnTo>
                    <a:pt x="906" y="1902"/>
                  </a:lnTo>
                  <a:lnTo>
                    <a:pt x="915" y="1897"/>
                  </a:lnTo>
                  <a:close/>
                  <a:moveTo>
                    <a:pt x="1875" y="1827"/>
                  </a:moveTo>
                  <a:lnTo>
                    <a:pt x="1882" y="1829"/>
                  </a:lnTo>
                  <a:lnTo>
                    <a:pt x="1887" y="1829"/>
                  </a:lnTo>
                  <a:lnTo>
                    <a:pt x="1892" y="1829"/>
                  </a:lnTo>
                  <a:lnTo>
                    <a:pt x="1896" y="1831"/>
                  </a:lnTo>
                  <a:lnTo>
                    <a:pt x="1901" y="1832"/>
                  </a:lnTo>
                  <a:lnTo>
                    <a:pt x="1901" y="1839"/>
                  </a:lnTo>
                  <a:lnTo>
                    <a:pt x="1897" y="1839"/>
                  </a:lnTo>
                  <a:lnTo>
                    <a:pt x="1897" y="1843"/>
                  </a:lnTo>
                  <a:lnTo>
                    <a:pt x="1892" y="1841"/>
                  </a:lnTo>
                  <a:lnTo>
                    <a:pt x="1887" y="1839"/>
                  </a:lnTo>
                  <a:lnTo>
                    <a:pt x="1882" y="1836"/>
                  </a:lnTo>
                  <a:lnTo>
                    <a:pt x="1878" y="1832"/>
                  </a:lnTo>
                  <a:lnTo>
                    <a:pt x="1875" y="1827"/>
                  </a:lnTo>
                  <a:close/>
                  <a:moveTo>
                    <a:pt x="1971" y="1813"/>
                  </a:moveTo>
                  <a:lnTo>
                    <a:pt x="1990" y="1813"/>
                  </a:lnTo>
                  <a:lnTo>
                    <a:pt x="1990" y="1817"/>
                  </a:lnTo>
                  <a:lnTo>
                    <a:pt x="1986" y="1817"/>
                  </a:lnTo>
                  <a:lnTo>
                    <a:pt x="1974" y="1825"/>
                  </a:lnTo>
                  <a:lnTo>
                    <a:pt x="1960" y="1834"/>
                  </a:lnTo>
                  <a:lnTo>
                    <a:pt x="1948" y="1843"/>
                  </a:lnTo>
                  <a:lnTo>
                    <a:pt x="1944" y="1843"/>
                  </a:lnTo>
                  <a:lnTo>
                    <a:pt x="1943" y="1841"/>
                  </a:lnTo>
                  <a:lnTo>
                    <a:pt x="1943" y="1841"/>
                  </a:lnTo>
                  <a:lnTo>
                    <a:pt x="1941" y="1841"/>
                  </a:lnTo>
                  <a:lnTo>
                    <a:pt x="1939" y="1839"/>
                  </a:lnTo>
                  <a:lnTo>
                    <a:pt x="1936" y="1839"/>
                  </a:lnTo>
                  <a:lnTo>
                    <a:pt x="1936" y="1836"/>
                  </a:lnTo>
                  <a:lnTo>
                    <a:pt x="1953" y="1825"/>
                  </a:lnTo>
                  <a:lnTo>
                    <a:pt x="1971" y="1813"/>
                  </a:lnTo>
                  <a:close/>
                  <a:moveTo>
                    <a:pt x="1925" y="1808"/>
                  </a:moveTo>
                  <a:lnTo>
                    <a:pt x="1929" y="1811"/>
                  </a:lnTo>
                  <a:lnTo>
                    <a:pt x="1930" y="1811"/>
                  </a:lnTo>
                  <a:lnTo>
                    <a:pt x="1930" y="1811"/>
                  </a:lnTo>
                  <a:lnTo>
                    <a:pt x="1930" y="1813"/>
                  </a:lnTo>
                  <a:lnTo>
                    <a:pt x="1930" y="1813"/>
                  </a:lnTo>
                  <a:lnTo>
                    <a:pt x="1930" y="1817"/>
                  </a:lnTo>
                  <a:lnTo>
                    <a:pt x="1932" y="1820"/>
                  </a:lnTo>
                  <a:lnTo>
                    <a:pt x="1925" y="1820"/>
                  </a:lnTo>
                  <a:lnTo>
                    <a:pt x="1913" y="1824"/>
                  </a:lnTo>
                  <a:lnTo>
                    <a:pt x="1899" y="1824"/>
                  </a:lnTo>
                  <a:lnTo>
                    <a:pt x="1887" y="1820"/>
                  </a:lnTo>
                  <a:lnTo>
                    <a:pt x="1887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89" y="1818"/>
                  </a:lnTo>
                  <a:lnTo>
                    <a:pt x="1890" y="1817"/>
                  </a:lnTo>
                  <a:lnTo>
                    <a:pt x="1899" y="1813"/>
                  </a:lnTo>
                  <a:lnTo>
                    <a:pt x="1908" y="1813"/>
                  </a:lnTo>
                  <a:lnTo>
                    <a:pt x="1916" y="1813"/>
                  </a:lnTo>
                  <a:lnTo>
                    <a:pt x="1925" y="1808"/>
                  </a:lnTo>
                  <a:close/>
                  <a:moveTo>
                    <a:pt x="1859" y="1808"/>
                  </a:moveTo>
                  <a:lnTo>
                    <a:pt x="1866" y="1810"/>
                  </a:lnTo>
                  <a:lnTo>
                    <a:pt x="1869" y="1811"/>
                  </a:lnTo>
                  <a:lnTo>
                    <a:pt x="1873" y="1813"/>
                  </a:lnTo>
                  <a:lnTo>
                    <a:pt x="1876" y="1817"/>
                  </a:lnTo>
                  <a:lnTo>
                    <a:pt x="1878" y="1820"/>
                  </a:lnTo>
                  <a:lnTo>
                    <a:pt x="1875" y="1820"/>
                  </a:lnTo>
                  <a:lnTo>
                    <a:pt x="1866" y="1824"/>
                  </a:lnTo>
                  <a:lnTo>
                    <a:pt x="1855" y="1824"/>
                  </a:lnTo>
                  <a:lnTo>
                    <a:pt x="1843" y="1824"/>
                  </a:lnTo>
                  <a:lnTo>
                    <a:pt x="1843" y="1817"/>
                  </a:lnTo>
                  <a:lnTo>
                    <a:pt x="1848" y="1815"/>
                  </a:lnTo>
                  <a:lnTo>
                    <a:pt x="1854" y="1813"/>
                  </a:lnTo>
                  <a:lnTo>
                    <a:pt x="1855" y="1811"/>
                  </a:lnTo>
                  <a:lnTo>
                    <a:pt x="1859" y="1808"/>
                  </a:lnTo>
                  <a:close/>
                  <a:moveTo>
                    <a:pt x="2393" y="1794"/>
                  </a:moveTo>
                  <a:lnTo>
                    <a:pt x="2396" y="1794"/>
                  </a:lnTo>
                  <a:lnTo>
                    <a:pt x="2398" y="1796"/>
                  </a:lnTo>
                  <a:lnTo>
                    <a:pt x="2400" y="1796"/>
                  </a:lnTo>
                  <a:lnTo>
                    <a:pt x="2402" y="1797"/>
                  </a:lnTo>
                  <a:lnTo>
                    <a:pt x="2402" y="1799"/>
                  </a:lnTo>
                  <a:lnTo>
                    <a:pt x="2405" y="1801"/>
                  </a:lnTo>
                  <a:lnTo>
                    <a:pt x="2409" y="1801"/>
                  </a:lnTo>
                  <a:lnTo>
                    <a:pt x="2409" y="1804"/>
                  </a:lnTo>
                  <a:lnTo>
                    <a:pt x="2403" y="1803"/>
                  </a:lnTo>
                  <a:lnTo>
                    <a:pt x="2400" y="1801"/>
                  </a:lnTo>
                  <a:lnTo>
                    <a:pt x="2398" y="1799"/>
                  </a:lnTo>
                  <a:lnTo>
                    <a:pt x="2396" y="1797"/>
                  </a:lnTo>
                  <a:lnTo>
                    <a:pt x="2393" y="1794"/>
                  </a:lnTo>
                  <a:close/>
                  <a:moveTo>
                    <a:pt x="2089" y="1775"/>
                  </a:moveTo>
                  <a:lnTo>
                    <a:pt x="2102" y="1778"/>
                  </a:lnTo>
                  <a:lnTo>
                    <a:pt x="2102" y="1785"/>
                  </a:lnTo>
                  <a:lnTo>
                    <a:pt x="2093" y="1790"/>
                  </a:lnTo>
                  <a:lnTo>
                    <a:pt x="2093" y="1790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91" y="1792"/>
                  </a:lnTo>
                  <a:lnTo>
                    <a:pt x="2089" y="1794"/>
                  </a:lnTo>
                  <a:lnTo>
                    <a:pt x="2089" y="1775"/>
                  </a:lnTo>
                  <a:close/>
                  <a:moveTo>
                    <a:pt x="2370" y="1755"/>
                  </a:moveTo>
                  <a:lnTo>
                    <a:pt x="2381" y="1762"/>
                  </a:lnTo>
                  <a:lnTo>
                    <a:pt x="2388" y="1773"/>
                  </a:lnTo>
                  <a:lnTo>
                    <a:pt x="2393" y="1785"/>
                  </a:lnTo>
                  <a:lnTo>
                    <a:pt x="2390" y="1785"/>
                  </a:lnTo>
                  <a:lnTo>
                    <a:pt x="2390" y="1790"/>
                  </a:lnTo>
                  <a:lnTo>
                    <a:pt x="2377" y="1785"/>
                  </a:lnTo>
                  <a:lnTo>
                    <a:pt x="2374" y="1776"/>
                  </a:lnTo>
                  <a:lnTo>
                    <a:pt x="2372" y="1768"/>
                  </a:lnTo>
                  <a:lnTo>
                    <a:pt x="2370" y="1755"/>
                  </a:lnTo>
                  <a:close/>
                  <a:moveTo>
                    <a:pt x="2339" y="1755"/>
                  </a:moveTo>
                  <a:lnTo>
                    <a:pt x="2348" y="1755"/>
                  </a:lnTo>
                  <a:lnTo>
                    <a:pt x="2348" y="1775"/>
                  </a:lnTo>
                  <a:lnTo>
                    <a:pt x="2313" y="1785"/>
                  </a:lnTo>
                  <a:lnTo>
                    <a:pt x="2307" y="1783"/>
                  </a:lnTo>
                  <a:lnTo>
                    <a:pt x="2302" y="1782"/>
                  </a:lnTo>
                  <a:lnTo>
                    <a:pt x="2295" y="1780"/>
                  </a:lnTo>
                  <a:lnTo>
                    <a:pt x="2290" y="1778"/>
                  </a:lnTo>
                  <a:lnTo>
                    <a:pt x="2290" y="1771"/>
                  </a:lnTo>
                  <a:lnTo>
                    <a:pt x="2311" y="1769"/>
                  </a:lnTo>
                  <a:lnTo>
                    <a:pt x="2327" y="1764"/>
                  </a:lnTo>
                  <a:lnTo>
                    <a:pt x="2339" y="1755"/>
                  </a:lnTo>
                  <a:close/>
                  <a:moveTo>
                    <a:pt x="1974" y="1740"/>
                  </a:moveTo>
                  <a:lnTo>
                    <a:pt x="1990" y="1740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2" y="1742"/>
                  </a:lnTo>
                  <a:lnTo>
                    <a:pt x="1993" y="1743"/>
                  </a:lnTo>
                  <a:lnTo>
                    <a:pt x="1993" y="1750"/>
                  </a:lnTo>
                  <a:lnTo>
                    <a:pt x="1974" y="1750"/>
                  </a:lnTo>
                  <a:lnTo>
                    <a:pt x="1974" y="1740"/>
                  </a:lnTo>
                  <a:close/>
                  <a:moveTo>
                    <a:pt x="2002" y="1736"/>
                  </a:moveTo>
                  <a:lnTo>
                    <a:pt x="2040" y="1740"/>
                  </a:lnTo>
                  <a:lnTo>
                    <a:pt x="2040" y="1743"/>
                  </a:lnTo>
                  <a:lnTo>
                    <a:pt x="2042" y="1747"/>
                  </a:lnTo>
                  <a:lnTo>
                    <a:pt x="2042" y="1750"/>
                  </a:lnTo>
                  <a:lnTo>
                    <a:pt x="2044" y="1755"/>
                  </a:lnTo>
                  <a:lnTo>
                    <a:pt x="2040" y="1755"/>
                  </a:lnTo>
                  <a:lnTo>
                    <a:pt x="2030" y="1749"/>
                  </a:lnTo>
                  <a:lnTo>
                    <a:pt x="2018" y="1747"/>
                  </a:lnTo>
                  <a:lnTo>
                    <a:pt x="2002" y="1747"/>
                  </a:lnTo>
                  <a:lnTo>
                    <a:pt x="2002" y="1736"/>
                  </a:lnTo>
                  <a:close/>
                  <a:moveTo>
                    <a:pt x="2320" y="1728"/>
                  </a:moveTo>
                  <a:lnTo>
                    <a:pt x="2339" y="1728"/>
                  </a:lnTo>
                  <a:lnTo>
                    <a:pt x="2348" y="1738"/>
                  </a:lnTo>
                  <a:lnTo>
                    <a:pt x="2355" y="1749"/>
                  </a:lnTo>
                  <a:lnTo>
                    <a:pt x="2358" y="1762"/>
                  </a:lnTo>
                  <a:lnTo>
                    <a:pt x="2355" y="1762"/>
                  </a:lnTo>
                  <a:lnTo>
                    <a:pt x="2346" y="1754"/>
                  </a:lnTo>
                  <a:lnTo>
                    <a:pt x="2337" y="1745"/>
                  </a:lnTo>
                  <a:lnTo>
                    <a:pt x="2327" y="1738"/>
                  </a:lnTo>
                  <a:lnTo>
                    <a:pt x="2320" y="1728"/>
                  </a:lnTo>
                  <a:close/>
                  <a:moveTo>
                    <a:pt x="2065" y="1707"/>
                  </a:moveTo>
                  <a:lnTo>
                    <a:pt x="2075" y="1707"/>
                  </a:lnTo>
                  <a:lnTo>
                    <a:pt x="2089" y="1708"/>
                  </a:lnTo>
                  <a:lnTo>
                    <a:pt x="2093" y="1721"/>
                  </a:lnTo>
                  <a:lnTo>
                    <a:pt x="2098" y="1731"/>
                  </a:lnTo>
                  <a:lnTo>
                    <a:pt x="2105" y="1740"/>
                  </a:lnTo>
                  <a:lnTo>
                    <a:pt x="2105" y="1743"/>
                  </a:lnTo>
                  <a:lnTo>
                    <a:pt x="2108" y="1743"/>
                  </a:lnTo>
                  <a:lnTo>
                    <a:pt x="2108" y="1740"/>
                  </a:lnTo>
                  <a:lnTo>
                    <a:pt x="2117" y="1731"/>
                  </a:lnTo>
                  <a:lnTo>
                    <a:pt x="2126" y="1726"/>
                  </a:lnTo>
                  <a:lnTo>
                    <a:pt x="2138" y="1722"/>
                  </a:lnTo>
                  <a:lnTo>
                    <a:pt x="2156" y="1721"/>
                  </a:lnTo>
                  <a:lnTo>
                    <a:pt x="2170" y="1729"/>
                  </a:lnTo>
                  <a:lnTo>
                    <a:pt x="2187" y="1736"/>
                  </a:lnTo>
                  <a:lnTo>
                    <a:pt x="2208" y="1743"/>
                  </a:lnTo>
                  <a:lnTo>
                    <a:pt x="2225" y="1754"/>
                  </a:lnTo>
                  <a:lnTo>
                    <a:pt x="2239" y="1764"/>
                  </a:lnTo>
                  <a:lnTo>
                    <a:pt x="2246" y="1778"/>
                  </a:lnTo>
                  <a:lnTo>
                    <a:pt x="2259" y="1780"/>
                  </a:lnTo>
                  <a:lnTo>
                    <a:pt x="2267" y="1783"/>
                  </a:lnTo>
                  <a:lnTo>
                    <a:pt x="2278" y="1785"/>
                  </a:lnTo>
                  <a:lnTo>
                    <a:pt x="2278" y="1794"/>
                  </a:lnTo>
                  <a:lnTo>
                    <a:pt x="2276" y="1794"/>
                  </a:lnTo>
                  <a:lnTo>
                    <a:pt x="2273" y="1796"/>
                  </a:lnTo>
                  <a:lnTo>
                    <a:pt x="2269" y="1796"/>
                  </a:lnTo>
                  <a:lnTo>
                    <a:pt x="2267" y="1797"/>
                  </a:lnTo>
                  <a:lnTo>
                    <a:pt x="2266" y="1799"/>
                  </a:lnTo>
                  <a:lnTo>
                    <a:pt x="2267" y="1799"/>
                  </a:lnTo>
                  <a:lnTo>
                    <a:pt x="2271" y="1801"/>
                  </a:lnTo>
                  <a:lnTo>
                    <a:pt x="2283" y="1818"/>
                  </a:lnTo>
                  <a:lnTo>
                    <a:pt x="2300" y="1832"/>
                  </a:lnTo>
                  <a:lnTo>
                    <a:pt x="2320" y="1843"/>
                  </a:lnTo>
                  <a:lnTo>
                    <a:pt x="2320" y="1851"/>
                  </a:lnTo>
                  <a:lnTo>
                    <a:pt x="2297" y="1851"/>
                  </a:lnTo>
                  <a:lnTo>
                    <a:pt x="2294" y="1848"/>
                  </a:lnTo>
                  <a:lnTo>
                    <a:pt x="2290" y="1846"/>
                  </a:lnTo>
                  <a:lnTo>
                    <a:pt x="2287" y="1846"/>
                  </a:lnTo>
                  <a:lnTo>
                    <a:pt x="2283" y="1846"/>
                  </a:lnTo>
                  <a:lnTo>
                    <a:pt x="2280" y="1845"/>
                  </a:lnTo>
                  <a:lnTo>
                    <a:pt x="2274" y="1843"/>
                  </a:lnTo>
                  <a:lnTo>
                    <a:pt x="2269" y="1839"/>
                  </a:lnTo>
                  <a:lnTo>
                    <a:pt x="2266" y="1836"/>
                  </a:lnTo>
                  <a:lnTo>
                    <a:pt x="2262" y="1829"/>
                  </a:lnTo>
                  <a:lnTo>
                    <a:pt x="2259" y="1824"/>
                  </a:lnTo>
                  <a:lnTo>
                    <a:pt x="2255" y="1820"/>
                  </a:lnTo>
                  <a:lnTo>
                    <a:pt x="2241" y="1813"/>
                  </a:lnTo>
                  <a:lnTo>
                    <a:pt x="2231" y="1813"/>
                  </a:lnTo>
                  <a:lnTo>
                    <a:pt x="2218" y="1817"/>
                  </a:lnTo>
                  <a:lnTo>
                    <a:pt x="2206" y="1824"/>
                  </a:lnTo>
                  <a:lnTo>
                    <a:pt x="2194" y="1827"/>
                  </a:lnTo>
                  <a:lnTo>
                    <a:pt x="2182" y="1820"/>
                  </a:lnTo>
                  <a:lnTo>
                    <a:pt x="2170" y="1817"/>
                  </a:lnTo>
                  <a:lnTo>
                    <a:pt x="2157" y="1815"/>
                  </a:lnTo>
                  <a:lnTo>
                    <a:pt x="2140" y="1817"/>
                  </a:lnTo>
                  <a:lnTo>
                    <a:pt x="2142" y="1810"/>
                  </a:lnTo>
                  <a:lnTo>
                    <a:pt x="2143" y="1804"/>
                  </a:lnTo>
                  <a:lnTo>
                    <a:pt x="2145" y="1801"/>
                  </a:lnTo>
                  <a:lnTo>
                    <a:pt x="2147" y="1797"/>
                  </a:lnTo>
                  <a:lnTo>
                    <a:pt x="2149" y="1794"/>
                  </a:lnTo>
                  <a:lnTo>
                    <a:pt x="2147" y="1790"/>
                  </a:lnTo>
                  <a:lnTo>
                    <a:pt x="2138" y="1775"/>
                  </a:lnTo>
                  <a:lnTo>
                    <a:pt x="2126" y="1766"/>
                  </a:lnTo>
                  <a:lnTo>
                    <a:pt x="2112" y="1762"/>
                  </a:lnTo>
                  <a:lnTo>
                    <a:pt x="2096" y="1757"/>
                  </a:lnTo>
                  <a:lnTo>
                    <a:pt x="2081" y="1754"/>
                  </a:lnTo>
                  <a:lnTo>
                    <a:pt x="2068" y="1747"/>
                  </a:lnTo>
                  <a:lnTo>
                    <a:pt x="2060" y="1736"/>
                  </a:lnTo>
                  <a:lnTo>
                    <a:pt x="2063" y="1735"/>
                  </a:lnTo>
                  <a:lnTo>
                    <a:pt x="2065" y="1735"/>
                  </a:lnTo>
                  <a:lnTo>
                    <a:pt x="2067" y="1733"/>
                  </a:lnTo>
                  <a:lnTo>
                    <a:pt x="2067" y="1733"/>
                  </a:lnTo>
                  <a:lnTo>
                    <a:pt x="2068" y="1731"/>
                  </a:lnTo>
                  <a:lnTo>
                    <a:pt x="2070" y="1728"/>
                  </a:lnTo>
                  <a:lnTo>
                    <a:pt x="2060" y="1726"/>
                  </a:lnTo>
                  <a:lnTo>
                    <a:pt x="2049" y="1721"/>
                  </a:lnTo>
                  <a:lnTo>
                    <a:pt x="2040" y="1717"/>
                  </a:lnTo>
                  <a:lnTo>
                    <a:pt x="2040" y="1708"/>
                  </a:lnTo>
                  <a:lnTo>
                    <a:pt x="2054" y="1707"/>
                  </a:lnTo>
                  <a:lnTo>
                    <a:pt x="2065" y="1707"/>
                  </a:lnTo>
                  <a:close/>
                  <a:moveTo>
                    <a:pt x="1960" y="1673"/>
                  </a:moveTo>
                  <a:lnTo>
                    <a:pt x="1962" y="1673"/>
                  </a:lnTo>
                  <a:lnTo>
                    <a:pt x="1962" y="1675"/>
                  </a:lnTo>
                  <a:lnTo>
                    <a:pt x="1962" y="1677"/>
                  </a:lnTo>
                  <a:lnTo>
                    <a:pt x="1964" y="1677"/>
                  </a:lnTo>
                  <a:lnTo>
                    <a:pt x="1964" y="1679"/>
                  </a:lnTo>
                  <a:lnTo>
                    <a:pt x="1967" y="1679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5" y="1680"/>
                  </a:lnTo>
                  <a:lnTo>
                    <a:pt x="1964" y="1680"/>
                  </a:lnTo>
                  <a:lnTo>
                    <a:pt x="1964" y="1682"/>
                  </a:lnTo>
                  <a:lnTo>
                    <a:pt x="1958" y="1687"/>
                  </a:lnTo>
                  <a:lnTo>
                    <a:pt x="1953" y="1693"/>
                  </a:lnTo>
                  <a:lnTo>
                    <a:pt x="1948" y="1698"/>
                  </a:lnTo>
                  <a:lnTo>
                    <a:pt x="1929" y="1696"/>
                  </a:lnTo>
                  <a:lnTo>
                    <a:pt x="1913" y="1696"/>
                  </a:lnTo>
                  <a:lnTo>
                    <a:pt x="1894" y="1698"/>
                  </a:lnTo>
                  <a:lnTo>
                    <a:pt x="1894" y="1708"/>
                  </a:lnTo>
                  <a:lnTo>
                    <a:pt x="1897" y="1710"/>
                  </a:lnTo>
                  <a:lnTo>
                    <a:pt x="1897" y="1712"/>
                  </a:lnTo>
                  <a:lnTo>
                    <a:pt x="1899" y="1714"/>
                  </a:lnTo>
                  <a:lnTo>
                    <a:pt x="1901" y="1717"/>
                  </a:lnTo>
                  <a:lnTo>
                    <a:pt x="1920" y="1710"/>
                  </a:lnTo>
                  <a:lnTo>
                    <a:pt x="1939" y="1705"/>
                  </a:lnTo>
                  <a:lnTo>
                    <a:pt x="1939" y="1714"/>
                  </a:lnTo>
                  <a:lnTo>
                    <a:pt x="1936" y="1714"/>
                  </a:lnTo>
                  <a:lnTo>
                    <a:pt x="1930" y="1717"/>
                  </a:lnTo>
                  <a:lnTo>
                    <a:pt x="1923" y="1721"/>
                  </a:lnTo>
                  <a:lnTo>
                    <a:pt x="1916" y="1724"/>
                  </a:lnTo>
                  <a:lnTo>
                    <a:pt x="1922" y="1736"/>
                  </a:lnTo>
                  <a:lnTo>
                    <a:pt x="1929" y="1747"/>
                  </a:lnTo>
                  <a:lnTo>
                    <a:pt x="1932" y="1757"/>
                  </a:lnTo>
                  <a:lnTo>
                    <a:pt x="1936" y="1775"/>
                  </a:lnTo>
                  <a:lnTo>
                    <a:pt x="1932" y="1775"/>
                  </a:lnTo>
                  <a:lnTo>
                    <a:pt x="1932" y="1778"/>
                  </a:lnTo>
                  <a:lnTo>
                    <a:pt x="1929" y="1776"/>
                  </a:lnTo>
                  <a:lnTo>
                    <a:pt x="1927" y="1776"/>
                  </a:lnTo>
                  <a:lnTo>
                    <a:pt x="1927" y="1776"/>
                  </a:lnTo>
                  <a:lnTo>
                    <a:pt x="1927" y="1775"/>
                  </a:lnTo>
                  <a:lnTo>
                    <a:pt x="1925" y="1775"/>
                  </a:lnTo>
                  <a:lnTo>
                    <a:pt x="1915" y="1764"/>
                  </a:lnTo>
                  <a:lnTo>
                    <a:pt x="1906" y="1752"/>
                  </a:lnTo>
                  <a:lnTo>
                    <a:pt x="1897" y="1740"/>
                  </a:lnTo>
                  <a:lnTo>
                    <a:pt x="1897" y="1778"/>
                  </a:lnTo>
                  <a:lnTo>
                    <a:pt x="1882" y="1778"/>
                  </a:lnTo>
                  <a:lnTo>
                    <a:pt x="1882" y="1776"/>
                  </a:lnTo>
                  <a:lnTo>
                    <a:pt x="1880" y="1776"/>
                  </a:lnTo>
                  <a:lnTo>
                    <a:pt x="1880" y="1776"/>
                  </a:lnTo>
                  <a:lnTo>
                    <a:pt x="1880" y="1776"/>
                  </a:lnTo>
                  <a:lnTo>
                    <a:pt x="1880" y="1775"/>
                  </a:lnTo>
                  <a:lnTo>
                    <a:pt x="1878" y="1775"/>
                  </a:lnTo>
                  <a:lnTo>
                    <a:pt x="1880" y="1762"/>
                  </a:lnTo>
                  <a:lnTo>
                    <a:pt x="1878" y="1755"/>
                  </a:lnTo>
                  <a:lnTo>
                    <a:pt x="1875" y="1749"/>
                  </a:lnTo>
                  <a:lnTo>
                    <a:pt x="1871" y="1740"/>
                  </a:lnTo>
                  <a:lnTo>
                    <a:pt x="1871" y="1731"/>
                  </a:lnTo>
                  <a:lnTo>
                    <a:pt x="1876" y="1721"/>
                  </a:lnTo>
                  <a:lnTo>
                    <a:pt x="1883" y="1707"/>
                  </a:lnTo>
                  <a:lnTo>
                    <a:pt x="1890" y="1694"/>
                  </a:lnTo>
                  <a:lnTo>
                    <a:pt x="1897" y="1684"/>
                  </a:lnTo>
                  <a:lnTo>
                    <a:pt x="1901" y="1679"/>
                  </a:lnTo>
                  <a:lnTo>
                    <a:pt x="1918" y="1684"/>
                  </a:lnTo>
                  <a:lnTo>
                    <a:pt x="1929" y="1684"/>
                  </a:lnTo>
                  <a:lnTo>
                    <a:pt x="1937" y="1682"/>
                  </a:lnTo>
                  <a:lnTo>
                    <a:pt x="1948" y="1679"/>
                  </a:lnTo>
                  <a:lnTo>
                    <a:pt x="1958" y="1673"/>
                  </a:lnTo>
                  <a:lnTo>
                    <a:pt x="1960" y="1673"/>
                  </a:lnTo>
                  <a:close/>
                  <a:moveTo>
                    <a:pt x="1997" y="1670"/>
                  </a:moveTo>
                  <a:lnTo>
                    <a:pt x="2004" y="1673"/>
                  </a:lnTo>
                  <a:lnTo>
                    <a:pt x="2007" y="1675"/>
                  </a:lnTo>
                  <a:lnTo>
                    <a:pt x="2011" y="1679"/>
                  </a:lnTo>
                  <a:lnTo>
                    <a:pt x="2012" y="1682"/>
                  </a:lnTo>
                  <a:lnTo>
                    <a:pt x="2012" y="1689"/>
                  </a:lnTo>
                  <a:lnTo>
                    <a:pt x="2012" y="1698"/>
                  </a:lnTo>
                  <a:lnTo>
                    <a:pt x="2009" y="1700"/>
                  </a:lnTo>
                  <a:lnTo>
                    <a:pt x="2007" y="1701"/>
                  </a:lnTo>
                  <a:lnTo>
                    <a:pt x="2007" y="1703"/>
                  </a:lnTo>
                  <a:lnTo>
                    <a:pt x="2007" y="1705"/>
                  </a:lnTo>
                  <a:lnTo>
                    <a:pt x="2007" y="1707"/>
                  </a:lnTo>
                  <a:lnTo>
                    <a:pt x="2007" y="1708"/>
                  </a:lnTo>
                  <a:lnTo>
                    <a:pt x="2006" y="1710"/>
                  </a:lnTo>
                  <a:lnTo>
                    <a:pt x="2002" y="1714"/>
                  </a:lnTo>
                  <a:lnTo>
                    <a:pt x="2002" y="1705"/>
                  </a:lnTo>
                  <a:lnTo>
                    <a:pt x="1995" y="1694"/>
                  </a:lnTo>
                  <a:lnTo>
                    <a:pt x="1995" y="1682"/>
                  </a:lnTo>
                  <a:lnTo>
                    <a:pt x="1997" y="1670"/>
                  </a:lnTo>
                  <a:close/>
                  <a:moveTo>
                    <a:pt x="1541" y="1621"/>
                  </a:moveTo>
                  <a:lnTo>
                    <a:pt x="1574" y="1625"/>
                  </a:lnTo>
                  <a:lnTo>
                    <a:pt x="1587" y="1640"/>
                  </a:lnTo>
                  <a:lnTo>
                    <a:pt x="1601" y="1649"/>
                  </a:lnTo>
                  <a:lnTo>
                    <a:pt x="1615" y="1658"/>
                  </a:lnTo>
                  <a:lnTo>
                    <a:pt x="1632" y="1666"/>
                  </a:lnTo>
                  <a:lnTo>
                    <a:pt x="1637" y="1670"/>
                  </a:lnTo>
                  <a:lnTo>
                    <a:pt x="1637" y="1672"/>
                  </a:lnTo>
                  <a:lnTo>
                    <a:pt x="1639" y="1672"/>
                  </a:lnTo>
                  <a:lnTo>
                    <a:pt x="1646" y="1679"/>
                  </a:lnTo>
                  <a:lnTo>
                    <a:pt x="1658" y="1693"/>
                  </a:lnTo>
                  <a:lnTo>
                    <a:pt x="1669" y="1708"/>
                  </a:lnTo>
                  <a:lnTo>
                    <a:pt x="1681" y="1726"/>
                  </a:lnTo>
                  <a:lnTo>
                    <a:pt x="1698" y="1740"/>
                  </a:lnTo>
                  <a:lnTo>
                    <a:pt x="1695" y="1757"/>
                  </a:lnTo>
                  <a:lnTo>
                    <a:pt x="1695" y="1778"/>
                  </a:lnTo>
                  <a:lnTo>
                    <a:pt x="1709" y="1780"/>
                  </a:lnTo>
                  <a:lnTo>
                    <a:pt x="1718" y="1783"/>
                  </a:lnTo>
                  <a:lnTo>
                    <a:pt x="1724" y="1789"/>
                  </a:lnTo>
                  <a:lnTo>
                    <a:pt x="1733" y="1794"/>
                  </a:lnTo>
                  <a:lnTo>
                    <a:pt x="1744" y="1794"/>
                  </a:lnTo>
                  <a:lnTo>
                    <a:pt x="1752" y="1790"/>
                  </a:lnTo>
                  <a:lnTo>
                    <a:pt x="1759" y="1787"/>
                  </a:lnTo>
                  <a:lnTo>
                    <a:pt x="1766" y="1785"/>
                  </a:lnTo>
                  <a:lnTo>
                    <a:pt x="1782" y="1790"/>
                  </a:lnTo>
                  <a:lnTo>
                    <a:pt x="1800" y="1797"/>
                  </a:lnTo>
                  <a:lnTo>
                    <a:pt x="1817" y="1806"/>
                  </a:lnTo>
                  <a:lnTo>
                    <a:pt x="1833" y="1813"/>
                  </a:lnTo>
                  <a:lnTo>
                    <a:pt x="1831" y="1813"/>
                  </a:lnTo>
                  <a:lnTo>
                    <a:pt x="1829" y="1815"/>
                  </a:lnTo>
                  <a:lnTo>
                    <a:pt x="1829" y="1815"/>
                  </a:lnTo>
                  <a:lnTo>
                    <a:pt x="1827" y="1815"/>
                  </a:lnTo>
                  <a:lnTo>
                    <a:pt x="1824" y="1817"/>
                  </a:lnTo>
                  <a:lnTo>
                    <a:pt x="1814" y="1820"/>
                  </a:lnTo>
                  <a:lnTo>
                    <a:pt x="1794" y="1820"/>
                  </a:lnTo>
                  <a:lnTo>
                    <a:pt x="1772" y="1817"/>
                  </a:lnTo>
                  <a:lnTo>
                    <a:pt x="1749" y="1811"/>
                  </a:lnTo>
                  <a:lnTo>
                    <a:pt x="1724" y="1806"/>
                  </a:lnTo>
                  <a:lnTo>
                    <a:pt x="1705" y="1801"/>
                  </a:lnTo>
                  <a:lnTo>
                    <a:pt x="1690" y="1794"/>
                  </a:lnTo>
                  <a:lnTo>
                    <a:pt x="1683" y="1790"/>
                  </a:lnTo>
                  <a:lnTo>
                    <a:pt x="1686" y="1787"/>
                  </a:lnTo>
                  <a:lnTo>
                    <a:pt x="1686" y="1787"/>
                  </a:lnTo>
                  <a:lnTo>
                    <a:pt x="1688" y="1785"/>
                  </a:lnTo>
                  <a:lnTo>
                    <a:pt x="1690" y="1782"/>
                  </a:lnTo>
                  <a:lnTo>
                    <a:pt x="1669" y="1776"/>
                  </a:lnTo>
                  <a:lnTo>
                    <a:pt x="1651" y="1766"/>
                  </a:lnTo>
                  <a:lnTo>
                    <a:pt x="1635" y="1750"/>
                  </a:lnTo>
                  <a:lnTo>
                    <a:pt x="1623" y="1733"/>
                  </a:lnTo>
                  <a:lnTo>
                    <a:pt x="1611" y="1714"/>
                  </a:lnTo>
                  <a:lnTo>
                    <a:pt x="1601" y="1694"/>
                  </a:lnTo>
                  <a:lnTo>
                    <a:pt x="1590" y="1679"/>
                  </a:lnTo>
                  <a:lnTo>
                    <a:pt x="1580" y="1666"/>
                  </a:lnTo>
                  <a:lnTo>
                    <a:pt x="1569" y="1658"/>
                  </a:lnTo>
                  <a:lnTo>
                    <a:pt x="1557" y="1647"/>
                  </a:lnTo>
                  <a:lnTo>
                    <a:pt x="1546" y="1637"/>
                  </a:lnTo>
                  <a:lnTo>
                    <a:pt x="1541" y="1621"/>
                  </a:lnTo>
                  <a:close/>
                  <a:moveTo>
                    <a:pt x="1840" y="1602"/>
                  </a:moveTo>
                  <a:lnTo>
                    <a:pt x="1850" y="1605"/>
                  </a:lnTo>
                  <a:lnTo>
                    <a:pt x="1862" y="1612"/>
                  </a:lnTo>
                  <a:lnTo>
                    <a:pt x="1873" y="1623"/>
                  </a:lnTo>
                  <a:lnTo>
                    <a:pt x="1878" y="1632"/>
                  </a:lnTo>
                  <a:lnTo>
                    <a:pt x="1873" y="1635"/>
                  </a:lnTo>
                  <a:lnTo>
                    <a:pt x="1868" y="1640"/>
                  </a:lnTo>
                  <a:lnTo>
                    <a:pt x="1862" y="1644"/>
                  </a:lnTo>
                  <a:lnTo>
                    <a:pt x="1855" y="1647"/>
                  </a:lnTo>
                  <a:lnTo>
                    <a:pt x="1861" y="1663"/>
                  </a:lnTo>
                  <a:lnTo>
                    <a:pt x="1868" y="1675"/>
                  </a:lnTo>
                  <a:lnTo>
                    <a:pt x="1875" y="1689"/>
                  </a:lnTo>
                  <a:lnTo>
                    <a:pt x="1869" y="1691"/>
                  </a:lnTo>
                  <a:lnTo>
                    <a:pt x="1866" y="1691"/>
                  </a:lnTo>
                  <a:lnTo>
                    <a:pt x="1864" y="1691"/>
                  </a:lnTo>
                  <a:lnTo>
                    <a:pt x="1864" y="1691"/>
                  </a:lnTo>
                  <a:lnTo>
                    <a:pt x="1862" y="1693"/>
                  </a:lnTo>
                  <a:lnTo>
                    <a:pt x="1861" y="1694"/>
                  </a:lnTo>
                  <a:lnTo>
                    <a:pt x="1859" y="1698"/>
                  </a:lnTo>
                  <a:lnTo>
                    <a:pt x="1850" y="1714"/>
                  </a:lnTo>
                  <a:lnTo>
                    <a:pt x="1845" y="1733"/>
                  </a:lnTo>
                  <a:lnTo>
                    <a:pt x="1836" y="1750"/>
                  </a:lnTo>
                  <a:lnTo>
                    <a:pt x="1831" y="1754"/>
                  </a:lnTo>
                  <a:lnTo>
                    <a:pt x="1826" y="1754"/>
                  </a:lnTo>
                  <a:lnTo>
                    <a:pt x="1820" y="1755"/>
                  </a:lnTo>
                  <a:lnTo>
                    <a:pt x="1814" y="1755"/>
                  </a:lnTo>
                  <a:lnTo>
                    <a:pt x="1803" y="1749"/>
                  </a:lnTo>
                  <a:lnTo>
                    <a:pt x="1793" y="1747"/>
                  </a:lnTo>
                  <a:lnTo>
                    <a:pt x="1780" y="1747"/>
                  </a:lnTo>
                  <a:lnTo>
                    <a:pt x="1768" y="1745"/>
                  </a:lnTo>
                  <a:lnTo>
                    <a:pt x="1756" y="1740"/>
                  </a:lnTo>
                  <a:lnTo>
                    <a:pt x="1744" y="1724"/>
                  </a:lnTo>
                  <a:lnTo>
                    <a:pt x="1735" y="1703"/>
                  </a:lnTo>
                  <a:lnTo>
                    <a:pt x="1733" y="1679"/>
                  </a:lnTo>
                  <a:lnTo>
                    <a:pt x="1742" y="1675"/>
                  </a:lnTo>
                  <a:lnTo>
                    <a:pt x="1749" y="1675"/>
                  </a:lnTo>
                  <a:lnTo>
                    <a:pt x="1756" y="1677"/>
                  </a:lnTo>
                  <a:lnTo>
                    <a:pt x="1763" y="1673"/>
                  </a:lnTo>
                  <a:lnTo>
                    <a:pt x="1772" y="1659"/>
                  </a:lnTo>
                  <a:lnTo>
                    <a:pt x="1794" y="1656"/>
                  </a:lnTo>
                  <a:lnTo>
                    <a:pt x="1798" y="1653"/>
                  </a:lnTo>
                  <a:lnTo>
                    <a:pt x="1801" y="1649"/>
                  </a:lnTo>
                  <a:lnTo>
                    <a:pt x="1801" y="1647"/>
                  </a:lnTo>
                  <a:lnTo>
                    <a:pt x="1803" y="1646"/>
                  </a:lnTo>
                  <a:lnTo>
                    <a:pt x="1803" y="1644"/>
                  </a:lnTo>
                  <a:lnTo>
                    <a:pt x="1803" y="1642"/>
                  </a:lnTo>
                  <a:lnTo>
                    <a:pt x="1805" y="1640"/>
                  </a:lnTo>
                  <a:lnTo>
                    <a:pt x="1805" y="1640"/>
                  </a:lnTo>
                  <a:lnTo>
                    <a:pt x="1808" y="1640"/>
                  </a:lnTo>
                  <a:lnTo>
                    <a:pt x="1814" y="1640"/>
                  </a:lnTo>
                  <a:lnTo>
                    <a:pt x="1820" y="1640"/>
                  </a:lnTo>
                  <a:lnTo>
                    <a:pt x="1824" y="1628"/>
                  </a:lnTo>
                  <a:lnTo>
                    <a:pt x="1829" y="1619"/>
                  </a:lnTo>
                  <a:lnTo>
                    <a:pt x="1834" y="1611"/>
                  </a:lnTo>
                  <a:lnTo>
                    <a:pt x="1840" y="1602"/>
                  </a:lnTo>
                  <a:close/>
                  <a:moveTo>
                    <a:pt x="1337" y="1579"/>
                  </a:moveTo>
                  <a:lnTo>
                    <a:pt x="1347" y="1586"/>
                  </a:lnTo>
                  <a:lnTo>
                    <a:pt x="1353" y="1598"/>
                  </a:lnTo>
                  <a:lnTo>
                    <a:pt x="1353" y="1616"/>
                  </a:lnTo>
                  <a:lnTo>
                    <a:pt x="1353" y="1618"/>
                  </a:lnTo>
                  <a:lnTo>
                    <a:pt x="1354" y="1618"/>
                  </a:lnTo>
                  <a:lnTo>
                    <a:pt x="1356" y="1619"/>
                  </a:lnTo>
                  <a:lnTo>
                    <a:pt x="1356" y="1619"/>
                  </a:lnTo>
                  <a:lnTo>
                    <a:pt x="1356" y="1621"/>
                  </a:lnTo>
                  <a:lnTo>
                    <a:pt x="1356" y="1625"/>
                  </a:lnTo>
                  <a:lnTo>
                    <a:pt x="1353" y="1625"/>
                  </a:lnTo>
                  <a:lnTo>
                    <a:pt x="1349" y="1626"/>
                  </a:lnTo>
                  <a:lnTo>
                    <a:pt x="1347" y="1630"/>
                  </a:lnTo>
                  <a:lnTo>
                    <a:pt x="1344" y="1632"/>
                  </a:lnTo>
                  <a:lnTo>
                    <a:pt x="1342" y="1632"/>
                  </a:lnTo>
                  <a:lnTo>
                    <a:pt x="1340" y="1630"/>
                  </a:lnTo>
                  <a:lnTo>
                    <a:pt x="1339" y="1630"/>
                  </a:lnTo>
                  <a:lnTo>
                    <a:pt x="1339" y="1630"/>
                  </a:lnTo>
                  <a:lnTo>
                    <a:pt x="1337" y="1628"/>
                  </a:lnTo>
                  <a:lnTo>
                    <a:pt x="1330" y="1614"/>
                  </a:lnTo>
                  <a:lnTo>
                    <a:pt x="1330" y="1593"/>
                  </a:lnTo>
                  <a:lnTo>
                    <a:pt x="1332" y="1590"/>
                  </a:lnTo>
                  <a:lnTo>
                    <a:pt x="1334" y="1588"/>
                  </a:lnTo>
                  <a:lnTo>
                    <a:pt x="1335" y="1584"/>
                  </a:lnTo>
                  <a:lnTo>
                    <a:pt x="1337" y="1579"/>
                  </a:lnTo>
                  <a:close/>
                  <a:moveTo>
                    <a:pt x="1964" y="1558"/>
                  </a:moveTo>
                  <a:lnTo>
                    <a:pt x="1972" y="1567"/>
                  </a:lnTo>
                  <a:lnTo>
                    <a:pt x="1978" y="1577"/>
                  </a:lnTo>
                  <a:lnTo>
                    <a:pt x="1978" y="1593"/>
                  </a:lnTo>
                  <a:lnTo>
                    <a:pt x="1979" y="1597"/>
                  </a:lnTo>
                  <a:lnTo>
                    <a:pt x="1981" y="1597"/>
                  </a:lnTo>
                  <a:lnTo>
                    <a:pt x="1981" y="1598"/>
                  </a:lnTo>
                  <a:lnTo>
                    <a:pt x="1981" y="1598"/>
                  </a:lnTo>
                  <a:lnTo>
                    <a:pt x="1979" y="1598"/>
                  </a:lnTo>
                  <a:lnTo>
                    <a:pt x="1978" y="1602"/>
                  </a:lnTo>
                  <a:lnTo>
                    <a:pt x="1978" y="1605"/>
                  </a:lnTo>
                  <a:lnTo>
                    <a:pt x="1976" y="1605"/>
                  </a:lnTo>
                  <a:lnTo>
                    <a:pt x="1976" y="1607"/>
                  </a:lnTo>
                  <a:lnTo>
                    <a:pt x="1976" y="1607"/>
                  </a:lnTo>
                  <a:lnTo>
                    <a:pt x="1976" y="1607"/>
                  </a:lnTo>
                  <a:lnTo>
                    <a:pt x="1974" y="1607"/>
                  </a:lnTo>
                  <a:lnTo>
                    <a:pt x="1971" y="1609"/>
                  </a:lnTo>
                  <a:lnTo>
                    <a:pt x="1969" y="1605"/>
                  </a:lnTo>
                  <a:lnTo>
                    <a:pt x="1969" y="1604"/>
                  </a:lnTo>
                  <a:lnTo>
                    <a:pt x="1969" y="1604"/>
                  </a:lnTo>
                  <a:lnTo>
                    <a:pt x="1969" y="1604"/>
                  </a:lnTo>
                  <a:lnTo>
                    <a:pt x="1967" y="1604"/>
                  </a:lnTo>
                  <a:lnTo>
                    <a:pt x="1965" y="1604"/>
                  </a:lnTo>
                  <a:lnTo>
                    <a:pt x="1964" y="1602"/>
                  </a:lnTo>
                  <a:lnTo>
                    <a:pt x="1964" y="1605"/>
                  </a:lnTo>
                  <a:lnTo>
                    <a:pt x="1965" y="1607"/>
                  </a:lnTo>
                  <a:lnTo>
                    <a:pt x="1967" y="1609"/>
                  </a:lnTo>
                  <a:lnTo>
                    <a:pt x="1969" y="1611"/>
                  </a:lnTo>
                  <a:lnTo>
                    <a:pt x="1969" y="1611"/>
                  </a:lnTo>
                  <a:lnTo>
                    <a:pt x="1967" y="1612"/>
                  </a:lnTo>
                  <a:lnTo>
                    <a:pt x="1967" y="1614"/>
                  </a:lnTo>
                  <a:lnTo>
                    <a:pt x="1967" y="1616"/>
                  </a:lnTo>
                  <a:lnTo>
                    <a:pt x="1967" y="1621"/>
                  </a:lnTo>
                  <a:lnTo>
                    <a:pt x="1958" y="1621"/>
                  </a:lnTo>
                  <a:lnTo>
                    <a:pt x="1958" y="1616"/>
                  </a:lnTo>
                  <a:lnTo>
                    <a:pt x="1953" y="1614"/>
                  </a:lnTo>
                  <a:lnTo>
                    <a:pt x="1948" y="1611"/>
                  </a:lnTo>
                  <a:lnTo>
                    <a:pt x="1946" y="1607"/>
                  </a:lnTo>
                  <a:lnTo>
                    <a:pt x="1944" y="1602"/>
                  </a:lnTo>
                  <a:lnTo>
                    <a:pt x="1943" y="1597"/>
                  </a:lnTo>
                  <a:lnTo>
                    <a:pt x="1939" y="1590"/>
                  </a:lnTo>
                  <a:lnTo>
                    <a:pt x="1934" y="1593"/>
                  </a:lnTo>
                  <a:lnTo>
                    <a:pt x="1927" y="1597"/>
                  </a:lnTo>
                  <a:lnTo>
                    <a:pt x="1920" y="1598"/>
                  </a:lnTo>
                  <a:lnTo>
                    <a:pt x="1913" y="1602"/>
                  </a:lnTo>
                  <a:lnTo>
                    <a:pt x="1913" y="1593"/>
                  </a:lnTo>
                  <a:lnTo>
                    <a:pt x="1915" y="1591"/>
                  </a:lnTo>
                  <a:lnTo>
                    <a:pt x="1915" y="1591"/>
                  </a:lnTo>
                  <a:lnTo>
                    <a:pt x="1915" y="1590"/>
                  </a:lnTo>
                  <a:lnTo>
                    <a:pt x="1916" y="1590"/>
                  </a:lnTo>
                  <a:lnTo>
                    <a:pt x="1916" y="1586"/>
                  </a:lnTo>
                  <a:lnTo>
                    <a:pt x="1930" y="1581"/>
                  </a:lnTo>
                  <a:lnTo>
                    <a:pt x="1943" y="1577"/>
                  </a:lnTo>
                  <a:lnTo>
                    <a:pt x="1955" y="1570"/>
                  </a:lnTo>
                  <a:lnTo>
                    <a:pt x="1964" y="1558"/>
                  </a:lnTo>
                  <a:close/>
                  <a:moveTo>
                    <a:pt x="1878" y="1539"/>
                  </a:moveTo>
                  <a:lnTo>
                    <a:pt x="1882" y="1543"/>
                  </a:lnTo>
                  <a:lnTo>
                    <a:pt x="1883" y="1543"/>
                  </a:lnTo>
                  <a:lnTo>
                    <a:pt x="1885" y="1543"/>
                  </a:lnTo>
                  <a:lnTo>
                    <a:pt x="1885" y="1544"/>
                  </a:lnTo>
                  <a:lnTo>
                    <a:pt x="1885" y="1544"/>
                  </a:lnTo>
                  <a:lnTo>
                    <a:pt x="1885" y="1548"/>
                  </a:lnTo>
                  <a:lnTo>
                    <a:pt x="1887" y="1551"/>
                  </a:lnTo>
                  <a:lnTo>
                    <a:pt x="1876" y="1560"/>
                  </a:lnTo>
                  <a:lnTo>
                    <a:pt x="1869" y="1569"/>
                  </a:lnTo>
                  <a:lnTo>
                    <a:pt x="1861" y="1576"/>
                  </a:lnTo>
                  <a:lnTo>
                    <a:pt x="1848" y="1583"/>
                  </a:lnTo>
                  <a:lnTo>
                    <a:pt x="1848" y="1579"/>
                  </a:lnTo>
                  <a:lnTo>
                    <a:pt x="1859" y="1567"/>
                  </a:lnTo>
                  <a:lnTo>
                    <a:pt x="1871" y="1555"/>
                  </a:lnTo>
                  <a:lnTo>
                    <a:pt x="1878" y="1539"/>
                  </a:lnTo>
                  <a:close/>
                  <a:moveTo>
                    <a:pt x="1920" y="1436"/>
                  </a:moveTo>
                  <a:lnTo>
                    <a:pt x="1920" y="1454"/>
                  </a:lnTo>
                  <a:lnTo>
                    <a:pt x="1918" y="1466"/>
                  </a:lnTo>
                  <a:lnTo>
                    <a:pt x="1915" y="1476"/>
                  </a:lnTo>
                  <a:lnTo>
                    <a:pt x="1913" y="1494"/>
                  </a:lnTo>
                  <a:lnTo>
                    <a:pt x="1916" y="1494"/>
                  </a:lnTo>
                  <a:lnTo>
                    <a:pt x="1916" y="1497"/>
                  </a:lnTo>
                  <a:lnTo>
                    <a:pt x="1923" y="1497"/>
                  </a:lnTo>
                  <a:lnTo>
                    <a:pt x="1927" y="1497"/>
                  </a:lnTo>
                  <a:lnTo>
                    <a:pt x="1930" y="1497"/>
                  </a:lnTo>
                  <a:lnTo>
                    <a:pt x="1934" y="1499"/>
                  </a:lnTo>
                  <a:lnTo>
                    <a:pt x="1937" y="1501"/>
                  </a:lnTo>
                  <a:lnTo>
                    <a:pt x="1944" y="1502"/>
                  </a:lnTo>
                  <a:lnTo>
                    <a:pt x="1948" y="1515"/>
                  </a:lnTo>
                  <a:lnTo>
                    <a:pt x="1955" y="1523"/>
                  </a:lnTo>
                  <a:lnTo>
                    <a:pt x="1964" y="1532"/>
                  </a:lnTo>
                  <a:lnTo>
                    <a:pt x="1971" y="1544"/>
                  </a:lnTo>
                  <a:lnTo>
                    <a:pt x="1965" y="1546"/>
                  </a:lnTo>
                  <a:lnTo>
                    <a:pt x="1962" y="1548"/>
                  </a:lnTo>
                  <a:lnTo>
                    <a:pt x="1960" y="1548"/>
                  </a:lnTo>
                  <a:lnTo>
                    <a:pt x="1960" y="1550"/>
                  </a:lnTo>
                  <a:lnTo>
                    <a:pt x="1960" y="1551"/>
                  </a:lnTo>
                  <a:lnTo>
                    <a:pt x="1960" y="1551"/>
                  </a:lnTo>
                  <a:lnTo>
                    <a:pt x="1960" y="1553"/>
                  </a:lnTo>
                  <a:lnTo>
                    <a:pt x="1957" y="1553"/>
                  </a:lnTo>
                  <a:lnTo>
                    <a:pt x="1951" y="1555"/>
                  </a:lnTo>
                  <a:lnTo>
                    <a:pt x="1950" y="1551"/>
                  </a:lnTo>
                  <a:lnTo>
                    <a:pt x="1950" y="1551"/>
                  </a:lnTo>
                  <a:lnTo>
                    <a:pt x="1950" y="1550"/>
                  </a:lnTo>
                  <a:lnTo>
                    <a:pt x="1950" y="1550"/>
                  </a:lnTo>
                  <a:lnTo>
                    <a:pt x="1948" y="1550"/>
                  </a:lnTo>
                  <a:lnTo>
                    <a:pt x="1946" y="1550"/>
                  </a:lnTo>
                  <a:lnTo>
                    <a:pt x="1944" y="1548"/>
                  </a:lnTo>
                  <a:lnTo>
                    <a:pt x="1941" y="1555"/>
                  </a:lnTo>
                  <a:lnTo>
                    <a:pt x="1939" y="1560"/>
                  </a:lnTo>
                  <a:lnTo>
                    <a:pt x="1936" y="1565"/>
                  </a:lnTo>
                  <a:lnTo>
                    <a:pt x="1930" y="1567"/>
                  </a:lnTo>
                  <a:lnTo>
                    <a:pt x="1925" y="1570"/>
                  </a:lnTo>
                  <a:lnTo>
                    <a:pt x="1925" y="1567"/>
                  </a:lnTo>
                  <a:lnTo>
                    <a:pt x="1922" y="1563"/>
                  </a:lnTo>
                  <a:lnTo>
                    <a:pt x="1922" y="1560"/>
                  </a:lnTo>
                  <a:lnTo>
                    <a:pt x="1922" y="1558"/>
                  </a:lnTo>
                  <a:lnTo>
                    <a:pt x="1922" y="1557"/>
                  </a:lnTo>
                  <a:lnTo>
                    <a:pt x="1922" y="1557"/>
                  </a:lnTo>
                  <a:lnTo>
                    <a:pt x="1922" y="1555"/>
                  </a:lnTo>
                  <a:lnTo>
                    <a:pt x="1920" y="1553"/>
                  </a:lnTo>
                  <a:lnTo>
                    <a:pt x="1918" y="1553"/>
                  </a:lnTo>
                  <a:lnTo>
                    <a:pt x="1913" y="1551"/>
                  </a:lnTo>
                  <a:lnTo>
                    <a:pt x="1913" y="1546"/>
                  </a:lnTo>
                  <a:lnTo>
                    <a:pt x="1913" y="1541"/>
                  </a:lnTo>
                  <a:lnTo>
                    <a:pt x="1915" y="1537"/>
                  </a:lnTo>
                  <a:lnTo>
                    <a:pt x="1915" y="1536"/>
                  </a:lnTo>
                  <a:lnTo>
                    <a:pt x="1916" y="1534"/>
                  </a:lnTo>
                  <a:lnTo>
                    <a:pt x="1920" y="1534"/>
                  </a:lnTo>
                  <a:lnTo>
                    <a:pt x="1925" y="1532"/>
                  </a:lnTo>
                  <a:lnTo>
                    <a:pt x="1932" y="1532"/>
                  </a:lnTo>
                  <a:lnTo>
                    <a:pt x="1932" y="1544"/>
                  </a:lnTo>
                  <a:lnTo>
                    <a:pt x="1944" y="1544"/>
                  </a:lnTo>
                  <a:lnTo>
                    <a:pt x="1944" y="1541"/>
                  </a:lnTo>
                  <a:lnTo>
                    <a:pt x="1946" y="1537"/>
                  </a:lnTo>
                  <a:lnTo>
                    <a:pt x="1948" y="1536"/>
                  </a:lnTo>
                  <a:lnTo>
                    <a:pt x="1948" y="1534"/>
                  </a:lnTo>
                  <a:lnTo>
                    <a:pt x="1950" y="1532"/>
                  </a:lnTo>
                  <a:lnTo>
                    <a:pt x="1951" y="1529"/>
                  </a:lnTo>
                  <a:lnTo>
                    <a:pt x="1948" y="1529"/>
                  </a:lnTo>
                  <a:lnTo>
                    <a:pt x="1930" y="1515"/>
                  </a:lnTo>
                  <a:lnTo>
                    <a:pt x="1910" y="1506"/>
                  </a:lnTo>
                  <a:lnTo>
                    <a:pt x="1910" y="1513"/>
                  </a:lnTo>
                  <a:lnTo>
                    <a:pt x="1908" y="1518"/>
                  </a:lnTo>
                  <a:lnTo>
                    <a:pt x="1906" y="1523"/>
                  </a:lnTo>
                  <a:lnTo>
                    <a:pt x="1906" y="1529"/>
                  </a:lnTo>
                  <a:lnTo>
                    <a:pt x="1904" y="1527"/>
                  </a:lnTo>
                  <a:lnTo>
                    <a:pt x="1903" y="1525"/>
                  </a:lnTo>
                  <a:lnTo>
                    <a:pt x="1903" y="1525"/>
                  </a:lnTo>
                  <a:lnTo>
                    <a:pt x="1903" y="1523"/>
                  </a:lnTo>
                  <a:lnTo>
                    <a:pt x="1901" y="1522"/>
                  </a:lnTo>
                  <a:lnTo>
                    <a:pt x="1896" y="1509"/>
                  </a:lnTo>
                  <a:lnTo>
                    <a:pt x="1890" y="1494"/>
                  </a:lnTo>
                  <a:lnTo>
                    <a:pt x="1889" y="1474"/>
                  </a:lnTo>
                  <a:lnTo>
                    <a:pt x="1890" y="1457"/>
                  </a:lnTo>
                  <a:lnTo>
                    <a:pt x="1897" y="1440"/>
                  </a:lnTo>
                  <a:lnTo>
                    <a:pt x="1903" y="1438"/>
                  </a:lnTo>
                  <a:lnTo>
                    <a:pt x="1908" y="1436"/>
                  </a:lnTo>
                  <a:lnTo>
                    <a:pt x="1913" y="1436"/>
                  </a:lnTo>
                  <a:lnTo>
                    <a:pt x="1920" y="1436"/>
                  </a:lnTo>
                  <a:close/>
                  <a:moveTo>
                    <a:pt x="1913" y="1337"/>
                  </a:moveTo>
                  <a:lnTo>
                    <a:pt x="1916" y="1340"/>
                  </a:lnTo>
                  <a:lnTo>
                    <a:pt x="1918" y="1344"/>
                  </a:lnTo>
                  <a:lnTo>
                    <a:pt x="1920" y="1347"/>
                  </a:lnTo>
                  <a:lnTo>
                    <a:pt x="1920" y="1352"/>
                  </a:lnTo>
                  <a:lnTo>
                    <a:pt x="1920" y="1359"/>
                  </a:lnTo>
                  <a:lnTo>
                    <a:pt x="1906" y="1394"/>
                  </a:lnTo>
                  <a:lnTo>
                    <a:pt x="1899" y="1385"/>
                  </a:lnTo>
                  <a:lnTo>
                    <a:pt x="1896" y="1377"/>
                  </a:lnTo>
                  <a:lnTo>
                    <a:pt x="1894" y="1363"/>
                  </a:lnTo>
                  <a:lnTo>
                    <a:pt x="1913" y="1337"/>
                  </a:lnTo>
                  <a:close/>
                  <a:moveTo>
                    <a:pt x="2025" y="1256"/>
                  </a:moveTo>
                  <a:lnTo>
                    <a:pt x="2028" y="1258"/>
                  </a:lnTo>
                  <a:lnTo>
                    <a:pt x="2030" y="1258"/>
                  </a:lnTo>
                  <a:lnTo>
                    <a:pt x="2030" y="1258"/>
                  </a:lnTo>
                  <a:lnTo>
                    <a:pt x="2030" y="1260"/>
                  </a:lnTo>
                  <a:lnTo>
                    <a:pt x="2030" y="1260"/>
                  </a:lnTo>
                  <a:lnTo>
                    <a:pt x="2032" y="1263"/>
                  </a:lnTo>
                  <a:lnTo>
                    <a:pt x="2032" y="1267"/>
                  </a:lnTo>
                  <a:lnTo>
                    <a:pt x="2030" y="1272"/>
                  </a:lnTo>
                  <a:lnTo>
                    <a:pt x="2026" y="1277"/>
                  </a:lnTo>
                  <a:lnTo>
                    <a:pt x="2025" y="1282"/>
                  </a:lnTo>
                  <a:lnTo>
                    <a:pt x="2016" y="1282"/>
                  </a:lnTo>
                  <a:lnTo>
                    <a:pt x="2016" y="1270"/>
                  </a:lnTo>
                  <a:lnTo>
                    <a:pt x="2019" y="1269"/>
                  </a:lnTo>
                  <a:lnTo>
                    <a:pt x="2021" y="1265"/>
                  </a:lnTo>
                  <a:lnTo>
                    <a:pt x="2023" y="1262"/>
                  </a:lnTo>
                  <a:lnTo>
                    <a:pt x="2025" y="1256"/>
                  </a:lnTo>
                  <a:close/>
                  <a:moveTo>
                    <a:pt x="1978" y="1209"/>
                  </a:moveTo>
                  <a:lnTo>
                    <a:pt x="1990" y="1209"/>
                  </a:lnTo>
                  <a:lnTo>
                    <a:pt x="1990" y="1221"/>
                  </a:lnTo>
                  <a:lnTo>
                    <a:pt x="1974" y="1221"/>
                  </a:lnTo>
                  <a:lnTo>
                    <a:pt x="1974" y="1213"/>
                  </a:lnTo>
                  <a:lnTo>
                    <a:pt x="1978" y="1213"/>
                  </a:lnTo>
                  <a:lnTo>
                    <a:pt x="1978" y="1209"/>
                  </a:lnTo>
                  <a:close/>
                  <a:moveTo>
                    <a:pt x="707" y="1176"/>
                  </a:moveTo>
                  <a:lnTo>
                    <a:pt x="716" y="1176"/>
                  </a:lnTo>
                  <a:lnTo>
                    <a:pt x="712" y="1181"/>
                  </a:lnTo>
                  <a:lnTo>
                    <a:pt x="709" y="1185"/>
                  </a:lnTo>
                  <a:lnTo>
                    <a:pt x="705" y="1188"/>
                  </a:lnTo>
                  <a:lnTo>
                    <a:pt x="702" y="1192"/>
                  </a:lnTo>
                  <a:lnTo>
                    <a:pt x="696" y="1195"/>
                  </a:lnTo>
                  <a:lnTo>
                    <a:pt x="693" y="1195"/>
                  </a:lnTo>
                  <a:lnTo>
                    <a:pt x="693" y="1197"/>
                  </a:lnTo>
                  <a:lnTo>
                    <a:pt x="691" y="1197"/>
                  </a:lnTo>
                  <a:lnTo>
                    <a:pt x="688" y="1197"/>
                  </a:lnTo>
                  <a:lnTo>
                    <a:pt x="684" y="1199"/>
                  </a:lnTo>
                  <a:lnTo>
                    <a:pt x="681" y="1186"/>
                  </a:lnTo>
                  <a:lnTo>
                    <a:pt x="688" y="1185"/>
                  </a:lnTo>
                  <a:lnTo>
                    <a:pt x="695" y="1181"/>
                  </a:lnTo>
                  <a:lnTo>
                    <a:pt x="702" y="1179"/>
                  </a:lnTo>
                  <a:lnTo>
                    <a:pt x="707" y="1176"/>
                  </a:lnTo>
                  <a:close/>
                  <a:moveTo>
                    <a:pt x="562" y="1171"/>
                  </a:moveTo>
                  <a:lnTo>
                    <a:pt x="571" y="1174"/>
                  </a:lnTo>
                  <a:lnTo>
                    <a:pt x="581" y="1178"/>
                  </a:lnTo>
                  <a:lnTo>
                    <a:pt x="593" y="1181"/>
                  </a:lnTo>
                  <a:lnTo>
                    <a:pt x="600" y="1186"/>
                  </a:lnTo>
                  <a:lnTo>
                    <a:pt x="572" y="1186"/>
                  </a:lnTo>
                  <a:lnTo>
                    <a:pt x="569" y="1185"/>
                  </a:lnTo>
                  <a:lnTo>
                    <a:pt x="567" y="1185"/>
                  </a:lnTo>
                  <a:lnTo>
                    <a:pt x="564" y="1183"/>
                  </a:lnTo>
                  <a:lnTo>
                    <a:pt x="557" y="1183"/>
                  </a:lnTo>
                  <a:lnTo>
                    <a:pt x="557" y="1179"/>
                  </a:lnTo>
                  <a:lnTo>
                    <a:pt x="559" y="1178"/>
                  </a:lnTo>
                  <a:lnTo>
                    <a:pt x="560" y="1176"/>
                  </a:lnTo>
                  <a:lnTo>
                    <a:pt x="560" y="1176"/>
                  </a:lnTo>
                  <a:lnTo>
                    <a:pt x="560" y="1174"/>
                  </a:lnTo>
                  <a:lnTo>
                    <a:pt x="562" y="1171"/>
                  </a:lnTo>
                  <a:close/>
                  <a:moveTo>
                    <a:pt x="250" y="1103"/>
                  </a:moveTo>
                  <a:lnTo>
                    <a:pt x="274" y="1103"/>
                  </a:lnTo>
                  <a:lnTo>
                    <a:pt x="274" y="1106"/>
                  </a:lnTo>
                  <a:lnTo>
                    <a:pt x="269" y="1108"/>
                  </a:lnTo>
                  <a:lnTo>
                    <a:pt x="267" y="1110"/>
                  </a:lnTo>
                  <a:lnTo>
                    <a:pt x="264" y="1111"/>
                  </a:lnTo>
                  <a:lnTo>
                    <a:pt x="260" y="1113"/>
                  </a:lnTo>
                  <a:lnTo>
                    <a:pt x="255" y="1113"/>
                  </a:lnTo>
                  <a:lnTo>
                    <a:pt x="250" y="1103"/>
                  </a:lnTo>
                  <a:close/>
                  <a:moveTo>
                    <a:pt x="620" y="1083"/>
                  </a:moveTo>
                  <a:lnTo>
                    <a:pt x="618" y="1085"/>
                  </a:lnTo>
                  <a:lnTo>
                    <a:pt x="616" y="1087"/>
                  </a:lnTo>
                  <a:lnTo>
                    <a:pt x="614" y="1087"/>
                  </a:lnTo>
                  <a:lnTo>
                    <a:pt x="614" y="1089"/>
                  </a:lnTo>
                  <a:lnTo>
                    <a:pt x="613" y="1090"/>
                  </a:lnTo>
                  <a:lnTo>
                    <a:pt x="611" y="1094"/>
                  </a:lnTo>
                  <a:lnTo>
                    <a:pt x="614" y="1094"/>
                  </a:lnTo>
                  <a:lnTo>
                    <a:pt x="620" y="1092"/>
                  </a:lnTo>
                  <a:lnTo>
                    <a:pt x="623" y="1090"/>
                  </a:lnTo>
                  <a:lnTo>
                    <a:pt x="627" y="1089"/>
                  </a:lnTo>
                  <a:lnTo>
                    <a:pt x="630" y="1087"/>
                  </a:lnTo>
                  <a:lnTo>
                    <a:pt x="634" y="1083"/>
                  </a:lnTo>
                  <a:lnTo>
                    <a:pt x="620" y="1083"/>
                  </a:lnTo>
                  <a:close/>
                  <a:moveTo>
                    <a:pt x="370" y="1083"/>
                  </a:moveTo>
                  <a:lnTo>
                    <a:pt x="372" y="1099"/>
                  </a:lnTo>
                  <a:lnTo>
                    <a:pt x="374" y="1118"/>
                  </a:lnTo>
                  <a:lnTo>
                    <a:pt x="365" y="1118"/>
                  </a:lnTo>
                  <a:lnTo>
                    <a:pt x="363" y="1120"/>
                  </a:lnTo>
                  <a:lnTo>
                    <a:pt x="360" y="1120"/>
                  </a:lnTo>
                  <a:lnTo>
                    <a:pt x="356" y="1120"/>
                  </a:lnTo>
                  <a:lnTo>
                    <a:pt x="351" y="1122"/>
                  </a:lnTo>
                  <a:lnTo>
                    <a:pt x="349" y="1108"/>
                  </a:lnTo>
                  <a:lnTo>
                    <a:pt x="349" y="1094"/>
                  </a:lnTo>
                  <a:lnTo>
                    <a:pt x="351" y="1087"/>
                  </a:lnTo>
                  <a:lnTo>
                    <a:pt x="354" y="1085"/>
                  </a:lnTo>
                  <a:lnTo>
                    <a:pt x="358" y="1083"/>
                  </a:lnTo>
                  <a:lnTo>
                    <a:pt x="363" y="1083"/>
                  </a:lnTo>
                  <a:lnTo>
                    <a:pt x="370" y="1083"/>
                  </a:lnTo>
                  <a:close/>
                  <a:moveTo>
                    <a:pt x="361" y="1049"/>
                  </a:moveTo>
                  <a:lnTo>
                    <a:pt x="370" y="1049"/>
                  </a:lnTo>
                  <a:lnTo>
                    <a:pt x="368" y="1056"/>
                  </a:lnTo>
                  <a:lnTo>
                    <a:pt x="368" y="1061"/>
                  </a:lnTo>
                  <a:lnTo>
                    <a:pt x="368" y="1066"/>
                  </a:lnTo>
                  <a:lnTo>
                    <a:pt x="367" y="1070"/>
                  </a:lnTo>
                  <a:lnTo>
                    <a:pt x="365" y="1075"/>
                  </a:lnTo>
                  <a:lnTo>
                    <a:pt x="358" y="1075"/>
                  </a:lnTo>
                  <a:lnTo>
                    <a:pt x="358" y="1068"/>
                  </a:lnTo>
                  <a:lnTo>
                    <a:pt x="360" y="1061"/>
                  </a:lnTo>
                  <a:lnTo>
                    <a:pt x="360" y="1054"/>
                  </a:lnTo>
                  <a:lnTo>
                    <a:pt x="361" y="1049"/>
                  </a:lnTo>
                  <a:close/>
                  <a:moveTo>
                    <a:pt x="2201" y="1001"/>
                  </a:moveTo>
                  <a:lnTo>
                    <a:pt x="2210" y="1014"/>
                  </a:lnTo>
                  <a:lnTo>
                    <a:pt x="2218" y="1021"/>
                  </a:lnTo>
                  <a:lnTo>
                    <a:pt x="2229" y="1024"/>
                  </a:lnTo>
                  <a:lnTo>
                    <a:pt x="2236" y="1028"/>
                  </a:lnTo>
                  <a:lnTo>
                    <a:pt x="2243" y="1033"/>
                  </a:lnTo>
                  <a:lnTo>
                    <a:pt x="2245" y="1036"/>
                  </a:lnTo>
                  <a:lnTo>
                    <a:pt x="2246" y="1040"/>
                  </a:lnTo>
                  <a:lnTo>
                    <a:pt x="2246" y="1043"/>
                  </a:lnTo>
                  <a:lnTo>
                    <a:pt x="2246" y="1049"/>
                  </a:lnTo>
                  <a:lnTo>
                    <a:pt x="2234" y="1052"/>
                  </a:lnTo>
                  <a:lnTo>
                    <a:pt x="2225" y="1059"/>
                  </a:lnTo>
                  <a:lnTo>
                    <a:pt x="2218" y="1066"/>
                  </a:lnTo>
                  <a:lnTo>
                    <a:pt x="2208" y="1071"/>
                  </a:lnTo>
                  <a:lnTo>
                    <a:pt x="2204" y="1066"/>
                  </a:lnTo>
                  <a:lnTo>
                    <a:pt x="2201" y="1064"/>
                  </a:lnTo>
                  <a:lnTo>
                    <a:pt x="2198" y="1063"/>
                  </a:lnTo>
                  <a:lnTo>
                    <a:pt x="2194" y="1064"/>
                  </a:lnTo>
                  <a:lnTo>
                    <a:pt x="2191" y="1066"/>
                  </a:lnTo>
                  <a:lnTo>
                    <a:pt x="2189" y="1070"/>
                  </a:lnTo>
                  <a:lnTo>
                    <a:pt x="2185" y="1071"/>
                  </a:lnTo>
                  <a:lnTo>
                    <a:pt x="2191" y="1092"/>
                  </a:lnTo>
                  <a:lnTo>
                    <a:pt x="2192" y="1108"/>
                  </a:lnTo>
                  <a:lnTo>
                    <a:pt x="2192" y="1120"/>
                  </a:lnTo>
                  <a:lnTo>
                    <a:pt x="2191" y="1132"/>
                  </a:lnTo>
                  <a:lnTo>
                    <a:pt x="2187" y="1145"/>
                  </a:lnTo>
                  <a:lnTo>
                    <a:pt x="2184" y="1162"/>
                  </a:lnTo>
                  <a:lnTo>
                    <a:pt x="2182" y="1183"/>
                  </a:lnTo>
                  <a:lnTo>
                    <a:pt x="2159" y="1195"/>
                  </a:lnTo>
                  <a:lnTo>
                    <a:pt x="2133" y="1207"/>
                  </a:lnTo>
                  <a:lnTo>
                    <a:pt x="2108" y="1218"/>
                  </a:lnTo>
                  <a:lnTo>
                    <a:pt x="2103" y="1209"/>
                  </a:lnTo>
                  <a:lnTo>
                    <a:pt x="2098" y="1202"/>
                  </a:lnTo>
                  <a:lnTo>
                    <a:pt x="2096" y="1209"/>
                  </a:lnTo>
                  <a:lnTo>
                    <a:pt x="2096" y="1213"/>
                  </a:lnTo>
                  <a:lnTo>
                    <a:pt x="2095" y="1218"/>
                  </a:lnTo>
                  <a:lnTo>
                    <a:pt x="2093" y="1221"/>
                  </a:lnTo>
                  <a:lnTo>
                    <a:pt x="2088" y="1221"/>
                  </a:lnTo>
                  <a:lnTo>
                    <a:pt x="2084" y="1221"/>
                  </a:lnTo>
                  <a:lnTo>
                    <a:pt x="2082" y="1223"/>
                  </a:lnTo>
                  <a:lnTo>
                    <a:pt x="2081" y="1223"/>
                  </a:lnTo>
                  <a:lnTo>
                    <a:pt x="2079" y="1225"/>
                  </a:lnTo>
                  <a:lnTo>
                    <a:pt x="2077" y="1227"/>
                  </a:lnTo>
                  <a:lnTo>
                    <a:pt x="2072" y="1227"/>
                  </a:lnTo>
                  <a:lnTo>
                    <a:pt x="2067" y="1228"/>
                  </a:lnTo>
                  <a:lnTo>
                    <a:pt x="2065" y="1225"/>
                  </a:lnTo>
                  <a:lnTo>
                    <a:pt x="2065" y="1220"/>
                  </a:lnTo>
                  <a:lnTo>
                    <a:pt x="2065" y="1218"/>
                  </a:lnTo>
                  <a:lnTo>
                    <a:pt x="2065" y="1214"/>
                  </a:lnTo>
                  <a:lnTo>
                    <a:pt x="2065" y="1213"/>
                  </a:lnTo>
                  <a:lnTo>
                    <a:pt x="2061" y="1213"/>
                  </a:lnTo>
                  <a:lnTo>
                    <a:pt x="2058" y="1211"/>
                  </a:lnTo>
                  <a:lnTo>
                    <a:pt x="2051" y="1209"/>
                  </a:lnTo>
                  <a:lnTo>
                    <a:pt x="2051" y="1213"/>
                  </a:lnTo>
                  <a:lnTo>
                    <a:pt x="2054" y="1218"/>
                  </a:lnTo>
                  <a:lnTo>
                    <a:pt x="2058" y="1220"/>
                  </a:lnTo>
                  <a:lnTo>
                    <a:pt x="2058" y="1223"/>
                  </a:lnTo>
                  <a:lnTo>
                    <a:pt x="2058" y="1228"/>
                  </a:lnTo>
                  <a:lnTo>
                    <a:pt x="2060" y="1237"/>
                  </a:lnTo>
                  <a:lnTo>
                    <a:pt x="2054" y="1242"/>
                  </a:lnTo>
                  <a:lnTo>
                    <a:pt x="2051" y="1249"/>
                  </a:lnTo>
                  <a:lnTo>
                    <a:pt x="2047" y="1256"/>
                  </a:lnTo>
                  <a:lnTo>
                    <a:pt x="2035" y="1256"/>
                  </a:lnTo>
                  <a:lnTo>
                    <a:pt x="2033" y="1242"/>
                  </a:lnTo>
                  <a:lnTo>
                    <a:pt x="2032" y="1235"/>
                  </a:lnTo>
                  <a:lnTo>
                    <a:pt x="2028" y="1228"/>
                  </a:lnTo>
                  <a:lnTo>
                    <a:pt x="2025" y="1218"/>
                  </a:lnTo>
                  <a:lnTo>
                    <a:pt x="2035" y="1218"/>
                  </a:lnTo>
                  <a:lnTo>
                    <a:pt x="2047" y="1202"/>
                  </a:lnTo>
                  <a:lnTo>
                    <a:pt x="2063" y="1188"/>
                  </a:lnTo>
                  <a:lnTo>
                    <a:pt x="2082" y="1179"/>
                  </a:lnTo>
                  <a:lnTo>
                    <a:pt x="2089" y="1178"/>
                  </a:lnTo>
                  <a:lnTo>
                    <a:pt x="2096" y="1178"/>
                  </a:lnTo>
                  <a:lnTo>
                    <a:pt x="2102" y="1179"/>
                  </a:lnTo>
                  <a:lnTo>
                    <a:pt x="2105" y="1179"/>
                  </a:lnTo>
                  <a:lnTo>
                    <a:pt x="2108" y="1179"/>
                  </a:lnTo>
                  <a:lnTo>
                    <a:pt x="2112" y="1174"/>
                  </a:lnTo>
                  <a:lnTo>
                    <a:pt x="2115" y="1169"/>
                  </a:lnTo>
                  <a:lnTo>
                    <a:pt x="2117" y="1164"/>
                  </a:lnTo>
                  <a:lnTo>
                    <a:pt x="2119" y="1160"/>
                  </a:lnTo>
                  <a:lnTo>
                    <a:pt x="2122" y="1155"/>
                  </a:lnTo>
                  <a:lnTo>
                    <a:pt x="2128" y="1152"/>
                  </a:lnTo>
                  <a:lnTo>
                    <a:pt x="2129" y="1155"/>
                  </a:lnTo>
                  <a:lnTo>
                    <a:pt x="2131" y="1157"/>
                  </a:lnTo>
                  <a:lnTo>
                    <a:pt x="2133" y="1157"/>
                  </a:lnTo>
                  <a:lnTo>
                    <a:pt x="2133" y="1157"/>
                  </a:lnTo>
                  <a:lnTo>
                    <a:pt x="2135" y="1157"/>
                  </a:lnTo>
                  <a:lnTo>
                    <a:pt x="2136" y="1155"/>
                  </a:lnTo>
                  <a:lnTo>
                    <a:pt x="2150" y="1143"/>
                  </a:lnTo>
                  <a:lnTo>
                    <a:pt x="2159" y="1132"/>
                  </a:lnTo>
                  <a:lnTo>
                    <a:pt x="2163" y="1120"/>
                  </a:lnTo>
                  <a:lnTo>
                    <a:pt x="2166" y="1106"/>
                  </a:lnTo>
                  <a:lnTo>
                    <a:pt x="2171" y="1094"/>
                  </a:lnTo>
                  <a:lnTo>
                    <a:pt x="2182" y="1078"/>
                  </a:lnTo>
                  <a:lnTo>
                    <a:pt x="2175" y="1078"/>
                  </a:lnTo>
                  <a:lnTo>
                    <a:pt x="2170" y="1075"/>
                  </a:lnTo>
                  <a:lnTo>
                    <a:pt x="2168" y="1071"/>
                  </a:lnTo>
                  <a:lnTo>
                    <a:pt x="2166" y="1068"/>
                  </a:lnTo>
                  <a:lnTo>
                    <a:pt x="2166" y="1061"/>
                  </a:lnTo>
                  <a:lnTo>
                    <a:pt x="2166" y="1052"/>
                  </a:lnTo>
                  <a:lnTo>
                    <a:pt x="2168" y="1050"/>
                  </a:lnTo>
                  <a:lnTo>
                    <a:pt x="2168" y="1050"/>
                  </a:lnTo>
                  <a:lnTo>
                    <a:pt x="2170" y="1049"/>
                  </a:lnTo>
                  <a:lnTo>
                    <a:pt x="2170" y="1047"/>
                  </a:lnTo>
                  <a:lnTo>
                    <a:pt x="2170" y="1045"/>
                  </a:lnTo>
                  <a:lnTo>
                    <a:pt x="2177" y="1043"/>
                  </a:lnTo>
                  <a:lnTo>
                    <a:pt x="2182" y="1043"/>
                  </a:lnTo>
                  <a:lnTo>
                    <a:pt x="2185" y="1042"/>
                  </a:lnTo>
                  <a:lnTo>
                    <a:pt x="2189" y="1042"/>
                  </a:lnTo>
                  <a:lnTo>
                    <a:pt x="2189" y="1024"/>
                  </a:lnTo>
                  <a:lnTo>
                    <a:pt x="2192" y="1010"/>
                  </a:lnTo>
                  <a:lnTo>
                    <a:pt x="2201" y="1001"/>
                  </a:lnTo>
                  <a:close/>
                  <a:moveTo>
                    <a:pt x="422" y="998"/>
                  </a:moveTo>
                  <a:lnTo>
                    <a:pt x="421" y="1000"/>
                  </a:lnTo>
                  <a:lnTo>
                    <a:pt x="419" y="1000"/>
                  </a:lnTo>
                  <a:lnTo>
                    <a:pt x="417" y="1000"/>
                  </a:lnTo>
                  <a:lnTo>
                    <a:pt x="417" y="1001"/>
                  </a:lnTo>
                  <a:lnTo>
                    <a:pt x="415" y="1001"/>
                  </a:lnTo>
                  <a:lnTo>
                    <a:pt x="412" y="1005"/>
                  </a:lnTo>
                  <a:lnTo>
                    <a:pt x="408" y="1007"/>
                  </a:lnTo>
                  <a:lnTo>
                    <a:pt x="408" y="1008"/>
                  </a:lnTo>
                  <a:lnTo>
                    <a:pt x="408" y="1012"/>
                  </a:lnTo>
                  <a:lnTo>
                    <a:pt x="408" y="1015"/>
                  </a:lnTo>
                  <a:lnTo>
                    <a:pt x="408" y="1021"/>
                  </a:lnTo>
                  <a:lnTo>
                    <a:pt x="422" y="1035"/>
                  </a:lnTo>
                  <a:lnTo>
                    <a:pt x="435" y="1050"/>
                  </a:lnTo>
                  <a:lnTo>
                    <a:pt x="447" y="1068"/>
                  </a:lnTo>
                  <a:lnTo>
                    <a:pt x="461" y="1068"/>
                  </a:lnTo>
                  <a:lnTo>
                    <a:pt x="461" y="1078"/>
                  </a:lnTo>
                  <a:lnTo>
                    <a:pt x="475" y="1083"/>
                  </a:lnTo>
                  <a:lnTo>
                    <a:pt x="485" y="1090"/>
                  </a:lnTo>
                  <a:lnTo>
                    <a:pt x="496" y="1099"/>
                  </a:lnTo>
                  <a:lnTo>
                    <a:pt x="496" y="1103"/>
                  </a:lnTo>
                  <a:lnTo>
                    <a:pt x="492" y="1103"/>
                  </a:lnTo>
                  <a:lnTo>
                    <a:pt x="489" y="1103"/>
                  </a:lnTo>
                  <a:lnTo>
                    <a:pt x="485" y="1103"/>
                  </a:lnTo>
                  <a:lnTo>
                    <a:pt x="483" y="1103"/>
                  </a:lnTo>
                  <a:lnTo>
                    <a:pt x="480" y="1101"/>
                  </a:lnTo>
                  <a:lnTo>
                    <a:pt x="475" y="1099"/>
                  </a:lnTo>
                  <a:lnTo>
                    <a:pt x="470" y="1099"/>
                  </a:lnTo>
                  <a:lnTo>
                    <a:pt x="470" y="1104"/>
                  </a:lnTo>
                  <a:lnTo>
                    <a:pt x="471" y="1108"/>
                  </a:lnTo>
                  <a:lnTo>
                    <a:pt x="473" y="1111"/>
                  </a:lnTo>
                  <a:lnTo>
                    <a:pt x="473" y="1113"/>
                  </a:lnTo>
                  <a:lnTo>
                    <a:pt x="475" y="1117"/>
                  </a:lnTo>
                  <a:lnTo>
                    <a:pt x="476" y="1122"/>
                  </a:lnTo>
                  <a:lnTo>
                    <a:pt x="471" y="1125"/>
                  </a:lnTo>
                  <a:lnTo>
                    <a:pt x="468" y="1129"/>
                  </a:lnTo>
                  <a:lnTo>
                    <a:pt x="464" y="1134"/>
                  </a:lnTo>
                  <a:lnTo>
                    <a:pt x="461" y="1141"/>
                  </a:lnTo>
                  <a:lnTo>
                    <a:pt x="450" y="1141"/>
                  </a:lnTo>
                  <a:lnTo>
                    <a:pt x="450" y="1164"/>
                  </a:lnTo>
                  <a:lnTo>
                    <a:pt x="442" y="1164"/>
                  </a:lnTo>
                  <a:lnTo>
                    <a:pt x="433" y="1157"/>
                  </a:lnTo>
                  <a:lnTo>
                    <a:pt x="422" y="1153"/>
                  </a:lnTo>
                  <a:lnTo>
                    <a:pt x="414" y="1148"/>
                  </a:lnTo>
                  <a:lnTo>
                    <a:pt x="408" y="1136"/>
                  </a:lnTo>
                  <a:lnTo>
                    <a:pt x="422" y="1138"/>
                  </a:lnTo>
                  <a:lnTo>
                    <a:pt x="436" y="1136"/>
                  </a:lnTo>
                  <a:lnTo>
                    <a:pt x="447" y="1132"/>
                  </a:lnTo>
                  <a:lnTo>
                    <a:pt x="454" y="1125"/>
                  </a:lnTo>
                  <a:lnTo>
                    <a:pt x="456" y="1124"/>
                  </a:lnTo>
                  <a:lnTo>
                    <a:pt x="456" y="1122"/>
                  </a:lnTo>
                  <a:lnTo>
                    <a:pt x="457" y="1120"/>
                  </a:lnTo>
                  <a:lnTo>
                    <a:pt x="457" y="1117"/>
                  </a:lnTo>
                  <a:lnTo>
                    <a:pt x="457" y="1113"/>
                  </a:lnTo>
                  <a:lnTo>
                    <a:pt x="431" y="1094"/>
                  </a:lnTo>
                  <a:lnTo>
                    <a:pt x="403" y="1075"/>
                  </a:lnTo>
                  <a:lnTo>
                    <a:pt x="394" y="1064"/>
                  </a:lnTo>
                  <a:lnTo>
                    <a:pt x="386" y="1054"/>
                  </a:lnTo>
                  <a:lnTo>
                    <a:pt x="379" y="1042"/>
                  </a:lnTo>
                  <a:lnTo>
                    <a:pt x="368" y="1031"/>
                  </a:lnTo>
                  <a:lnTo>
                    <a:pt x="354" y="1026"/>
                  </a:lnTo>
                  <a:lnTo>
                    <a:pt x="342" y="1036"/>
                  </a:lnTo>
                  <a:lnTo>
                    <a:pt x="326" y="1045"/>
                  </a:lnTo>
                  <a:lnTo>
                    <a:pt x="307" y="1049"/>
                  </a:lnTo>
                  <a:lnTo>
                    <a:pt x="305" y="1045"/>
                  </a:lnTo>
                  <a:lnTo>
                    <a:pt x="304" y="1042"/>
                  </a:lnTo>
                  <a:lnTo>
                    <a:pt x="302" y="1040"/>
                  </a:lnTo>
                  <a:lnTo>
                    <a:pt x="298" y="1040"/>
                  </a:lnTo>
                  <a:lnTo>
                    <a:pt x="297" y="1040"/>
                  </a:lnTo>
                  <a:lnTo>
                    <a:pt x="293" y="1042"/>
                  </a:lnTo>
                  <a:lnTo>
                    <a:pt x="284" y="1049"/>
                  </a:lnTo>
                  <a:lnTo>
                    <a:pt x="281" y="1059"/>
                  </a:lnTo>
                  <a:lnTo>
                    <a:pt x="279" y="1070"/>
                  </a:lnTo>
                  <a:lnTo>
                    <a:pt x="274" y="1078"/>
                  </a:lnTo>
                  <a:lnTo>
                    <a:pt x="255" y="1078"/>
                  </a:lnTo>
                  <a:lnTo>
                    <a:pt x="248" y="1087"/>
                  </a:lnTo>
                  <a:lnTo>
                    <a:pt x="243" y="1097"/>
                  </a:lnTo>
                  <a:lnTo>
                    <a:pt x="239" y="1110"/>
                  </a:lnTo>
                  <a:lnTo>
                    <a:pt x="237" y="1111"/>
                  </a:lnTo>
                  <a:lnTo>
                    <a:pt x="237" y="1115"/>
                  </a:lnTo>
                  <a:lnTo>
                    <a:pt x="239" y="1117"/>
                  </a:lnTo>
                  <a:lnTo>
                    <a:pt x="241" y="1118"/>
                  </a:lnTo>
                  <a:lnTo>
                    <a:pt x="244" y="1122"/>
                  </a:lnTo>
                  <a:lnTo>
                    <a:pt x="246" y="1125"/>
                  </a:lnTo>
                  <a:lnTo>
                    <a:pt x="241" y="1125"/>
                  </a:lnTo>
                  <a:lnTo>
                    <a:pt x="239" y="1127"/>
                  </a:lnTo>
                  <a:lnTo>
                    <a:pt x="237" y="1127"/>
                  </a:lnTo>
                  <a:lnTo>
                    <a:pt x="236" y="1129"/>
                  </a:lnTo>
                  <a:lnTo>
                    <a:pt x="234" y="1131"/>
                  </a:lnTo>
                  <a:lnTo>
                    <a:pt x="230" y="1132"/>
                  </a:lnTo>
                  <a:lnTo>
                    <a:pt x="230" y="1136"/>
                  </a:lnTo>
                  <a:lnTo>
                    <a:pt x="230" y="1136"/>
                  </a:lnTo>
                  <a:lnTo>
                    <a:pt x="230" y="1138"/>
                  </a:lnTo>
                  <a:lnTo>
                    <a:pt x="230" y="1138"/>
                  </a:lnTo>
                  <a:lnTo>
                    <a:pt x="230" y="1139"/>
                  </a:lnTo>
                  <a:lnTo>
                    <a:pt x="230" y="1145"/>
                  </a:lnTo>
                  <a:lnTo>
                    <a:pt x="218" y="1146"/>
                  </a:lnTo>
                  <a:lnTo>
                    <a:pt x="213" y="1150"/>
                  </a:lnTo>
                  <a:lnTo>
                    <a:pt x="209" y="1153"/>
                  </a:lnTo>
                  <a:lnTo>
                    <a:pt x="206" y="1159"/>
                  </a:lnTo>
                  <a:lnTo>
                    <a:pt x="201" y="1164"/>
                  </a:lnTo>
                  <a:lnTo>
                    <a:pt x="195" y="1166"/>
                  </a:lnTo>
                  <a:lnTo>
                    <a:pt x="192" y="1166"/>
                  </a:lnTo>
                  <a:lnTo>
                    <a:pt x="187" y="1164"/>
                  </a:lnTo>
                  <a:lnTo>
                    <a:pt x="183" y="1162"/>
                  </a:lnTo>
                  <a:lnTo>
                    <a:pt x="180" y="1160"/>
                  </a:lnTo>
                  <a:lnTo>
                    <a:pt x="178" y="1160"/>
                  </a:lnTo>
                  <a:lnTo>
                    <a:pt x="175" y="1162"/>
                  </a:lnTo>
                  <a:lnTo>
                    <a:pt x="171" y="1164"/>
                  </a:lnTo>
                  <a:lnTo>
                    <a:pt x="168" y="1166"/>
                  </a:lnTo>
                  <a:lnTo>
                    <a:pt x="162" y="1167"/>
                  </a:lnTo>
                  <a:lnTo>
                    <a:pt x="162" y="1176"/>
                  </a:lnTo>
                  <a:lnTo>
                    <a:pt x="211" y="1183"/>
                  </a:lnTo>
                  <a:lnTo>
                    <a:pt x="225" y="1176"/>
                  </a:lnTo>
                  <a:lnTo>
                    <a:pt x="239" y="1167"/>
                  </a:lnTo>
                  <a:lnTo>
                    <a:pt x="250" y="1160"/>
                  </a:lnTo>
                  <a:lnTo>
                    <a:pt x="265" y="1157"/>
                  </a:lnTo>
                  <a:lnTo>
                    <a:pt x="288" y="1153"/>
                  </a:lnTo>
                  <a:lnTo>
                    <a:pt x="312" y="1152"/>
                  </a:lnTo>
                  <a:lnTo>
                    <a:pt x="339" y="1152"/>
                  </a:lnTo>
                  <a:lnTo>
                    <a:pt x="361" y="1152"/>
                  </a:lnTo>
                  <a:lnTo>
                    <a:pt x="380" y="1153"/>
                  </a:lnTo>
                  <a:lnTo>
                    <a:pt x="389" y="1155"/>
                  </a:lnTo>
                  <a:lnTo>
                    <a:pt x="393" y="1155"/>
                  </a:lnTo>
                  <a:lnTo>
                    <a:pt x="387" y="1171"/>
                  </a:lnTo>
                  <a:lnTo>
                    <a:pt x="384" y="1188"/>
                  </a:lnTo>
                  <a:lnTo>
                    <a:pt x="380" y="1206"/>
                  </a:lnTo>
                  <a:lnTo>
                    <a:pt x="386" y="1209"/>
                  </a:lnTo>
                  <a:lnTo>
                    <a:pt x="387" y="1213"/>
                  </a:lnTo>
                  <a:lnTo>
                    <a:pt x="391" y="1216"/>
                  </a:lnTo>
                  <a:lnTo>
                    <a:pt x="393" y="1218"/>
                  </a:lnTo>
                  <a:lnTo>
                    <a:pt x="396" y="1221"/>
                  </a:lnTo>
                  <a:lnTo>
                    <a:pt x="408" y="1225"/>
                  </a:lnTo>
                  <a:lnTo>
                    <a:pt x="422" y="1225"/>
                  </a:lnTo>
                  <a:lnTo>
                    <a:pt x="436" y="1227"/>
                  </a:lnTo>
                  <a:lnTo>
                    <a:pt x="450" y="1234"/>
                  </a:lnTo>
                  <a:lnTo>
                    <a:pt x="454" y="1248"/>
                  </a:lnTo>
                  <a:lnTo>
                    <a:pt x="461" y="1251"/>
                  </a:lnTo>
                  <a:lnTo>
                    <a:pt x="471" y="1255"/>
                  </a:lnTo>
                  <a:lnTo>
                    <a:pt x="485" y="1258"/>
                  </a:lnTo>
                  <a:lnTo>
                    <a:pt x="497" y="1262"/>
                  </a:lnTo>
                  <a:lnTo>
                    <a:pt x="504" y="1263"/>
                  </a:lnTo>
                  <a:lnTo>
                    <a:pt x="506" y="1253"/>
                  </a:lnTo>
                  <a:lnTo>
                    <a:pt x="510" y="1244"/>
                  </a:lnTo>
                  <a:lnTo>
                    <a:pt x="513" y="1235"/>
                  </a:lnTo>
                  <a:lnTo>
                    <a:pt x="524" y="1228"/>
                  </a:lnTo>
                  <a:lnTo>
                    <a:pt x="539" y="1225"/>
                  </a:lnTo>
                  <a:lnTo>
                    <a:pt x="553" y="1228"/>
                  </a:lnTo>
                  <a:lnTo>
                    <a:pt x="567" y="1235"/>
                  </a:lnTo>
                  <a:lnTo>
                    <a:pt x="581" y="1241"/>
                  </a:lnTo>
                  <a:lnTo>
                    <a:pt x="588" y="1242"/>
                  </a:lnTo>
                  <a:lnTo>
                    <a:pt x="602" y="1244"/>
                  </a:lnTo>
                  <a:lnTo>
                    <a:pt x="616" y="1248"/>
                  </a:lnTo>
                  <a:lnTo>
                    <a:pt x="630" y="1249"/>
                  </a:lnTo>
                  <a:lnTo>
                    <a:pt x="641" y="1251"/>
                  </a:lnTo>
                  <a:lnTo>
                    <a:pt x="646" y="1253"/>
                  </a:lnTo>
                  <a:lnTo>
                    <a:pt x="649" y="1251"/>
                  </a:lnTo>
                  <a:lnTo>
                    <a:pt x="651" y="1248"/>
                  </a:lnTo>
                  <a:lnTo>
                    <a:pt x="653" y="1246"/>
                  </a:lnTo>
                  <a:lnTo>
                    <a:pt x="656" y="1242"/>
                  </a:lnTo>
                  <a:lnTo>
                    <a:pt x="660" y="1241"/>
                  </a:lnTo>
                  <a:lnTo>
                    <a:pt x="663" y="1241"/>
                  </a:lnTo>
                  <a:lnTo>
                    <a:pt x="668" y="1241"/>
                  </a:lnTo>
                  <a:lnTo>
                    <a:pt x="681" y="1244"/>
                  </a:lnTo>
                  <a:lnTo>
                    <a:pt x="691" y="1249"/>
                  </a:lnTo>
                  <a:lnTo>
                    <a:pt x="703" y="1248"/>
                  </a:lnTo>
                  <a:lnTo>
                    <a:pt x="716" y="1244"/>
                  </a:lnTo>
                  <a:lnTo>
                    <a:pt x="717" y="1230"/>
                  </a:lnTo>
                  <a:lnTo>
                    <a:pt x="724" y="1213"/>
                  </a:lnTo>
                  <a:lnTo>
                    <a:pt x="730" y="1197"/>
                  </a:lnTo>
                  <a:lnTo>
                    <a:pt x="733" y="1183"/>
                  </a:lnTo>
                  <a:lnTo>
                    <a:pt x="730" y="1171"/>
                  </a:lnTo>
                  <a:lnTo>
                    <a:pt x="728" y="1167"/>
                  </a:lnTo>
                  <a:lnTo>
                    <a:pt x="728" y="1164"/>
                  </a:lnTo>
                  <a:lnTo>
                    <a:pt x="726" y="1162"/>
                  </a:lnTo>
                  <a:lnTo>
                    <a:pt x="724" y="1160"/>
                  </a:lnTo>
                  <a:lnTo>
                    <a:pt x="721" y="1160"/>
                  </a:lnTo>
                  <a:lnTo>
                    <a:pt x="717" y="1160"/>
                  </a:lnTo>
                  <a:lnTo>
                    <a:pt x="710" y="1160"/>
                  </a:lnTo>
                  <a:lnTo>
                    <a:pt x="702" y="1167"/>
                  </a:lnTo>
                  <a:lnTo>
                    <a:pt x="695" y="1169"/>
                  </a:lnTo>
                  <a:lnTo>
                    <a:pt x="688" y="1167"/>
                  </a:lnTo>
                  <a:lnTo>
                    <a:pt x="681" y="1164"/>
                  </a:lnTo>
                  <a:lnTo>
                    <a:pt x="672" y="1160"/>
                  </a:lnTo>
                  <a:lnTo>
                    <a:pt x="667" y="1159"/>
                  </a:lnTo>
                  <a:lnTo>
                    <a:pt x="663" y="1160"/>
                  </a:lnTo>
                  <a:lnTo>
                    <a:pt x="658" y="1162"/>
                  </a:lnTo>
                  <a:lnTo>
                    <a:pt x="656" y="1166"/>
                  </a:lnTo>
                  <a:lnTo>
                    <a:pt x="653" y="1169"/>
                  </a:lnTo>
                  <a:lnTo>
                    <a:pt x="649" y="1171"/>
                  </a:lnTo>
                  <a:lnTo>
                    <a:pt x="634" y="1167"/>
                  </a:lnTo>
                  <a:lnTo>
                    <a:pt x="618" y="1157"/>
                  </a:lnTo>
                  <a:lnTo>
                    <a:pt x="606" y="1141"/>
                  </a:lnTo>
                  <a:lnTo>
                    <a:pt x="600" y="1125"/>
                  </a:lnTo>
                  <a:lnTo>
                    <a:pt x="600" y="1122"/>
                  </a:lnTo>
                  <a:lnTo>
                    <a:pt x="600" y="1118"/>
                  </a:lnTo>
                  <a:lnTo>
                    <a:pt x="600" y="1115"/>
                  </a:lnTo>
                  <a:lnTo>
                    <a:pt x="600" y="1111"/>
                  </a:lnTo>
                  <a:lnTo>
                    <a:pt x="600" y="1108"/>
                  </a:lnTo>
                  <a:lnTo>
                    <a:pt x="602" y="1104"/>
                  </a:lnTo>
                  <a:lnTo>
                    <a:pt x="604" y="1099"/>
                  </a:lnTo>
                  <a:lnTo>
                    <a:pt x="600" y="1096"/>
                  </a:lnTo>
                  <a:lnTo>
                    <a:pt x="597" y="1094"/>
                  </a:lnTo>
                  <a:lnTo>
                    <a:pt x="595" y="1092"/>
                  </a:lnTo>
                  <a:lnTo>
                    <a:pt x="593" y="1090"/>
                  </a:lnTo>
                  <a:lnTo>
                    <a:pt x="590" y="1089"/>
                  </a:lnTo>
                  <a:lnTo>
                    <a:pt x="585" y="1087"/>
                  </a:lnTo>
                  <a:lnTo>
                    <a:pt x="583" y="1085"/>
                  </a:lnTo>
                  <a:lnTo>
                    <a:pt x="581" y="1085"/>
                  </a:lnTo>
                  <a:lnTo>
                    <a:pt x="579" y="1083"/>
                  </a:lnTo>
                  <a:lnTo>
                    <a:pt x="576" y="1083"/>
                  </a:lnTo>
                  <a:lnTo>
                    <a:pt x="572" y="1083"/>
                  </a:lnTo>
                  <a:lnTo>
                    <a:pt x="572" y="1087"/>
                  </a:lnTo>
                  <a:lnTo>
                    <a:pt x="569" y="1087"/>
                  </a:lnTo>
                  <a:lnTo>
                    <a:pt x="569" y="1092"/>
                  </a:lnTo>
                  <a:lnTo>
                    <a:pt x="571" y="1096"/>
                  </a:lnTo>
                  <a:lnTo>
                    <a:pt x="571" y="1097"/>
                  </a:lnTo>
                  <a:lnTo>
                    <a:pt x="571" y="1099"/>
                  </a:lnTo>
                  <a:lnTo>
                    <a:pt x="569" y="1101"/>
                  </a:lnTo>
                  <a:lnTo>
                    <a:pt x="567" y="1101"/>
                  </a:lnTo>
                  <a:lnTo>
                    <a:pt x="564" y="1101"/>
                  </a:lnTo>
                  <a:lnTo>
                    <a:pt x="557" y="1103"/>
                  </a:lnTo>
                  <a:lnTo>
                    <a:pt x="555" y="1099"/>
                  </a:lnTo>
                  <a:lnTo>
                    <a:pt x="553" y="1097"/>
                  </a:lnTo>
                  <a:lnTo>
                    <a:pt x="553" y="1096"/>
                  </a:lnTo>
                  <a:lnTo>
                    <a:pt x="550" y="1094"/>
                  </a:lnTo>
                  <a:lnTo>
                    <a:pt x="550" y="1099"/>
                  </a:lnTo>
                  <a:lnTo>
                    <a:pt x="559" y="1110"/>
                  </a:lnTo>
                  <a:lnTo>
                    <a:pt x="566" y="1125"/>
                  </a:lnTo>
                  <a:lnTo>
                    <a:pt x="569" y="1141"/>
                  </a:lnTo>
                  <a:lnTo>
                    <a:pt x="564" y="1145"/>
                  </a:lnTo>
                  <a:lnTo>
                    <a:pt x="560" y="1146"/>
                  </a:lnTo>
                  <a:lnTo>
                    <a:pt x="559" y="1150"/>
                  </a:lnTo>
                  <a:lnTo>
                    <a:pt x="557" y="1153"/>
                  </a:lnTo>
                  <a:lnTo>
                    <a:pt x="557" y="1155"/>
                  </a:lnTo>
                  <a:lnTo>
                    <a:pt x="555" y="1159"/>
                  </a:lnTo>
                  <a:lnTo>
                    <a:pt x="553" y="1160"/>
                  </a:lnTo>
                  <a:lnTo>
                    <a:pt x="548" y="1162"/>
                  </a:lnTo>
                  <a:lnTo>
                    <a:pt x="543" y="1164"/>
                  </a:lnTo>
                  <a:lnTo>
                    <a:pt x="541" y="1162"/>
                  </a:lnTo>
                  <a:lnTo>
                    <a:pt x="539" y="1162"/>
                  </a:lnTo>
                  <a:lnTo>
                    <a:pt x="539" y="1162"/>
                  </a:lnTo>
                  <a:lnTo>
                    <a:pt x="538" y="1160"/>
                  </a:lnTo>
                  <a:lnTo>
                    <a:pt x="534" y="1160"/>
                  </a:lnTo>
                  <a:lnTo>
                    <a:pt x="518" y="1113"/>
                  </a:lnTo>
                  <a:lnTo>
                    <a:pt x="515" y="1111"/>
                  </a:lnTo>
                  <a:lnTo>
                    <a:pt x="511" y="1108"/>
                  </a:lnTo>
                  <a:lnTo>
                    <a:pt x="506" y="1104"/>
                  </a:lnTo>
                  <a:lnTo>
                    <a:pt x="503" y="1103"/>
                  </a:lnTo>
                  <a:lnTo>
                    <a:pt x="499" y="1099"/>
                  </a:lnTo>
                  <a:lnTo>
                    <a:pt x="497" y="1089"/>
                  </a:lnTo>
                  <a:lnTo>
                    <a:pt x="499" y="1080"/>
                  </a:lnTo>
                  <a:lnTo>
                    <a:pt x="501" y="1073"/>
                  </a:lnTo>
                  <a:lnTo>
                    <a:pt x="501" y="1066"/>
                  </a:lnTo>
                  <a:lnTo>
                    <a:pt x="496" y="1061"/>
                  </a:lnTo>
                  <a:lnTo>
                    <a:pt x="483" y="1052"/>
                  </a:lnTo>
                  <a:lnTo>
                    <a:pt x="473" y="1047"/>
                  </a:lnTo>
                  <a:lnTo>
                    <a:pt x="464" y="1045"/>
                  </a:lnTo>
                  <a:lnTo>
                    <a:pt x="456" y="1040"/>
                  </a:lnTo>
                  <a:lnTo>
                    <a:pt x="449" y="1029"/>
                  </a:lnTo>
                  <a:lnTo>
                    <a:pt x="442" y="1010"/>
                  </a:lnTo>
                  <a:lnTo>
                    <a:pt x="428" y="1014"/>
                  </a:lnTo>
                  <a:lnTo>
                    <a:pt x="426" y="1008"/>
                  </a:lnTo>
                  <a:lnTo>
                    <a:pt x="426" y="1005"/>
                  </a:lnTo>
                  <a:lnTo>
                    <a:pt x="424" y="1001"/>
                  </a:lnTo>
                  <a:lnTo>
                    <a:pt x="422" y="998"/>
                  </a:lnTo>
                  <a:close/>
                  <a:moveTo>
                    <a:pt x="662" y="979"/>
                  </a:moveTo>
                  <a:lnTo>
                    <a:pt x="658" y="987"/>
                  </a:lnTo>
                  <a:lnTo>
                    <a:pt x="651" y="1000"/>
                  </a:lnTo>
                  <a:lnTo>
                    <a:pt x="642" y="1014"/>
                  </a:lnTo>
                  <a:lnTo>
                    <a:pt x="634" y="1028"/>
                  </a:lnTo>
                  <a:lnTo>
                    <a:pt x="627" y="1040"/>
                  </a:lnTo>
                  <a:lnTo>
                    <a:pt x="623" y="1050"/>
                  </a:lnTo>
                  <a:lnTo>
                    <a:pt x="623" y="1056"/>
                  </a:lnTo>
                  <a:lnTo>
                    <a:pt x="625" y="1063"/>
                  </a:lnTo>
                  <a:lnTo>
                    <a:pt x="625" y="1066"/>
                  </a:lnTo>
                  <a:lnTo>
                    <a:pt x="627" y="1070"/>
                  </a:lnTo>
                  <a:lnTo>
                    <a:pt x="630" y="1071"/>
                  </a:lnTo>
                  <a:lnTo>
                    <a:pt x="634" y="1073"/>
                  </a:lnTo>
                  <a:lnTo>
                    <a:pt x="639" y="1075"/>
                  </a:lnTo>
                  <a:lnTo>
                    <a:pt x="653" y="1080"/>
                  </a:lnTo>
                  <a:lnTo>
                    <a:pt x="667" y="1078"/>
                  </a:lnTo>
                  <a:lnTo>
                    <a:pt x="679" y="1073"/>
                  </a:lnTo>
                  <a:lnTo>
                    <a:pt x="693" y="1066"/>
                  </a:lnTo>
                  <a:lnTo>
                    <a:pt x="707" y="1064"/>
                  </a:lnTo>
                  <a:lnTo>
                    <a:pt x="721" y="1064"/>
                  </a:lnTo>
                  <a:lnTo>
                    <a:pt x="730" y="1070"/>
                  </a:lnTo>
                  <a:lnTo>
                    <a:pt x="737" y="1075"/>
                  </a:lnTo>
                  <a:lnTo>
                    <a:pt x="745" y="1078"/>
                  </a:lnTo>
                  <a:lnTo>
                    <a:pt x="766" y="1082"/>
                  </a:lnTo>
                  <a:lnTo>
                    <a:pt x="787" y="1080"/>
                  </a:lnTo>
                  <a:lnTo>
                    <a:pt x="806" y="1075"/>
                  </a:lnTo>
                  <a:lnTo>
                    <a:pt x="812" y="1064"/>
                  </a:lnTo>
                  <a:lnTo>
                    <a:pt x="806" y="1064"/>
                  </a:lnTo>
                  <a:lnTo>
                    <a:pt x="798" y="1050"/>
                  </a:lnTo>
                  <a:lnTo>
                    <a:pt x="784" y="1038"/>
                  </a:lnTo>
                  <a:lnTo>
                    <a:pt x="764" y="1026"/>
                  </a:lnTo>
                  <a:lnTo>
                    <a:pt x="745" y="1015"/>
                  </a:lnTo>
                  <a:lnTo>
                    <a:pt x="730" y="1010"/>
                  </a:lnTo>
                  <a:lnTo>
                    <a:pt x="721" y="1017"/>
                  </a:lnTo>
                  <a:lnTo>
                    <a:pt x="709" y="1022"/>
                  </a:lnTo>
                  <a:lnTo>
                    <a:pt x="700" y="1021"/>
                  </a:lnTo>
                  <a:lnTo>
                    <a:pt x="695" y="1014"/>
                  </a:lnTo>
                  <a:lnTo>
                    <a:pt x="688" y="1007"/>
                  </a:lnTo>
                  <a:lnTo>
                    <a:pt x="684" y="998"/>
                  </a:lnTo>
                  <a:lnTo>
                    <a:pt x="696" y="994"/>
                  </a:lnTo>
                  <a:lnTo>
                    <a:pt x="695" y="993"/>
                  </a:lnTo>
                  <a:lnTo>
                    <a:pt x="693" y="993"/>
                  </a:lnTo>
                  <a:lnTo>
                    <a:pt x="693" y="993"/>
                  </a:lnTo>
                  <a:lnTo>
                    <a:pt x="691" y="993"/>
                  </a:lnTo>
                  <a:lnTo>
                    <a:pt x="688" y="991"/>
                  </a:lnTo>
                  <a:lnTo>
                    <a:pt x="682" y="986"/>
                  </a:lnTo>
                  <a:lnTo>
                    <a:pt x="677" y="984"/>
                  </a:lnTo>
                  <a:lnTo>
                    <a:pt x="670" y="981"/>
                  </a:lnTo>
                  <a:lnTo>
                    <a:pt x="662" y="979"/>
                  </a:lnTo>
                  <a:close/>
                  <a:moveTo>
                    <a:pt x="941" y="975"/>
                  </a:moveTo>
                  <a:lnTo>
                    <a:pt x="930" y="984"/>
                  </a:lnTo>
                  <a:lnTo>
                    <a:pt x="918" y="989"/>
                  </a:lnTo>
                  <a:lnTo>
                    <a:pt x="906" y="994"/>
                  </a:lnTo>
                  <a:lnTo>
                    <a:pt x="895" y="1003"/>
                  </a:lnTo>
                  <a:lnTo>
                    <a:pt x="888" y="1014"/>
                  </a:lnTo>
                  <a:lnTo>
                    <a:pt x="885" y="1029"/>
                  </a:lnTo>
                  <a:lnTo>
                    <a:pt x="890" y="1045"/>
                  </a:lnTo>
                  <a:lnTo>
                    <a:pt x="901" y="1061"/>
                  </a:lnTo>
                  <a:lnTo>
                    <a:pt x="911" y="1077"/>
                  </a:lnTo>
                  <a:lnTo>
                    <a:pt x="923" y="1090"/>
                  </a:lnTo>
                  <a:lnTo>
                    <a:pt x="930" y="1103"/>
                  </a:lnTo>
                  <a:lnTo>
                    <a:pt x="918" y="1103"/>
                  </a:lnTo>
                  <a:lnTo>
                    <a:pt x="918" y="1125"/>
                  </a:lnTo>
                  <a:lnTo>
                    <a:pt x="922" y="1141"/>
                  </a:lnTo>
                  <a:lnTo>
                    <a:pt x="932" y="1150"/>
                  </a:lnTo>
                  <a:lnTo>
                    <a:pt x="950" y="1153"/>
                  </a:lnTo>
                  <a:lnTo>
                    <a:pt x="976" y="1152"/>
                  </a:lnTo>
                  <a:lnTo>
                    <a:pt x="974" y="1132"/>
                  </a:lnTo>
                  <a:lnTo>
                    <a:pt x="970" y="1120"/>
                  </a:lnTo>
                  <a:lnTo>
                    <a:pt x="965" y="1110"/>
                  </a:lnTo>
                  <a:lnTo>
                    <a:pt x="963" y="1099"/>
                  </a:lnTo>
                  <a:lnTo>
                    <a:pt x="965" y="1083"/>
                  </a:lnTo>
                  <a:lnTo>
                    <a:pt x="969" y="1085"/>
                  </a:lnTo>
                  <a:lnTo>
                    <a:pt x="972" y="1085"/>
                  </a:lnTo>
                  <a:lnTo>
                    <a:pt x="976" y="1085"/>
                  </a:lnTo>
                  <a:lnTo>
                    <a:pt x="979" y="1085"/>
                  </a:lnTo>
                  <a:lnTo>
                    <a:pt x="984" y="1083"/>
                  </a:lnTo>
                  <a:lnTo>
                    <a:pt x="981" y="1080"/>
                  </a:lnTo>
                  <a:lnTo>
                    <a:pt x="977" y="1078"/>
                  </a:lnTo>
                  <a:lnTo>
                    <a:pt x="976" y="1077"/>
                  </a:lnTo>
                  <a:lnTo>
                    <a:pt x="972" y="1073"/>
                  </a:lnTo>
                  <a:lnTo>
                    <a:pt x="969" y="1071"/>
                  </a:lnTo>
                  <a:lnTo>
                    <a:pt x="967" y="1073"/>
                  </a:lnTo>
                  <a:lnTo>
                    <a:pt x="967" y="1077"/>
                  </a:lnTo>
                  <a:lnTo>
                    <a:pt x="965" y="1080"/>
                  </a:lnTo>
                  <a:lnTo>
                    <a:pt x="965" y="1082"/>
                  </a:lnTo>
                  <a:lnTo>
                    <a:pt x="963" y="1083"/>
                  </a:lnTo>
                  <a:lnTo>
                    <a:pt x="962" y="1082"/>
                  </a:lnTo>
                  <a:lnTo>
                    <a:pt x="960" y="1078"/>
                  </a:lnTo>
                  <a:lnTo>
                    <a:pt x="955" y="1070"/>
                  </a:lnTo>
                  <a:lnTo>
                    <a:pt x="950" y="1061"/>
                  </a:lnTo>
                  <a:lnTo>
                    <a:pt x="951" y="1057"/>
                  </a:lnTo>
                  <a:lnTo>
                    <a:pt x="953" y="1057"/>
                  </a:lnTo>
                  <a:lnTo>
                    <a:pt x="955" y="1056"/>
                  </a:lnTo>
                  <a:lnTo>
                    <a:pt x="956" y="1052"/>
                  </a:lnTo>
                  <a:lnTo>
                    <a:pt x="941" y="1043"/>
                  </a:lnTo>
                  <a:lnTo>
                    <a:pt x="929" y="1029"/>
                  </a:lnTo>
                  <a:lnTo>
                    <a:pt x="922" y="1014"/>
                  </a:lnTo>
                  <a:lnTo>
                    <a:pt x="941" y="1012"/>
                  </a:lnTo>
                  <a:lnTo>
                    <a:pt x="955" y="1007"/>
                  </a:lnTo>
                  <a:lnTo>
                    <a:pt x="962" y="994"/>
                  </a:lnTo>
                  <a:lnTo>
                    <a:pt x="965" y="979"/>
                  </a:lnTo>
                  <a:lnTo>
                    <a:pt x="960" y="977"/>
                  </a:lnTo>
                  <a:lnTo>
                    <a:pt x="955" y="977"/>
                  </a:lnTo>
                  <a:lnTo>
                    <a:pt x="950" y="975"/>
                  </a:lnTo>
                  <a:lnTo>
                    <a:pt x="941" y="975"/>
                  </a:lnTo>
                  <a:close/>
                  <a:moveTo>
                    <a:pt x="754" y="972"/>
                  </a:moveTo>
                  <a:lnTo>
                    <a:pt x="740" y="979"/>
                  </a:lnTo>
                  <a:lnTo>
                    <a:pt x="723" y="984"/>
                  </a:lnTo>
                  <a:lnTo>
                    <a:pt x="723" y="998"/>
                  </a:lnTo>
                  <a:lnTo>
                    <a:pt x="730" y="1000"/>
                  </a:lnTo>
                  <a:lnTo>
                    <a:pt x="738" y="1001"/>
                  </a:lnTo>
                  <a:lnTo>
                    <a:pt x="749" y="1001"/>
                  </a:lnTo>
                  <a:lnTo>
                    <a:pt x="749" y="994"/>
                  </a:lnTo>
                  <a:lnTo>
                    <a:pt x="752" y="989"/>
                  </a:lnTo>
                  <a:lnTo>
                    <a:pt x="754" y="984"/>
                  </a:lnTo>
                  <a:lnTo>
                    <a:pt x="754" y="979"/>
                  </a:lnTo>
                  <a:lnTo>
                    <a:pt x="754" y="975"/>
                  </a:lnTo>
                  <a:lnTo>
                    <a:pt x="754" y="972"/>
                  </a:lnTo>
                  <a:close/>
                  <a:moveTo>
                    <a:pt x="2201" y="809"/>
                  </a:moveTo>
                  <a:lnTo>
                    <a:pt x="2203" y="811"/>
                  </a:lnTo>
                  <a:lnTo>
                    <a:pt x="2203" y="811"/>
                  </a:lnTo>
                  <a:lnTo>
                    <a:pt x="2203" y="811"/>
                  </a:lnTo>
                  <a:lnTo>
                    <a:pt x="2203" y="813"/>
                  </a:lnTo>
                  <a:lnTo>
                    <a:pt x="2204" y="813"/>
                  </a:lnTo>
                  <a:lnTo>
                    <a:pt x="2204" y="815"/>
                  </a:lnTo>
                  <a:lnTo>
                    <a:pt x="2210" y="827"/>
                  </a:lnTo>
                  <a:lnTo>
                    <a:pt x="2210" y="843"/>
                  </a:lnTo>
                  <a:lnTo>
                    <a:pt x="2210" y="858"/>
                  </a:lnTo>
                  <a:lnTo>
                    <a:pt x="2213" y="876"/>
                  </a:lnTo>
                  <a:lnTo>
                    <a:pt x="2218" y="893"/>
                  </a:lnTo>
                  <a:lnTo>
                    <a:pt x="2227" y="912"/>
                  </a:lnTo>
                  <a:lnTo>
                    <a:pt x="2232" y="933"/>
                  </a:lnTo>
                  <a:lnTo>
                    <a:pt x="2208" y="930"/>
                  </a:lnTo>
                  <a:lnTo>
                    <a:pt x="2208" y="946"/>
                  </a:lnTo>
                  <a:lnTo>
                    <a:pt x="2211" y="958"/>
                  </a:lnTo>
                  <a:lnTo>
                    <a:pt x="2213" y="970"/>
                  </a:lnTo>
                  <a:lnTo>
                    <a:pt x="2217" y="987"/>
                  </a:lnTo>
                  <a:lnTo>
                    <a:pt x="2211" y="987"/>
                  </a:lnTo>
                  <a:lnTo>
                    <a:pt x="2208" y="987"/>
                  </a:lnTo>
                  <a:lnTo>
                    <a:pt x="2203" y="989"/>
                  </a:lnTo>
                  <a:lnTo>
                    <a:pt x="2201" y="989"/>
                  </a:lnTo>
                  <a:lnTo>
                    <a:pt x="2198" y="991"/>
                  </a:lnTo>
                  <a:lnTo>
                    <a:pt x="2198" y="991"/>
                  </a:lnTo>
                  <a:lnTo>
                    <a:pt x="2194" y="981"/>
                  </a:lnTo>
                  <a:lnTo>
                    <a:pt x="2192" y="961"/>
                  </a:lnTo>
                  <a:lnTo>
                    <a:pt x="2192" y="939"/>
                  </a:lnTo>
                  <a:lnTo>
                    <a:pt x="2192" y="914"/>
                  </a:lnTo>
                  <a:lnTo>
                    <a:pt x="2192" y="891"/>
                  </a:lnTo>
                  <a:lnTo>
                    <a:pt x="2189" y="876"/>
                  </a:lnTo>
                  <a:lnTo>
                    <a:pt x="2189" y="837"/>
                  </a:lnTo>
                  <a:lnTo>
                    <a:pt x="2192" y="832"/>
                  </a:lnTo>
                  <a:lnTo>
                    <a:pt x="2194" y="829"/>
                  </a:lnTo>
                  <a:lnTo>
                    <a:pt x="2196" y="825"/>
                  </a:lnTo>
                  <a:lnTo>
                    <a:pt x="2198" y="822"/>
                  </a:lnTo>
                  <a:lnTo>
                    <a:pt x="2199" y="816"/>
                  </a:lnTo>
                  <a:lnTo>
                    <a:pt x="2201" y="809"/>
                  </a:lnTo>
                  <a:close/>
                  <a:moveTo>
                    <a:pt x="150" y="795"/>
                  </a:moveTo>
                  <a:lnTo>
                    <a:pt x="154" y="816"/>
                  </a:lnTo>
                  <a:lnTo>
                    <a:pt x="152" y="837"/>
                  </a:lnTo>
                  <a:lnTo>
                    <a:pt x="147" y="860"/>
                  </a:lnTo>
                  <a:lnTo>
                    <a:pt x="133" y="867"/>
                  </a:lnTo>
                  <a:lnTo>
                    <a:pt x="120" y="871"/>
                  </a:lnTo>
                  <a:lnTo>
                    <a:pt x="101" y="872"/>
                  </a:lnTo>
                  <a:lnTo>
                    <a:pt x="101" y="864"/>
                  </a:lnTo>
                  <a:lnTo>
                    <a:pt x="106" y="851"/>
                  </a:lnTo>
                  <a:lnTo>
                    <a:pt x="106" y="836"/>
                  </a:lnTo>
                  <a:lnTo>
                    <a:pt x="105" y="818"/>
                  </a:lnTo>
                  <a:lnTo>
                    <a:pt x="115" y="809"/>
                  </a:lnTo>
                  <a:lnTo>
                    <a:pt x="124" y="802"/>
                  </a:lnTo>
                  <a:lnTo>
                    <a:pt x="134" y="797"/>
                  </a:lnTo>
                  <a:lnTo>
                    <a:pt x="150" y="795"/>
                  </a:lnTo>
                  <a:close/>
                  <a:moveTo>
                    <a:pt x="400" y="768"/>
                  </a:moveTo>
                  <a:lnTo>
                    <a:pt x="403" y="771"/>
                  </a:lnTo>
                  <a:lnTo>
                    <a:pt x="405" y="773"/>
                  </a:lnTo>
                  <a:lnTo>
                    <a:pt x="407" y="775"/>
                  </a:lnTo>
                  <a:lnTo>
                    <a:pt x="407" y="778"/>
                  </a:lnTo>
                  <a:lnTo>
                    <a:pt x="407" y="782"/>
                  </a:lnTo>
                  <a:lnTo>
                    <a:pt x="408" y="787"/>
                  </a:lnTo>
                  <a:lnTo>
                    <a:pt x="407" y="790"/>
                  </a:lnTo>
                  <a:lnTo>
                    <a:pt x="405" y="792"/>
                  </a:lnTo>
                  <a:lnTo>
                    <a:pt x="405" y="794"/>
                  </a:lnTo>
                  <a:lnTo>
                    <a:pt x="405" y="795"/>
                  </a:lnTo>
                  <a:lnTo>
                    <a:pt x="405" y="797"/>
                  </a:lnTo>
                  <a:lnTo>
                    <a:pt x="403" y="799"/>
                  </a:lnTo>
                  <a:lnTo>
                    <a:pt x="401" y="801"/>
                  </a:lnTo>
                  <a:lnTo>
                    <a:pt x="400" y="801"/>
                  </a:lnTo>
                  <a:lnTo>
                    <a:pt x="398" y="801"/>
                  </a:lnTo>
                  <a:lnTo>
                    <a:pt x="396" y="802"/>
                  </a:lnTo>
                  <a:lnTo>
                    <a:pt x="393" y="802"/>
                  </a:lnTo>
                  <a:lnTo>
                    <a:pt x="387" y="790"/>
                  </a:lnTo>
                  <a:lnTo>
                    <a:pt x="384" y="785"/>
                  </a:lnTo>
                  <a:lnTo>
                    <a:pt x="384" y="783"/>
                  </a:lnTo>
                  <a:lnTo>
                    <a:pt x="386" y="782"/>
                  </a:lnTo>
                  <a:lnTo>
                    <a:pt x="393" y="778"/>
                  </a:lnTo>
                  <a:lnTo>
                    <a:pt x="400" y="768"/>
                  </a:lnTo>
                  <a:close/>
                  <a:moveTo>
                    <a:pt x="480" y="729"/>
                  </a:moveTo>
                  <a:lnTo>
                    <a:pt x="485" y="731"/>
                  </a:lnTo>
                  <a:lnTo>
                    <a:pt x="487" y="731"/>
                  </a:lnTo>
                  <a:lnTo>
                    <a:pt x="489" y="731"/>
                  </a:lnTo>
                  <a:lnTo>
                    <a:pt x="490" y="733"/>
                  </a:lnTo>
                  <a:lnTo>
                    <a:pt x="492" y="733"/>
                  </a:lnTo>
                  <a:lnTo>
                    <a:pt x="489" y="738"/>
                  </a:lnTo>
                  <a:lnTo>
                    <a:pt x="487" y="743"/>
                  </a:lnTo>
                  <a:lnTo>
                    <a:pt x="485" y="748"/>
                  </a:lnTo>
                  <a:lnTo>
                    <a:pt x="482" y="754"/>
                  </a:lnTo>
                  <a:lnTo>
                    <a:pt x="476" y="757"/>
                  </a:lnTo>
                  <a:lnTo>
                    <a:pt x="476" y="752"/>
                  </a:lnTo>
                  <a:lnTo>
                    <a:pt x="475" y="752"/>
                  </a:lnTo>
                  <a:lnTo>
                    <a:pt x="475" y="750"/>
                  </a:lnTo>
                  <a:lnTo>
                    <a:pt x="475" y="750"/>
                  </a:lnTo>
                  <a:lnTo>
                    <a:pt x="475" y="748"/>
                  </a:lnTo>
                  <a:lnTo>
                    <a:pt x="473" y="745"/>
                  </a:lnTo>
                  <a:lnTo>
                    <a:pt x="476" y="741"/>
                  </a:lnTo>
                  <a:lnTo>
                    <a:pt x="478" y="738"/>
                  </a:lnTo>
                  <a:lnTo>
                    <a:pt x="480" y="734"/>
                  </a:lnTo>
                  <a:lnTo>
                    <a:pt x="480" y="729"/>
                  </a:lnTo>
                  <a:close/>
                  <a:moveTo>
                    <a:pt x="543" y="703"/>
                  </a:moveTo>
                  <a:lnTo>
                    <a:pt x="557" y="710"/>
                  </a:lnTo>
                  <a:lnTo>
                    <a:pt x="557" y="715"/>
                  </a:lnTo>
                  <a:lnTo>
                    <a:pt x="553" y="715"/>
                  </a:lnTo>
                  <a:lnTo>
                    <a:pt x="552" y="717"/>
                  </a:lnTo>
                  <a:lnTo>
                    <a:pt x="548" y="719"/>
                  </a:lnTo>
                  <a:lnTo>
                    <a:pt x="546" y="722"/>
                  </a:lnTo>
                  <a:lnTo>
                    <a:pt x="543" y="720"/>
                  </a:lnTo>
                  <a:lnTo>
                    <a:pt x="541" y="720"/>
                  </a:lnTo>
                  <a:lnTo>
                    <a:pt x="541" y="720"/>
                  </a:lnTo>
                  <a:lnTo>
                    <a:pt x="539" y="719"/>
                  </a:lnTo>
                  <a:lnTo>
                    <a:pt x="538" y="719"/>
                  </a:lnTo>
                  <a:lnTo>
                    <a:pt x="538" y="715"/>
                  </a:lnTo>
                  <a:lnTo>
                    <a:pt x="538" y="712"/>
                  </a:lnTo>
                  <a:lnTo>
                    <a:pt x="538" y="710"/>
                  </a:lnTo>
                  <a:lnTo>
                    <a:pt x="538" y="710"/>
                  </a:lnTo>
                  <a:lnTo>
                    <a:pt x="539" y="706"/>
                  </a:lnTo>
                  <a:lnTo>
                    <a:pt x="543" y="703"/>
                  </a:lnTo>
                  <a:close/>
                  <a:moveTo>
                    <a:pt x="169" y="694"/>
                  </a:moveTo>
                  <a:lnTo>
                    <a:pt x="187" y="696"/>
                  </a:lnTo>
                  <a:lnTo>
                    <a:pt x="201" y="699"/>
                  </a:lnTo>
                  <a:lnTo>
                    <a:pt x="197" y="706"/>
                  </a:lnTo>
                  <a:lnTo>
                    <a:pt x="195" y="712"/>
                  </a:lnTo>
                  <a:lnTo>
                    <a:pt x="192" y="717"/>
                  </a:lnTo>
                  <a:lnTo>
                    <a:pt x="188" y="722"/>
                  </a:lnTo>
                  <a:lnTo>
                    <a:pt x="197" y="722"/>
                  </a:lnTo>
                  <a:lnTo>
                    <a:pt x="201" y="719"/>
                  </a:lnTo>
                  <a:lnTo>
                    <a:pt x="202" y="717"/>
                  </a:lnTo>
                  <a:lnTo>
                    <a:pt x="206" y="715"/>
                  </a:lnTo>
                  <a:lnTo>
                    <a:pt x="211" y="715"/>
                  </a:lnTo>
                  <a:lnTo>
                    <a:pt x="211" y="722"/>
                  </a:lnTo>
                  <a:lnTo>
                    <a:pt x="216" y="734"/>
                  </a:lnTo>
                  <a:lnTo>
                    <a:pt x="213" y="745"/>
                  </a:lnTo>
                  <a:lnTo>
                    <a:pt x="208" y="754"/>
                  </a:lnTo>
                  <a:lnTo>
                    <a:pt x="204" y="761"/>
                  </a:lnTo>
                  <a:lnTo>
                    <a:pt x="213" y="769"/>
                  </a:lnTo>
                  <a:lnTo>
                    <a:pt x="222" y="782"/>
                  </a:lnTo>
                  <a:lnTo>
                    <a:pt x="234" y="795"/>
                  </a:lnTo>
                  <a:lnTo>
                    <a:pt x="244" y="811"/>
                  </a:lnTo>
                  <a:lnTo>
                    <a:pt x="253" y="829"/>
                  </a:lnTo>
                  <a:lnTo>
                    <a:pt x="260" y="844"/>
                  </a:lnTo>
                  <a:lnTo>
                    <a:pt x="262" y="857"/>
                  </a:lnTo>
                  <a:lnTo>
                    <a:pt x="258" y="869"/>
                  </a:lnTo>
                  <a:lnTo>
                    <a:pt x="250" y="876"/>
                  </a:lnTo>
                  <a:lnTo>
                    <a:pt x="239" y="883"/>
                  </a:lnTo>
                  <a:lnTo>
                    <a:pt x="222" y="890"/>
                  </a:lnTo>
                  <a:lnTo>
                    <a:pt x="201" y="895"/>
                  </a:lnTo>
                  <a:lnTo>
                    <a:pt x="182" y="900"/>
                  </a:lnTo>
                  <a:lnTo>
                    <a:pt x="166" y="902"/>
                  </a:lnTo>
                  <a:lnTo>
                    <a:pt x="166" y="898"/>
                  </a:lnTo>
                  <a:lnTo>
                    <a:pt x="176" y="883"/>
                  </a:lnTo>
                  <a:lnTo>
                    <a:pt x="185" y="867"/>
                  </a:lnTo>
                  <a:lnTo>
                    <a:pt x="180" y="867"/>
                  </a:lnTo>
                  <a:lnTo>
                    <a:pt x="176" y="867"/>
                  </a:lnTo>
                  <a:lnTo>
                    <a:pt x="173" y="865"/>
                  </a:lnTo>
                  <a:lnTo>
                    <a:pt x="173" y="864"/>
                  </a:lnTo>
                  <a:lnTo>
                    <a:pt x="171" y="862"/>
                  </a:lnTo>
                  <a:lnTo>
                    <a:pt x="171" y="858"/>
                  </a:lnTo>
                  <a:lnTo>
                    <a:pt x="169" y="853"/>
                  </a:lnTo>
                  <a:lnTo>
                    <a:pt x="182" y="850"/>
                  </a:lnTo>
                  <a:lnTo>
                    <a:pt x="178" y="846"/>
                  </a:lnTo>
                  <a:lnTo>
                    <a:pt x="178" y="844"/>
                  </a:lnTo>
                  <a:lnTo>
                    <a:pt x="176" y="843"/>
                  </a:lnTo>
                  <a:lnTo>
                    <a:pt x="176" y="843"/>
                  </a:lnTo>
                  <a:lnTo>
                    <a:pt x="176" y="841"/>
                  </a:lnTo>
                  <a:lnTo>
                    <a:pt x="178" y="837"/>
                  </a:lnTo>
                  <a:lnTo>
                    <a:pt x="180" y="830"/>
                  </a:lnTo>
                  <a:lnTo>
                    <a:pt x="185" y="825"/>
                  </a:lnTo>
                  <a:lnTo>
                    <a:pt x="188" y="822"/>
                  </a:lnTo>
                  <a:lnTo>
                    <a:pt x="195" y="818"/>
                  </a:lnTo>
                  <a:lnTo>
                    <a:pt x="201" y="815"/>
                  </a:lnTo>
                  <a:lnTo>
                    <a:pt x="199" y="811"/>
                  </a:lnTo>
                  <a:lnTo>
                    <a:pt x="199" y="809"/>
                  </a:lnTo>
                  <a:lnTo>
                    <a:pt x="199" y="809"/>
                  </a:lnTo>
                  <a:lnTo>
                    <a:pt x="197" y="808"/>
                  </a:lnTo>
                  <a:lnTo>
                    <a:pt x="197" y="806"/>
                  </a:lnTo>
                  <a:lnTo>
                    <a:pt x="195" y="802"/>
                  </a:lnTo>
                  <a:lnTo>
                    <a:pt x="194" y="802"/>
                  </a:lnTo>
                  <a:lnTo>
                    <a:pt x="194" y="801"/>
                  </a:lnTo>
                  <a:lnTo>
                    <a:pt x="194" y="801"/>
                  </a:lnTo>
                  <a:lnTo>
                    <a:pt x="194" y="801"/>
                  </a:lnTo>
                  <a:lnTo>
                    <a:pt x="192" y="801"/>
                  </a:lnTo>
                  <a:lnTo>
                    <a:pt x="188" y="799"/>
                  </a:lnTo>
                  <a:lnTo>
                    <a:pt x="185" y="797"/>
                  </a:lnTo>
                  <a:lnTo>
                    <a:pt x="183" y="797"/>
                  </a:lnTo>
                  <a:lnTo>
                    <a:pt x="180" y="797"/>
                  </a:lnTo>
                  <a:lnTo>
                    <a:pt x="176" y="795"/>
                  </a:lnTo>
                  <a:lnTo>
                    <a:pt x="173" y="795"/>
                  </a:lnTo>
                  <a:lnTo>
                    <a:pt x="173" y="794"/>
                  </a:lnTo>
                  <a:lnTo>
                    <a:pt x="171" y="792"/>
                  </a:lnTo>
                  <a:lnTo>
                    <a:pt x="171" y="790"/>
                  </a:lnTo>
                  <a:lnTo>
                    <a:pt x="171" y="787"/>
                  </a:lnTo>
                  <a:lnTo>
                    <a:pt x="169" y="783"/>
                  </a:lnTo>
                  <a:lnTo>
                    <a:pt x="171" y="782"/>
                  </a:lnTo>
                  <a:lnTo>
                    <a:pt x="171" y="780"/>
                  </a:lnTo>
                  <a:lnTo>
                    <a:pt x="173" y="778"/>
                  </a:lnTo>
                  <a:lnTo>
                    <a:pt x="173" y="776"/>
                  </a:lnTo>
                  <a:lnTo>
                    <a:pt x="173" y="773"/>
                  </a:lnTo>
                  <a:lnTo>
                    <a:pt x="169" y="773"/>
                  </a:lnTo>
                  <a:lnTo>
                    <a:pt x="168" y="776"/>
                  </a:lnTo>
                  <a:lnTo>
                    <a:pt x="168" y="778"/>
                  </a:lnTo>
                  <a:lnTo>
                    <a:pt x="168" y="780"/>
                  </a:lnTo>
                  <a:lnTo>
                    <a:pt x="166" y="780"/>
                  </a:lnTo>
                  <a:lnTo>
                    <a:pt x="164" y="782"/>
                  </a:lnTo>
                  <a:lnTo>
                    <a:pt x="162" y="783"/>
                  </a:lnTo>
                  <a:lnTo>
                    <a:pt x="159" y="766"/>
                  </a:lnTo>
                  <a:lnTo>
                    <a:pt x="155" y="750"/>
                  </a:lnTo>
                  <a:lnTo>
                    <a:pt x="154" y="738"/>
                  </a:lnTo>
                  <a:lnTo>
                    <a:pt x="157" y="729"/>
                  </a:lnTo>
                  <a:lnTo>
                    <a:pt x="162" y="720"/>
                  </a:lnTo>
                  <a:lnTo>
                    <a:pt x="168" y="710"/>
                  </a:lnTo>
                  <a:lnTo>
                    <a:pt x="169" y="694"/>
                  </a:lnTo>
                  <a:close/>
                  <a:moveTo>
                    <a:pt x="860" y="370"/>
                  </a:moveTo>
                  <a:lnTo>
                    <a:pt x="876" y="370"/>
                  </a:lnTo>
                  <a:lnTo>
                    <a:pt x="876" y="377"/>
                  </a:lnTo>
                  <a:lnTo>
                    <a:pt x="873" y="377"/>
                  </a:lnTo>
                  <a:lnTo>
                    <a:pt x="869" y="380"/>
                  </a:lnTo>
                  <a:lnTo>
                    <a:pt x="867" y="380"/>
                  </a:lnTo>
                  <a:lnTo>
                    <a:pt x="864" y="380"/>
                  </a:lnTo>
                  <a:lnTo>
                    <a:pt x="864" y="378"/>
                  </a:lnTo>
                  <a:lnTo>
                    <a:pt x="862" y="375"/>
                  </a:lnTo>
                  <a:lnTo>
                    <a:pt x="862" y="373"/>
                  </a:lnTo>
                  <a:lnTo>
                    <a:pt x="860" y="371"/>
                  </a:lnTo>
                  <a:lnTo>
                    <a:pt x="860" y="370"/>
                  </a:lnTo>
                  <a:close/>
                  <a:moveTo>
                    <a:pt x="2719" y="300"/>
                  </a:moveTo>
                  <a:lnTo>
                    <a:pt x="2723" y="305"/>
                  </a:lnTo>
                  <a:lnTo>
                    <a:pt x="2726" y="309"/>
                  </a:lnTo>
                  <a:lnTo>
                    <a:pt x="2730" y="309"/>
                  </a:lnTo>
                  <a:lnTo>
                    <a:pt x="2732" y="310"/>
                  </a:lnTo>
                  <a:lnTo>
                    <a:pt x="2733" y="310"/>
                  </a:lnTo>
                  <a:lnTo>
                    <a:pt x="2737" y="310"/>
                  </a:lnTo>
                  <a:lnTo>
                    <a:pt x="2739" y="310"/>
                  </a:lnTo>
                  <a:lnTo>
                    <a:pt x="2740" y="310"/>
                  </a:lnTo>
                  <a:lnTo>
                    <a:pt x="2744" y="312"/>
                  </a:lnTo>
                  <a:lnTo>
                    <a:pt x="2746" y="315"/>
                  </a:lnTo>
                  <a:lnTo>
                    <a:pt x="2739" y="321"/>
                  </a:lnTo>
                  <a:lnTo>
                    <a:pt x="2732" y="326"/>
                  </a:lnTo>
                  <a:lnTo>
                    <a:pt x="2697" y="329"/>
                  </a:lnTo>
                  <a:lnTo>
                    <a:pt x="2697" y="315"/>
                  </a:lnTo>
                  <a:lnTo>
                    <a:pt x="2702" y="310"/>
                  </a:lnTo>
                  <a:lnTo>
                    <a:pt x="2707" y="307"/>
                  </a:lnTo>
                  <a:lnTo>
                    <a:pt x="2712" y="303"/>
                  </a:lnTo>
                  <a:lnTo>
                    <a:pt x="2719" y="300"/>
                  </a:lnTo>
                  <a:close/>
                  <a:moveTo>
                    <a:pt x="2163" y="200"/>
                  </a:moveTo>
                  <a:lnTo>
                    <a:pt x="2182" y="200"/>
                  </a:lnTo>
                  <a:lnTo>
                    <a:pt x="2198" y="204"/>
                  </a:lnTo>
                  <a:lnTo>
                    <a:pt x="2213" y="207"/>
                  </a:lnTo>
                  <a:lnTo>
                    <a:pt x="2217" y="223"/>
                  </a:lnTo>
                  <a:lnTo>
                    <a:pt x="2166" y="223"/>
                  </a:lnTo>
                  <a:lnTo>
                    <a:pt x="2164" y="218"/>
                  </a:lnTo>
                  <a:lnTo>
                    <a:pt x="2164" y="213"/>
                  </a:lnTo>
                  <a:lnTo>
                    <a:pt x="2163" y="207"/>
                  </a:lnTo>
                  <a:lnTo>
                    <a:pt x="2163" y="200"/>
                  </a:lnTo>
                  <a:close/>
                  <a:moveTo>
                    <a:pt x="1199" y="200"/>
                  </a:moveTo>
                  <a:lnTo>
                    <a:pt x="1210" y="204"/>
                  </a:lnTo>
                  <a:lnTo>
                    <a:pt x="1210" y="211"/>
                  </a:lnTo>
                  <a:lnTo>
                    <a:pt x="1206" y="211"/>
                  </a:lnTo>
                  <a:lnTo>
                    <a:pt x="1204" y="213"/>
                  </a:lnTo>
                  <a:lnTo>
                    <a:pt x="1203" y="214"/>
                  </a:lnTo>
                  <a:lnTo>
                    <a:pt x="1201" y="214"/>
                  </a:lnTo>
                  <a:lnTo>
                    <a:pt x="1199" y="214"/>
                  </a:lnTo>
                  <a:lnTo>
                    <a:pt x="1196" y="214"/>
                  </a:lnTo>
                  <a:lnTo>
                    <a:pt x="1196" y="209"/>
                  </a:lnTo>
                  <a:lnTo>
                    <a:pt x="1196" y="206"/>
                  </a:lnTo>
                  <a:lnTo>
                    <a:pt x="1197" y="204"/>
                  </a:lnTo>
                  <a:lnTo>
                    <a:pt x="1199" y="200"/>
                  </a:lnTo>
                  <a:close/>
                  <a:moveTo>
                    <a:pt x="2163" y="172"/>
                  </a:moveTo>
                  <a:lnTo>
                    <a:pt x="2175" y="178"/>
                  </a:lnTo>
                  <a:lnTo>
                    <a:pt x="2175" y="185"/>
                  </a:lnTo>
                  <a:lnTo>
                    <a:pt x="2159" y="185"/>
                  </a:lnTo>
                  <a:lnTo>
                    <a:pt x="2163" y="172"/>
                  </a:lnTo>
                  <a:close/>
                  <a:moveTo>
                    <a:pt x="2246" y="115"/>
                  </a:moveTo>
                  <a:lnTo>
                    <a:pt x="2262" y="117"/>
                  </a:lnTo>
                  <a:lnTo>
                    <a:pt x="2278" y="120"/>
                  </a:lnTo>
                  <a:lnTo>
                    <a:pt x="2292" y="125"/>
                  </a:lnTo>
                  <a:lnTo>
                    <a:pt x="2302" y="134"/>
                  </a:lnTo>
                  <a:lnTo>
                    <a:pt x="2309" y="146"/>
                  </a:lnTo>
                  <a:lnTo>
                    <a:pt x="2313" y="162"/>
                  </a:lnTo>
                  <a:lnTo>
                    <a:pt x="2290" y="158"/>
                  </a:lnTo>
                  <a:lnTo>
                    <a:pt x="2269" y="151"/>
                  </a:lnTo>
                  <a:lnTo>
                    <a:pt x="2253" y="141"/>
                  </a:lnTo>
                  <a:lnTo>
                    <a:pt x="2243" y="127"/>
                  </a:lnTo>
                  <a:lnTo>
                    <a:pt x="2245" y="125"/>
                  </a:lnTo>
                  <a:lnTo>
                    <a:pt x="2245" y="123"/>
                  </a:lnTo>
                  <a:lnTo>
                    <a:pt x="2246" y="122"/>
                  </a:lnTo>
                  <a:lnTo>
                    <a:pt x="2246" y="118"/>
                  </a:lnTo>
                  <a:lnTo>
                    <a:pt x="2246" y="115"/>
                  </a:lnTo>
                  <a:close/>
                  <a:moveTo>
                    <a:pt x="2173" y="80"/>
                  </a:moveTo>
                  <a:lnTo>
                    <a:pt x="2182" y="80"/>
                  </a:lnTo>
                  <a:lnTo>
                    <a:pt x="2185" y="89"/>
                  </a:lnTo>
                  <a:lnTo>
                    <a:pt x="2185" y="99"/>
                  </a:lnTo>
                  <a:lnTo>
                    <a:pt x="2185" y="111"/>
                  </a:lnTo>
                  <a:lnTo>
                    <a:pt x="2201" y="106"/>
                  </a:lnTo>
                  <a:lnTo>
                    <a:pt x="2213" y="99"/>
                  </a:lnTo>
                  <a:lnTo>
                    <a:pt x="2227" y="92"/>
                  </a:lnTo>
                  <a:lnTo>
                    <a:pt x="2227" y="146"/>
                  </a:lnTo>
                  <a:lnTo>
                    <a:pt x="2227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5" y="148"/>
                  </a:lnTo>
                  <a:lnTo>
                    <a:pt x="2224" y="150"/>
                  </a:lnTo>
                  <a:lnTo>
                    <a:pt x="2211" y="150"/>
                  </a:lnTo>
                  <a:lnTo>
                    <a:pt x="2194" y="151"/>
                  </a:lnTo>
                  <a:lnTo>
                    <a:pt x="2177" y="153"/>
                  </a:lnTo>
                  <a:lnTo>
                    <a:pt x="2163" y="155"/>
                  </a:lnTo>
                  <a:lnTo>
                    <a:pt x="2152" y="157"/>
                  </a:lnTo>
                  <a:lnTo>
                    <a:pt x="2147" y="158"/>
                  </a:lnTo>
                  <a:lnTo>
                    <a:pt x="2135" y="148"/>
                  </a:lnTo>
                  <a:lnTo>
                    <a:pt x="2126" y="134"/>
                  </a:lnTo>
                  <a:lnTo>
                    <a:pt x="2121" y="115"/>
                  </a:lnTo>
                  <a:lnTo>
                    <a:pt x="2122" y="110"/>
                  </a:lnTo>
                  <a:lnTo>
                    <a:pt x="2124" y="106"/>
                  </a:lnTo>
                  <a:lnTo>
                    <a:pt x="2126" y="103"/>
                  </a:lnTo>
                  <a:lnTo>
                    <a:pt x="2128" y="99"/>
                  </a:lnTo>
                  <a:lnTo>
                    <a:pt x="2129" y="96"/>
                  </a:lnTo>
                  <a:lnTo>
                    <a:pt x="2136" y="92"/>
                  </a:lnTo>
                  <a:lnTo>
                    <a:pt x="2145" y="87"/>
                  </a:lnTo>
                  <a:lnTo>
                    <a:pt x="2159" y="82"/>
                  </a:lnTo>
                  <a:lnTo>
                    <a:pt x="2173" y="80"/>
                  </a:lnTo>
                  <a:close/>
                  <a:moveTo>
                    <a:pt x="1173" y="41"/>
                  </a:moveTo>
                  <a:lnTo>
                    <a:pt x="1190" y="43"/>
                  </a:lnTo>
                  <a:lnTo>
                    <a:pt x="1194" y="47"/>
                  </a:lnTo>
                  <a:lnTo>
                    <a:pt x="1196" y="50"/>
                  </a:lnTo>
                  <a:lnTo>
                    <a:pt x="1199" y="54"/>
                  </a:lnTo>
                  <a:lnTo>
                    <a:pt x="1197" y="57"/>
                  </a:lnTo>
                  <a:lnTo>
                    <a:pt x="1197" y="59"/>
                  </a:lnTo>
                  <a:lnTo>
                    <a:pt x="1197" y="59"/>
                  </a:lnTo>
                  <a:lnTo>
                    <a:pt x="1196" y="61"/>
                  </a:lnTo>
                  <a:lnTo>
                    <a:pt x="1196" y="61"/>
                  </a:lnTo>
                  <a:lnTo>
                    <a:pt x="1185" y="75"/>
                  </a:lnTo>
                  <a:lnTo>
                    <a:pt x="1171" y="85"/>
                  </a:lnTo>
                  <a:lnTo>
                    <a:pt x="1155" y="94"/>
                  </a:lnTo>
                  <a:lnTo>
                    <a:pt x="1136" y="101"/>
                  </a:lnTo>
                  <a:lnTo>
                    <a:pt x="1119" y="108"/>
                  </a:lnTo>
                  <a:lnTo>
                    <a:pt x="1103" y="115"/>
                  </a:lnTo>
                  <a:lnTo>
                    <a:pt x="1086" y="129"/>
                  </a:lnTo>
                  <a:lnTo>
                    <a:pt x="1066" y="150"/>
                  </a:lnTo>
                  <a:lnTo>
                    <a:pt x="1046" y="174"/>
                  </a:lnTo>
                  <a:lnTo>
                    <a:pt x="1026" y="202"/>
                  </a:lnTo>
                  <a:lnTo>
                    <a:pt x="1011" y="230"/>
                  </a:lnTo>
                  <a:lnTo>
                    <a:pt x="1000" y="258"/>
                  </a:lnTo>
                  <a:lnTo>
                    <a:pt x="995" y="284"/>
                  </a:lnTo>
                  <a:lnTo>
                    <a:pt x="997" y="293"/>
                  </a:lnTo>
                  <a:lnTo>
                    <a:pt x="1004" y="303"/>
                  </a:lnTo>
                  <a:lnTo>
                    <a:pt x="1012" y="314"/>
                  </a:lnTo>
                  <a:lnTo>
                    <a:pt x="1023" y="322"/>
                  </a:lnTo>
                  <a:lnTo>
                    <a:pt x="1023" y="326"/>
                  </a:lnTo>
                  <a:lnTo>
                    <a:pt x="1018" y="326"/>
                  </a:lnTo>
                  <a:lnTo>
                    <a:pt x="1014" y="335"/>
                  </a:lnTo>
                  <a:lnTo>
                    <a:pt x="1000" y="329"/>
                  </a:lnTo>
                  <a:lnTo>
                    <a:pt x="984" y="326"/>
                  </a:lnTo>
                  <a:lnTo>
                    <a:pt x="979" y="312"/>
                  </a:lnTo>
                  <a:lnTo>
                    <a:pt x="970" y="300"/>
                  </a:lnTo>
                  <a:lnTo>
                    <a:pt x="962" y="291"/>
                  </a:lnTo>
                  <a:lnTo>
                    <a:pt x="953" y="282"/>
                  </a:lnTo>
                  <a:lnTo>
                    <a:pt x="946" y="268"/>
                  </a:lnTo>
                  <a:lnTo>
                    <a:pt x="956" y="261"/>
                  </a:lnTo>
                  <a:lnTo>
                    <a:pt x="962" y="258"/>
                  </a:lnTo>
                  <a:lnTo>
                    <a:pt x="962" y="253"/>
                  </a:lnTo>
                  <a:lnTo>
                    <a:pt x="960" y="249"/>
                  </a:lnTo>
                  <a:lnTo>
                    <a:pt x="958" y="242"/>
                  </a:lnTo>
                  <a:lnTo>
                    <a:pt x="960" y="235"/>
                  </a:lnTo>
                  <a:lnTo>
                    <a:pt x="965" y="226"/>
                  </a:lnTo>
                  <a:lnTo>
                    <a:pt x="972" y="221"/>
                  </a:lnTo>
                  <a:lnTo>
                    <a:pt x="979" y="214"/>
                  </a:lnTo>
                  <a:lnTo>
                    <a:pt x="984" y="204"/>
                  </a:lnTo>
                  <a:lnTo>
                    <a:pt x="981" y="202"/>
                  </a:lnTo>
                  <a:lnTo>
                    <a:pt x="977" y="200"/>
                  </a:lnTo>
                  <a:lnTo>
                    <a:pt x="977" y="199"/>
                  </a:lnTo>
                  <a:lnTo>
                    <a:pt x="976" y="199"/>
                  </a:lnTo>
                  <a:lnTo>
                    <a:pt x="976" y="197"/>
                  </a:lnTo>
                  <a:lnTo>
                    <a:pt x="976" y="195"/>
                  </a:lnTo>
                  <a:lnTo>
                    <a:pt x="984" y="186"/>
                  </a:lnTo>
                  <a:lnTo>
                    <a:pt x="993" y="178"/>
                  </a:lnTo>
                  <a:lnTo>
                    <a:pt x="998" y="165"/>
                  </a:lnTo>
                  <a:lnTo>
                    <a:pt x="1000" y="162"/>
                  </a:lnTo>
                  <a:lnTo>
                    <a:pt x="998" y="157"/>
                  </a:lnTo>
                  <a:lnTo>
                    <a:pt x="998" y="153"/>
                  </a:lnTo>
                  <a:lnTo>
                    <a:pt x="997" y="151"/>
                  </a:lnTo>
                  <a:lnTo>
                    <a:pt x="997" y="146"/>
                  </a:lnTo>
                  <a:lnTo>
                    <a:pt x="997" y="143"/>
                  </a:lnTo>
                  <a:lnTo>
                    <a:pt x="998" y="137"/>
                  </a:lnTo>
                  <a:lnTo>
                    <a:pt x="1012" y="122"/>
                  </a:lnTo>
                  <a:lnTo>
                    <a:pt x="1030" y="106"/>
                  </a:lnTo>
                  <a:lnTo>
                    <a:pt x="1052" y="90"/>
                  </a:lnTo>
                  <a:lnTo>
                    <a:pt x="1075" y="78"/>
                  </a:lnTo>
                  <a:lnTo>
                    <a:pt x="1094" y="69"/>
                  </a:lnTo>
                  <a:lnTo>
                    <a:pt x="1126" y="69"/>
                  </a:lnTo>
                  <a:lnTo>
                    <a:pt x="1136" y="64"/>
                  </a:lnTo>
                  <a:lnTo>
                    <a:pt x="1143" y="59"/>
                  </a:lnTo>
                  <a:lnTo>
                    <a:pt x="1148" y="52"/>
                  </a:lnTo>
                  <a:lnTo>
                    <a:pt x="1154" y="48"/>
                  </a:lnTo>
                  <a:lnTo>
                    <a:pt x="1161" y="45"/>
                  </a:lnTo>
                  <a:lnTo>
                    <a:pt x="1173" y="41"/>
                  </a:lnTo>
                  <a:close/>
                  <a:moveTo>
                    <a:pt x="1667" y="0"/>
                  </a:moveTo>
                  <a:lnTo>
                    <a:pt x="1686" y="0"/>
                  </a:lnTo>
                  <a:lnTo>
                    <a:pt x="1690" y="5"/>
                  </a:lnTo>
                  <a:lnTo>
                    <a:pt x="1691" y="7"/>
                  </a:lnTo>
                  <a:lnTo>
                    <a:pt x="1693" y="10"/>
                  </a:lnTo>
                  <a:lnTo>
                    <a:pt x="1697" y="14"/>
                  </a:lnTo>
                  <a:lnTo>
                    <a:pt x="1698" y="19"/>
                  </a:lnTo>
                  <a:lnTo>
                    <a:pt x="1693" y="21"/>
                  </a:lnTo>
                  <a:lnTo>
                    <a:pt x="1691" y="22"/>
                  </a:lnTo>
                  <a:lnTo>
                    <a:pt x="1688" y="24"/>
                  </a:lnTo>
                  <a:lnTo>
                    <a:pt x="1686" y="27"/>
                  </a:lnTo>
                  <a:lnTo>
                    <a:pt x="1684" y="29"/>
                  </a:lnTo>
                  <a:lnTo>
                    <a:pt x="1683" y="34"/>
                  </a:lnTo>
                  <a:lnTo>
                    <a:pt x="1697" y="38"/>
                  </a:lnTo>
                  <a:lnTo>
                    <a:pt x="1704" y="41"/>
                  </a:lnTo>
                  <a:lnTo>
                    <a:pt x="1711" y="48"/>
                  </a:lnTo>
                  <a:lnTo>
                    <a:pt x="1718" y="57"/>
                  </a:lnTo>
                  <a:lnTo>
                    <a:pt x="1730" y="52"/>
                  </a:lnTo>
                  <a:lnTo>
                    <a:pt x="1742" y="50"/>
                  </a:lnTo>
                  <a:lnTo>
                    <a:pt x="1756" y="48"/>
                  </a:lnTo>
                  <a:lnTo>
                    <a:pt x="1772" y="43"/>
                  </a:lnTo>
                  <a:lnTo>
                    <a:pt x="1773" y="41"/>
                  </a:lnTo>
                  <a:lnTo>
                    <a:pt x="1773" y="41"/>
                  </a:lnTo>
                  <a:lnTo>
                    <a:pt x="1775" y="43"/>
                  </a:lnTo>
                  <a:lnTo>
                    <a:pt x="1775" y="45"/>
                  </a:lnTo>
                  <a:lnTo>
                    <a:pt x="1775" y="47"/>
                  </a:lnTo>
                  <a:lnTo>
                    <a:pt x="1789" y="54"/>
                  </a:lnTo>
                  <a:lnTo>
                    <a:pt x="1800" y="62"/>
                  </a:lnTo>
                  <a:lnTo>
                    <a:pt x="1808" y="73"/>
                  </a:lnTo>
                  <a:lnTo>
                    <a:pt x="1817" y="85"/>
                  </a:lnTo>
                  <a:lnTo>
                    <a:pt x="1817" y="108"/>
                  </a:lnTo>
                  <a:lnTo>
                    <a:pt x="1805" y="117"/>
                  </a:lnTo>
                  <a:lnTo>
                    <a:pt x="1800" y="125"/>
                  </a:lnTo>
                  <a:lnTo>
                    <a:pt x="1796" y="134"/>
                  </a:lnTo>
                  <a:lnTo>
                    <a:pt x="1791" y="143"/>
                  </a:lnTo>
                  <a:lnTo>
                    <a:pt x="1777" y="151"/>
                  </a:lnTo>
                  <a:lnTo>
                    <a:pt x="1761" y="160"/>
                  </a:lnTo>
                  <a:lnTo>
                    <a:pt x="1745" y="171"/>
                  </a:lnTo>
                  <a:lnTo>
                    <a:pt x="1733" y="185"/>
                  </a:lnTo>
                  <a:lnTo>
                    <a:pt x="1737" y="185"/>
                  </a:lnTo>
                  <a:lnTo>
                    <a:pt x="1749" y="178"/>
                  </a:lnTo>
                  <a:lnTo>
                    <a:pt x="1763" y="176"/>
                  </a:lnTo>
                  <a:lnTo>
                    <a:pt x="1779" y="178"/>
                  </a:lnTo>
                  <a:lnTo>
                    <a:pt x="1779" y="181"/>
                  </a:lnTo>
                  <a:lnTo>
                    <a:pt x="1777" y="185"/>
                  </a:lnTo>
                  <a:lnTo>
                    <a:pt x="1777" y="186"/>
                  </a:lnTo>
                  <a:lnTo>
                    <a:pt x="1777" y="188"/>
                  </a:lnTo>
                  <a:lnTo>
                    <a:pt x="1777" y="188"/>
                  </a:lnTo>
                  <a:lnTo>
                    <a:pt x="1777" y="190"/>
                  </a:lnTo>
                  <a:lnTo>
                    <a:pt x="1779" y="190"/>
                  </a:lnTo>
                  <a:lnTo>
                    <a:pt x="1782" y="192"/>
                  </a:lnTo>
                  <a:lnTo>
                    <a:pt x="1787" y="186"/>
                  </a:lnTo>
                  <a:lnTo>
                    <a:pt x="1794" y="181"/>
                  </a:lnTo>
                  <a:lnTo>
                    <a:pt x="1801" y="176"/>
                  </a:lnTo>
                  <a:lnTo>
                    <a:pt x="1810" y="172"/>
                  </a:lnTo>
                  <a:lnTo>
                    <a:pt x="1810" y="178"/>
                  </a:lnTo>
                  <a:lnTo>
                    <a:pt x="1807" y="183"/>
                  </a:lnTo>
                  <a:lnTo>
                    <a:pt x="1805" y="188"/>
                  </a:lnTo>
                  <a:lnTo>
                    <a:pt x="1803" y="195"/>
                  </a:lnTo>
                  <a:lnTo>
                    <a:pt x="1801" y="204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3" y="206"/>
                  </a:lnTo>
                  <a:lnTo>
                    <a:pt x="1805" y="206"/>
                  </a:lnTo>
                  <a:lnTo>
                    <a:pt x="1805" y="207"/>
                  </a:lnTo>
                  <a:lnTo>
                    <a:pt x="1814" y="207"/>
                  </a:lnTo>
                  <a:lnTo>
                    <a:pt x="1814" y="195"/>
                  </a:lnTo>
                  <a:lnTo>
                    <a:pt x="1831" y="193"/>
                  </a:lnTo>
                  <a:lnTo>
                    <a:pt x="1847" y="193"/>
                  </a:lnTo>
                  <a:lnTo>
                    <a:pt x="1859" y="195"/>
                  </a:lnTo>
                  <a:lnTo>
                    <a:pt x="1871" y="204"/>
                  </a:lnTo>
                  <a:lnTo>
                    <a:pt x="1871" y="206"/>
                  </a:lnTo>
                  <a:lnTo>
                    <a:pt x="1871" y="211"/>
                  </a:lnTo>
                  <a:lnTo>
                    <a:pt x="1873" y="216"/>
                  </a:lnTo>
                  <a:lnTo>
                    <a:pt x="1873" y="221"/>
                  </a:lnTo>
                  <a:lnTo>
                    <a:pt x="1875" y="226"/>
                  </a:lnTo>
                  <a:lnTo>
                    <a:pt x="1925" y="230"/>
                  </a:lnTo>
                  <a:lnTo>
                    <a:pt x="1929" y="219"/>
                  </a:lnTo>
                  <a:lnTo>
                    <a:pt x="1929" y="216"/>
                  </a:lnTo>
                  <a:lnTo>
                    <a:pt x="1929" y="214"/>
                  </a:lnTo>
                  <a:lnTo>
                    <a:pt x="1929" y="211"/>
                  </a:lnTo>
                  <a:lnTo>
                    <a:pt x="1929" y="206"/>
                  </a:lnTo>
                  <a:lnTo>
                    <a:pt x="1929" y="200"/>
                  </a:lnTo>
                  <a:lnTo>
                    <a:pt x="1932" y="199"/>
                  </a:lnTo>
                  <a:lnTo>
                    <a:pt x="1932" y="199"/>
                  </a:lnTo>
                  <a:lnTo>
                    <a:pt x="1934" y="199"/>
                  </a:lnTo>
                  <a:lnTo>
                    <a:pt x="1934" y="197"/>
                  </a:lnTo>
                  <a:lnTo>
                    <a:pt x="1936" y="195"/>
                  </a:lnTo>
                  <a:lnTo>
                    <a:pt x="1946" y="200"/>
                  </a:lnTo>
                  <a:lnTo>
                    <a:pt x="1957" y="206"/>
                  </a:lnTo>
                  <a:lnTo>
                    <a:pt x="1967" y="211"/>
                  </a:lnTo>
                  <a:lnTo>
                    <a:pt x="1978" y="202"/>
                  </a:lnTo>
                  <a:lnTo>
                    <a:pt x="1990" y="197"/>
                  </a:lnTo>
                  <a:lnTo>
                    <a:pt x="2009" y="195"/>
                  </a:lnTo>
                  <a:lnTo>
                    <a:pt x="2009" y="200"/>
                  </a:lnTo>
                  <a:lnTo>
                    <a:pt x="2012" y="200"/>
                  </a:lnTo>
                  <a:lnTo>
                    <a:pt x="2021" y="235"/>
                  </a:lnTo>
                  <a:lnTo>
                    <a:pt x="2009" y="247"/>
                  </a:lnTo>
                  <a:lnTo>
                    <a:pt x="2002" y="265"/>
                  </a:lnTo>
                  <a:lnTo>
                    <a:pt x="2004" y="268"/>
                  </a:lnTo>
                  <a:lnTo>
                    <a:pt x="2006" y="272"/>
                  </a:lnTo>
                  <a:lnTo>
                    <a:pt x="2006" y="275"/>
                  </a:lnTo>
                  <a:lnTo>
                    <a:pt x="2007" y="279"/>
                  </a:lnTo>
                  <a:lnTo>
                    <a:pt x="2009" y="284"/>
                  </a:lnTo>
                  <a:lnTo>
                    <a:pt x="2018" y="293"/>
                  </a:lnTo>
                  <a:lnTo>
                    <a:pt x="2030" y="300"/>
                  </a:lnTo>
                  <a:lnTo>
                    <a:pt x="2040" y="307"/>
                  </a:lnTo>
                  <a:lnTo>
                    <a:pt x="2040" y="307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2" y="305"/>
                  </a:lnTo>
                  <a:lnTo>
                    <a:pt x="2044" y="303"/>
                  </a:lnTo>
                  <a:lnTo>
                    <a:pt x="2049" y="295"/>
                  </a:lnTo>
                  <a:lnTo>
                    <a:pt x="2053" y="284"/>
                  </a:lnTo>
                  <a:lnTo>
                    <a:pt x="2056" y="274"/>
                  </a:lnTo>
                  <a:lnTo>
                    <a:pt x="2063" y="265"/>
                  </a:lnTo>
                  <a:lnTo>
                    <a:pt x="2063" y="274"/>
                  </a:lnTo>
                  <a:lnTo>
                    <a:pt x="2065" y="281"/>
                  </a:lnTo>
                  <a:lnTo>
                    <a:pt x="2068" y="286"/>
                  </a:lnTo>
                  <a:lnTo>
                    <a:pt x="2074" y="289"/>
                  </a:lnTo>
                  <a:lnTo>
                    <a:pt x="2081" y="291"/>
                  </a:lnTo>
                  <a:lnTo>
                    <a:pt x="2089" y="293"/>
                  </a:lnTo>
                  <a:lnTo>
                    <a:pt x="2102" y="272"/>
                  </a:lnTo>
                  <a:lnTo>
                    <a:pt x="2107" y="277"/>
                  </a:lnTo>
                  <a:lnTo>
                    <a:pt x="2112" y="281"/>
                  </a:lnTo>
                  <a:lnTo>
                    <a:pt x="2115" y="286"/>
                  </a:lnTo>
                  <a:lnTo>
                    <a:pt x="2121" y="289"/>
                  </a:lnTo>
                  <a:lnTo>
                    <a:pt x="2128" y="293"/>
                  </a:lnTo>
                  <a:lnTo>
                    <a:pt x="2131" y="289"/>
                  </a:lnTo>
                  <a:lnTo>
                    <a:pt x="2135" y="286"/>
                  </a:lnTo>
                  <a:lnTo>
                    <a:pt x="2138" y="286"/>
                  </a:lnTo>
                  <a:lnTo>
                    <a:pt x="2140" y="286"/>
                  </a:lnTo>
                  <a:lnTo>
                    <a:pt x="2145" y="286"/>
                  </a:lnTo>
                  <a:lnTo>
                    <a:pt x="2149" y="288"/>
                  </a:lnTo>
                  <a:lnTo>
                    <a:pt x="2156" y="288"/>
                  </a:lnTo>
                  <a:lnTo>
                    <a:pt x="2154" y="270"/>
                  </a:lnTo>
                  <a:lnTo>
                    <a:pt x="2150" y="258"/>
                  </a:lnTo>
                  <a:lnTo>
                    <a:pt x="2147" y="242"/>
                  </a:lnTo>
                  <a:lnTo>
                    <a:pt x="2159" y="239"/>
                  </a:lnTo>
                  <a:lnTo>
                    <a:pt x="2170" y="235"/>
                  </a:lnTo>
                  <a:lnTo>
                    <a:pt x="2187" y="235"/>
                  </a:lnTo>
                  <a:lnTo>
                    <a:pt x="2206" y="237"/>
                  </a:lnTo>
                  <a:lnTo>
                    <a:pt x="2225" y="242"/>
                  </a:lnTo>
                  <a:lnTo>
                    <a:pt x="2243" y="247"/>
                  </a:lnTo>
                  <a:lnTo>
                    <a:pt x="2259" y="253"/>
                  </a:lnTo>
                  <a:lnTo>
                    <a:pt x="2266" y="258"/>
                  </a:lnTo>
                  <a:lnTo>
                    <a:pt x="2269" y="261"/>
                  </a:lnTo>
                  <a:lnTo>
                    <a:pt x="2271" y="267"/>
                  </a:lnTo>
                  <a:lnTo>
                    <a:pt x="2271" y="270"/>
                  </a:lnTo>
                  <a:lnTo>
                    <a:pt x="2273" y="272"/>
                  </a:lnTo>
                  <a:lnTo>
                    <a:pt x="2273" y="275"/>
                  </a:lnTo>
                  <a:lnTo>
                    <a:pt x="2276" y="277"/>
                  </a:lnTo>
                  <a:lnTo>
                    <a:pt x="2280" y="279"/>
                  </a:lnTo>
                  <a:lnTo>
                    <a:pt x="2285" y="281"/>
                  </a:lnTo>
                  <a:lnTo>
                    <a:pt x="2295" y="277"/>
                  </a:lnTo>
                  <a:lnTo>
                    <a:pt x="2307" y="277"/>
                  </a:lnTo>
                  <a:lnTo>
                    <a:pt x="2320" y="277"/>
                  </a:lnTo>
                  <a:lnTo>
                    <a:pt x="2325" y="288"/>
                  </a:lnTo>
                  <a:lnTo>
                    <a:pt x="2332" y="298"/>
                  </a:lnTo>
                  <a:lnTo>
                    <a:pt x="2342" y="307"/>
                  </a:lnTo>
                  <a:lnTo>
                    <a:pt x="2355" y="312"/>
                  </a:lnTo>
                  <a:lnTo>
                    <a:pt x="2367" y="307"/>
                  </a:lnTo>
                  <a:lnTo>
                    <a:pt x="2384" y="307"/>
                  </a:lnTo>
                  <a:lnTo>
                    <a:pt x="2400" y="309"/>
                  </a:lnTo>
                  <a:lnTo>
                    <a:pt x="2416" y="312"/>
                  </a:lnTo>
                  <a:lnTo>
                    <a:pt x="2428" y="315"/>
                  </a:lnTo>
                  <a:lnTo>
                    <a:pt x="2433" y="331"/>
                  </a:lnTo>
                  <a:lnTo>
                    <a:pt x="2435" y="345"/>
                  </a:lnTo>
                  <a:lnTo>
                    <a:pt x="2438" y="357"/>
                  </a:lnTo>
                  <a:lnTo>
                    <a:pt x="2442" y="359"/>
                  </a:lnTo>
                  <a:lnTo>
                    <a:pt x="2444" y="363"/>
                  </a:lnTo>
                  <a:lnTo>
                    <a:pt x="2447" y="364"/>
                  </a:lnTo>
                  <a:lnTo>
                    <a:pt x="2480" y="361"/>
                  </a:lnTo>
                  <a:lnTo>
                    <a:pt x="2513" y="361"/>
                  </a:lnTo>
                  <a:lnTo>
                    <a:pt x="2547" y="361"/>
                  </a:lnTo>
                  <a:lnTo>
                    <a:pt x="2550" y="368"/>
                  </a:lnTo>
                  <a:lnTo>
                    <a:pt x="2555" y="373"/>
                  </a:lnTo>
                  <a:lnTo>
                    <a:pt x="2561" y="380"/>
                  </a:lnTo>
                  <a:lnTo>
                    <a:pt x="2566" y="384"/>
                  </a:lnTo>
                  <a:lnTo>
                    <a:pt x="2573" y="389"/>
                  </a:lnTo>
                  <a:lnTo>
                    <a:pt x="2573" y="384"/>
                  </a:lnTo>
                  <a:lnTo>
                    <a:pt x="2575" y="382"/>
                  </a:lnTo>
                  <a:lnTo>
                    <a:pt x="2576" y="378"/>
                  </a:lnTo>
                  <a:lnTo>
                    <a:pt x="2576" y="375"/>
                  </a:lnTo>
                  <a:lnTo>
                    <a:pt x="2578" y="370"/>
                  </a:lnTo>
                  <a:lnTo>
                    <a:pt x="2575" y="364"/>
                  </a:lnTo>
                  <a:lnTo>
                    <a:pt x="2573" y="361"/>
                  </a:lnTo>
                  <a:lnTo>
                    <a:pt x="2571" y="359"/>
                  </a:lnTo>
                  <a:lnTo>
                    <a:pt x="2571" y="356"/>
                  </a:lnTo>
                  <a:lnTo>
                    <a:pt x="2573" y="352"/>
                  </a:lnTo>
                  <a:lnTo>
                    <a:pt x="2573" y="347"/>
                  </a:lnTo>
                  <a:lnTo>
                    <a:pt x="2573" y="342"/>
                  </a:lnTo>
                  <a:lnTo>
                    <a:pt x="2590" y="345"/>
                  </a:lnTo>
                  <a:lnTo>
                    <a:pt x="2602" y="352"/>
                  </a:lnTo>
                  <a:lnTo>
                    <a:pt x="2616" y="357"/>
                  </a:lnTo>
                  <a:lnTo>
                    <a:pt x="2622" y="357"/>
                  </a:lnTo>
                  <a:lnTo>
                    <a:pt x="2627" y="357"/>
                  </a:lnTo>
                  <a:lnTo>
                    <a:pt x="2632" y="356"/>
                  </a:lnTo>
                  <a:lnTo>
                    <a:pt x="2636" y="352"/>
                  </a:lnTo>
                  <a:lnTo>
                    <a:pt x="2639" y="350"/>
                  </a:lnTo>
                  <a:lnTo>
                    <a:pt x="2643" y="349"/>
                  </a:lnTo>
                  <a:lnTo>
                    <a:pt x="2700" y="373"/>
                  </a:lnTo>
                  <a:lnTo>
                    <a:pt x="2732" y="406"/>
                  </a:lnTo>
                  <a:lnTo>
                    <a:pt x="2737" y="410"/>
                  </a:lnTo>
                  <a:lnTo>
                    <a:pt x="2742" y="410"/>
                  </a:lnTo>
                  <a:lnTo>
                    <a:pt x="2747" y="411"/>
                  </a:lnTo>
                  <a:lnTo>
                    <a:pt x="2753" y="411"/>
                  </a:lnTo>
                  <a:lnTo>
                    <a:pt x="2758" y="415"/>
                  </a:lnTo>
                  <a:lnTo>
                    <a:pt x="2768" y="424"/>
                  </a:lnTo>
                  <a:lnTo>
                    <a:pt x="2775" y="434"/>
                  </a:lnTo>
                  <a:lnTo>
                    <a:pt x="2782" y="443"/>
                  </a:lnTo>
                  <a:lnTo>
                    <a:pt x="2791" y="450"/>
                  </a:lnTo>
                  <a:lnTo>
                    <a:pt x="2808" y="453"/>
                  </a:lnTo>
                  <a:lnTo>
                    <a:pt x="2810" y="452"/>
                  </a:lnTo>
                  <a:lnTo>
                    <a:pt x="2812" y="452"/>
                  </a:lnTo>
                  <a:lnTo>
                    <a:pt x="2814" y="450"/>
                  </a:lnTo>
                  <a:lnTo>
                    <a:pt x="2815" y="450"/>
                  </a:lnTo>
                  <a:lnTo>
                    <a:pt x="2819" y="450"/>
                  </a:lnTo>
                  <a:lnTo>
                    <a:pt x="2829" y="462"/>
                  </a:lnTo>
                  <a:lnTo>
                    <a:pt x="2840" y="474"/>
                  </a:lnTo>
                  <a:lnTo>
                    <a:pt x="2849" y="487"/>
                  </a:lnTo>
                  <a:lnTo>
                    <a:pt x="2854" y="504"/>
                  </a:lnTo>
                  <a:lnTo>
                    <a:pt x="2819" y="504"/>
                  </a:lnTo>
                  <a:lnTo>
                    <a:pt x="2817" y="507"/>
                  </a:lnTo>
                  <a:lnTo>
                    <a:pt x="2814" y="511"/>
                  </a:lnTo>
                  <a:lnTo>
                    <a:pt x="2812" y="513"/>
                  </a:lnTo>
                  <a:lnTo>
                    <a:pt x="2810" y="518"/>
                  </a:lnTo>
                  <a:lnTo>
                    <a:pt x="2808" y="523"/>
                  </a:lnTo>
                  <a:lnTo>
                    <a:pt x="2812" y="525"/>
                  </a:lnTo>
                  <a:lnTo>
                    <a:pt x="2814" y="527"/>
                  </a:lnTo>
                  <a:lnTo>
                    <a:pt x="2815" y="528"/>
                  </a:lnTo>
                  <a:lnTo>
                    <a:pt x="2817" y="532"/>
                  </a:lnTo>
                  <a:lnTo>
                    <a:pt x="2817" y="534"/>
                  </a:lnTo>
                  <a:lnTo>
                    <a:pt x="2815" y="537"/>
                  </a:lnTo>
                  <a:lnTo>
                    <a:pt x="2812" y="542"/>
                  </a:lnTo>
                  <a:lnTo>
                    <a:pt x="2810" y="544"/>
                  </a:lnTo>
                  <a:lnTo>
                    <a:pt x="2807" y="546"/>
                  </a:lnTo>
                  <a:lnTo>
                    <a:pt x="2803" y="546"/>
                  </a:lnTo>
                  <a:lnTo>
                    <a:pt x="2800" y="546"/>
                  </a:lnTo>
                  <a:lnTo>
                    <a:pt x="2793" y="546"/>
                  </a:lnTo>
                  <a:lnTo>
                    <a:pt x="2786" y="535"/>
                  </a:lnTo>
                  <a:lnTo>
                    <a:pt x="2775" y="530"/>
                  </a:lnTo>
                  <a:lnTo>
                    <a:pt x="2761" y="527"/>
                  </a:lnTo>
                  <a:lnTo>
                    <a:pt x="2761" y="514"/>
                  </a:lnTo>
                  <a:lnTo>
                    <a:pt x="2758" y="513"/>
                  </a:lnTo>
                  <a:lnTo>
                    <a:pt x="2754" y="511"/>
                  </a:lnTo>
                  <a:lnTo>
                    <a:pt x="2753" y="509"/>
                  </a:lnTo>
                  <a:lnTo>
                    <a:pt x="2749" y="507"/>
                  </a:lnTo>
                  <a:lnTo>
                    <a:pt x="2742" y="507"/>
                  </a:lnTo>
                  <a:lnTo>
                    <a:pt x="2740" y="507"/>
                  </a:lnTo>
                  <a:lnTo>
                    <a:pt x="2739" y="509"/>
                  </a:lnTo>
                  <a:lnTo>
                    <a:pt x="2737" y="509"/>
                  </a:lnTo>
                  <a:lnTo>
                    <a:pt x="2735" y="509"/>
                  </a:lnTo>
                  <a:lnTo>
                    <a:pt x="2732" y="511"/>
                  </a:lnTo>
                  <a:lnTo>
                    <a:pt x="2728" y="504"/>
                  </a:lnTo>
                  <a:lnTo>
                    <a:pt x="2723" y="497"/>
                  </a:lnTo>
                  <a:lnTo>
                    <a:pt x="2719" y="492"/>
                  </a:lnTo>
                  <a:lnTo>
                    <a:pt x="2719" y="504"/>
                  </a:lnTo>
                  <a:lnTo>
                    <a:pt x="2716" y="518"/>
                  </a:lnTo>
                  <a:lnTo>
                    <a:pt x="2712" y="530"/>
                  </a:lnTo>
                  <a:lnTo>
                    <a:pt x="2704" y="537"/>
                  </a:lnTo>
                  <a:lnTo>
                    <a:pt x="2700" y="539"/>
                  </a:lnTo>
                  <a:lnTo>
                    <a:pt x="2697" y="539"/>
                  </a:lnTo>
                  <a:lnTo>
                    <a:pt x="2695" y="539"/>
                  </a:lnTo>
                  <a:lnTo>
                    <a:pt x="2693" y="539"/>
                  </a:lnTo>
                  <a:lnTo>
                    <a:pt x="2691" y="537"/>
                  </a:lnTo>
                  <a:lnTo>
                    <a:pt x="2690" y="537"/>
                  </a:lnTo>
                  <a:lnTo>
                    <a:pt x="2688" y="537"/>
                  </a:lnTo>
                  <a:lnTo>
                    <a:pt x="2686" y="539"/>
                  </a:lnTo>
                  <a:lnTo>
                    <a:pt x="2684" y="541"/>
                  </a:lnTo>
                  <a:lnTo>
                    <a:pt x="2681" y="546"/>
                  </a:lnTo>
                  <a:lnTo>
                    <a:pt x="2691" y="558"/>
                  </a:lnTo>
                  <a:lnTo>
                    <a:pt x="2702" y="579"/>
                  </a:lnTo>
                  <a:lnTo>
                    <a:pt x="2707" y="603"/>
                  </a:lnTo>
                  <a:lnTo>
                    <a:pt x="2704" y="603"/>
                  </a:lnTo>
                  <a:lnTo>
                    <a:pt x="2702" y="605"/>
                  </a:lnTo>
                  <a:lnTo>
                    <a:pt x="2698" y="605"/>
                  </a:lnTo>
                  <a:lnTo>
                    <a:pt x="2693" y="607"/>
                  </a:lnTo>
                  <a:lnTo>
                    <a:pt x="2686" y="602"/>
                  </a:lnTo>
                  <a:lnTo>
                    <a:pt x="2681" y="598"/>
                  </a:lnTo>
                  <a:lnTo>
                    <a:pt x="2674" y="597"/>
                  </a:lnTo>
                  <a:lnTo>
                    <a:pt x="2665" y="595"/>
                  </a:lnTo>
                  <a:lnTo>
                    <a:pt x="2660" y="609"/>
                  </a:lnTo>
                  <a:lnTo>
                    <a:pt x="2650" y="616"/>
                  </a:lnTo>
                  <a:lnTo>
                    <a:pt x="2637" y="621"/>
                  </a:lnTo>
                  <a:lnTo>
                    <a:pt x="2623" y="626"/>
                  </a:lnTo>
                  <a:lnTo>
                    <a:pt x="2622" y="640"/>
                  </a:lnTo>
                  <a:lnTo>
                    <a:pt x="2618" y="651"/>
                  </a:lnTo>
                  <a:lnTo>
                    <a:pt x="2611" y="661"/>
                  </a:lnTo>
                  <a:lnTo>
                    <a:pt x="2597" y="663"/>
                  </a:lnTo>
                  <a:lnTo>
                    <a:pt x="2587" y="666"/>
                  </a:lnTo>
                  <a:lnTo>
                    <a:pt x="2580" y="670"/>
                  </a:lnTo>
                  <a:lnTo>
                    <a:pt x="2573" y="672"/>
                  </a:lnTo>
                  <a:lnTo>
                    <a:pt x="2568" y="668"/>
                  </a:lnTo>
                  <a:lnTo>
                    <a:pt x="2562" y="663"/>
                  </a:lnTo>
                  <a:lnTo>
                    <a:pt x="2559" y="658"/>
                  </a:lnTo>
                  <a:lnTo>
                    <a:pt x="2552" y="659"/>
                  </a:lnTo>
                  <a:lnTo>
                    <a:pt x="2543" y="661"/>
                  </a:lnTo>
                  <a:lnTo>
                    <a:pt x="2536" y="665"/>
                  </a:lnTo>
                  <a:lnTo>
                    <a:pt x="2531" y="668"/>
                  </a:lnTo>
                  <a:lnTo>
                    <a:pt x="2531" y="675"/>
                  </a:lnTo>
                  <a:lnTo>
                    <a:pt x="2526" y="677"/>
                  </a:lnTo>
                  <a:lnTo>
                    <a:pt x="2517" y="677"/>
                  </a:lnTo>
                  <a:lnTo>
                    <a:pt x="2505" y="677"/>
                  </a:lnTo>
                  <a:lnTo>
                    <a:pt x="2494" y="679"/>
                  </a:lnTo>
                  <a:lnTo>
                    <a:pt x="2489" y="680"/>
                  </a:lnTo>
                  <a:lnTo>
                    <a:pt x="2480" y="701"/>
                  </a:lnTo>
                  <a:lnTo>
                    <a:pt x="2479" y="724"/>
                  </a:lnTo>
                  <a:lnTo>
                    <a:pt x="2479" y="750"/>
                  </a:lnTo>
                  <a:lnTo>
                    <a:pt x="2482" y="773"/>
                  </a:lnTo>
                  <a:lnTo>
                    <a:pt x="2477" y="773"/>
                  </a:lnTo>
                  <a:lnTo>
                    <a:pt x="2475" y="773"/>
                  </a:lnTo>
                  <a:lnTo>
                    <a:pt x="2473" y="773"/>
                  </a:lnTo>
                  <a:lnTo>
                    <a:pt x="2472" y="775"/>
                  </a:lnTo>
                  <a:lnTo>
                    <a:pt x="2470" y="776"/>
                  </a:lnTo>
                  <a:lnTo>
                    <a:pt x="2468" y="782"/>
                  </a:lnTo>
                  <a:lnTo>
                    <a:pt x="2466" y="787"/>
                  </a:lnTo>
                  <a:lnTo>
                    <a:pt x="2466" y="794"/>
                  </a:lnTo>
                  <a:lnTo>
                    <a:pt x="2466" y="802"/>
                  </a:lnTo>
                  <a:lnTo>
                    <a:pt x="2454" y="802"/>
                  </a:lnTo>
                  <a:lnTo>
                    <a:pt x="2447" y="813"/>
                  </a:lnTo>
                  <a:lnTo>
                    <a:pt x="2442" y="820"/>
                  </a:lnTo>
                  <a:lnTo>
                    <a:pt x="2440" y="827"/>
                  </a:lnTo>
                  <a:lnTo>
                    <a:pt x="2438" y="841"/>
                  </a:lnTo>
                  <a:lnTo>
                    <a:pt x="2435" y="841"/>
                  </a:lnTo>
                  <a:lnTo>
                    <a:pt x="2431" y="841"/>
                  </a:lnTo>
                  <a:lnTo>
                    <a:pt x="2430" y="841"/>
                  </a:lnTo>
                  <a:lnTo>
                    <a:pt x="2430" y="841"/>
                  </a:lnTo>
                  <a:lnTo>
                    <a:pt x="2428" y="841"/>
                  </a:lnTo>
                  <a:lnTo>
                    <a:pt x="2424" y="841"/>
                  </a:lnTo>
                  <a:lnTo>
                    <a:pt x="2417" y="855"/>
                  </a:lnTo>
                  <a:lnTo>
                    <a:pt x="2412" y="872"/>
                  </a:lnTo>
                  <a:lnTo>
                    <a:pt x="2400" y="872"/>
                  </a:lnTo>
                  <a:lnTo>
                    <a:pt x="2396" y="891"/>
                  </a:lnTo>
                  <a:lnTo>
                    <a:pt x="2390" y="891"/>
                  </a:lnTo>
                  <a:lnTo>
                    <a:pt x="2390" y="886"/>
                  </a:lnTo>
                  <a:lnTo>
                    <a:pt x="2376" y="867"/>
                  </a:lnTo>
                  <a:lnTo>
                    <a:pt x="2367" y="844"/>
                  </a:lnTo>
                  <a:lnTo>
                    <a:pt x="2365" y="818"/>
                  </a:lnTo>
                  <a:lnTo>
                    <a:pt x="2367" y="787"/>
                  </a:lnTo>
                  <a:lnTo>
                    <a:pt x="2372" y="783"/>
                  </a:lnTo>
                  <a:lnTo>
                    <a:pt x="2376" y="780"/>
                  </a:lnTo>
                  <a:lnTo>
                    <a:pt x="2381" y="776"/>
                  </a:lnTo>
                  <a:lnTo>
                    <a:pt x="2383" y="771"/>
                  </a:lnTo>
                  <a:lnTo>
                    <a:pt x="2386" y="764"/>
                  </a:lnTo>
                  <a:lnTo>
                    <a:pt x="2381" y="755"/>
                  </a:lnTo>
                  <a:lnTo>
                    <a:pt x="2379" y="743"/>
                  </a:lnTo>
                  <a:lnTo>
                    <a:pt x="2386" y="729"/>
                  </a:lnTo>
                  <a:lnTo>
                    <a:pt x="2393" y="724"/>
                  </a:lnTo>
                  <a:lnTo>
                    <a:pt x="2402" y="720"/>
                  </a:lnTo>
                  <a:lnTo>
                    <a:pt x="2412" y="717"/>
                  </a:lnTo>
                  <a:lnTo>
                    <a:pt x="2419" y="710"/>
                  </a:lnTo>
                  <a:lnTo>
                    <a:pt x="2433" y="689"/>
                  </a:lnTo>
                  <a:lnTo>
                    <a:pt x="2447" y="668"/>
                  </a:lnTo>
                  <a:lnTo>
                    <a:pt x="2458" y="659"/>
                  </a:lnTo>
                  <a:lnTo>
                    <a:pt x="2470" y="651"/>
                  </a:lnTo>
                  <a:lnTo>
                    <a:pt x="2482" y="642"/>
                  </a:lnTo>
                  <a:lnTo>
                    <a:pt x="2487" y="630"/>
                  </a:lnTo>
                  <a:lnTo>
                    <a:pt x="2491" y="616"/>
                  </a:lnTo>
                  <a:lnTo>
                    <a:pt x="2496" y="603"/>
                  </a:lnTo>
                  <a:lnTo>
                    <a:pt x="2496" y="602"/>
                  </a:lnTo>
                  <a:lnTo>
                    <a:pt x="2494" y="602"/>
                  </a:lnTo>
                  <a:lnTo>
                    <a:pt x="2494" y="602"/>
                  </a:lnTo>
                  <a:lnTo>
                    <a:pt x="2494" y="602"/>
                  </a:lnTo>
                  <a:lnTo>
                    <a:pt x="2494" y="600"/>
                  </a:lnTo>
                  <a:lnTo>
                    <a:pt x="2492" y="598"/>
                  </a:lnTo>
                  <a:lnTo>
                    <a:pt x="2489" y="600"/>
                  </a:lnTo>
                  <a:lnTo>
                    <a:pt x="2489" y="600"/>
                  </a:lnTo>
                  <a:lnTo>
                    <a:pt x="2487" y="602"/>
                  </a:lnTo>
                  <a:lnTo>
                    <a:pt x="2487" y="602"/>
                  </a:lnTo>
                  <a:lnTo>
                    <a:pt x="2486" y="603"/>
                  </a:lnTo>
                  <a:lnTo>
                    <a:pt x="2477" y="616"/>
                  </a:lnTo>
                  <a:lnTo>
                    <a:pt x="2468" y="630"/>
                  </a:lnTo>
                  <a:lnTo>
                    <a:pt x="2459" y="642"/>
                  </a:lnTo>
                  <a:lnTo>
                    <a:pt x="2447" y="651"/>
                  </a:lnTo>
                  <a:lnTo>
                    <a:pt x="2431" y="658"/>
                  </a:lnTo>
                  <a:lnTo>
                    <a:pt x="2430" y="652"/>
                  </a:lnTo>
                  <a:lnTo>
                    <a:pt x="2430" y="651"/>
                  </a:lnTo>
                  <a:lnTo>
                    <a:pt x="2428" y="647"/>
                  </a:lnTo>
                  <a:lnTo>
                    <a:pt x="2428" y="642"/>
                  </a:lnTo>
                  <a:lnTo>
                    <a:pt x="2430" y="640"/>
                  </a:lnTo>
                  <a:lnTo>
                    <a:pt x="2430" y="638"/>
                  </a:lnTo>
                  <a:lnTo>
                    <a:pt x="2430" y="637"/>
                  </a:lnTo>
                  <a:lnTo>
                    <a:pt x="2431" y="633"/>
                  </a:lnTo>
                  <a:lnTo>
                    <a:pt x="2431" y="630"/>
                  </a:lnTo>
                  <a:lnTo>
                    <a:pt x="2426" y="626"/>
                  </a:lnTo>
                  <a:lnTo>
                    <a:pt x="2421" y="624"/>
                  </a:lnTo>
                  <a:lnTo>
                    <a:pt x="2417" y="623"/>
                  </a:lnTo>
                  <a:lnTo>
                    <a:pt x="2412" y="621"/>
                  </a:lnTo>
                  <a:lnTo>
                    <a:pt x="2409" y="623"/>
                  </a:lnTo>
                  <a:lnTo>
                    <a:pt x="2400" y="628"/>
                  </a:lnTo>
                  <a:lnTo>
                    <a:pt x="2388" y="638"/>
                  </a:lnTo>
                  <a:lnTo>
                    <a:pt x="2377" y="651"/>
                  </a:lnTo>
                  <a:lnTo>
                    <a:pt x="2367" y="663"/>
                  </a:lnTo>
                  <a:lnTo>
                    <a:pt x="2362" y="672"/>
                  </a:lnTo>
                  <a:lnTo>
                    <a:pt x="2362" y="675"/>
                  </a:lnTo>
                  <a:lnTo>
                    <a:pt x="2362" y="679"/>
                  </a:lnTo>
                  <a:lnTo>
                    <a:pt x="2363" y="682"/>
                  </a:lnTo>
                  <a:lnTo>
                    <a:pt x="2365" y="687"/>
                  </a:lnTo>
                  <a:lnTo>
                    <a:pt x="2367" y="691"/>
                  </a:lnTo>
                  <a:lnTo>
                    <a:pt x="2367" y="694"/>
                  </a:lnTo>
                  <a:lnTo>
                    <a:pt x="2356" y="699"/>
                  </a:lnTo>
                  <a:lnTo>
                    <a:pt x="2344" y="701"/>
                  </a:lnTo>
                  <a:lnTo>
                    <a:pt x="2328" y="703"/>
                  </a:lnTo>
                  <a:lnTo>
                    <a:pt x="2313" y="703"/>
                  </a:lnTo>
                  <a:lnTo>
                    <a:pt x="2313" y="684"/>
                  </a:lnTo>
                  <a:lnTo>
                    <a:pt x="2297" y="687"/>
                  </a:lnTo>
                  <a:lnTo>
                    <a:pt x="2283" y="693"/>
                  </a:lnTo>
                  <a:lnTo>
                    <a:pt x="2271" y="691"/>
                  </a:lnTo>
                  <a:lnTo>
                    <a:pt x="2262" y="680"/>
                  </a:lnTo>
                  <a:lnTo>
                    <a:pt x="2227" y="675"/>
                  </a:lnTo>
                  <a:lnTo>
                    <a:pt x="2215" y="687"/>
                  </a:lnTo>
                  <a:lnTo>
                    <a:pt x="2201" y="696"/>
                  </a:lnTo>
                  <a:lnTo>
                    <a:pt x="2189" y="706"/>
                  </a:lnTo>
                  <a:lnTo>
                    <a:pt x="2182" y="719"/>
                  </a:lnTo>
                  <a:lnTo>
                    <a:pt x="2175" y="731"/>
                  </a:lnTo>
                  <a:lnTo>
                    <a:pt x="2168" y="743"/>
                  </a:lnTo>
                  <a:lnTo>
                    <a:pt x="2159" y="752"/>
                  </a:lnTo>
                  <a:lnTo>
                    <a:pt x="2131" y="761"/>
                  </a:lnTo>
                  <a:lnTo>
                    <a:pt x="2124" y="768"/>
                  </a:lnTo>
                  <a:lnTo>
                    <a:pt x="2119" y="776"/>
                  </a:lnTo>
                  <a:lnTo>
                    <a:pt x="2114" y="783"/>
                  </a:lnTo>
                  <a:lnTo>
                    <a:pt x="2102" y="792"/>
                  </a:lnTo>
                  <a:lnTo>
                    <a:pt x="2102" y="802"/>
                  </a:lnTo>
                  <a:lnTo>
                    <a:pt x="2117" y="802"/>
                  </a:lnTo>
                  <a:lnTo>
                    <a:pt x="2119" y="808"/>
                  </a:lnTo>
                  <a:lnTo>
                    <a:pt x="2121" y="811"/>
                  </a:lnTo>
                  <a:lnTo>
                    <a:pt x="2122" y="815"/>
                  </a:lnTo>
                  <a:lnTo>
                    <a:pt x="2126" y="818"/>
                  </a:lnTo>
                  <a:lnTo>
                    <a:pt x="2129" y="820"/>
                  </a:lnTo>
                  <a:lnTo>
                    <a:pt x="2136" y="822"/>
                  </a:lnTo>
                  <a:lnTo>
                    <a:pt x="2140" y="818"/>
                  </a:lnTo>
                  <a:lnTo>
                    <a:pt x="2143" y="816"/>
                  </a:lnTo>
                  <a:lnTo>
                    <a:pt x="2149" y="815"/>
                  </a:lnTo>
                  <a:lnTo>
                    <a:pt x="2154" y="815"/>
                  </a:lnTo>
                  <a:lnTo>
                    <a:pt x="2163" y="815"/>
                  </a:lnTo>
                  <a:lnTo>
                    <a:pt x="2170" y="823"/>
                  </a:lnTo>
                  <a:lnTo>
                    <a:pt x="2175" y="830"/>
                  </a:lnTo>
                  <a:lnTo>
                    <a:pt x="2178" y="839"/>
                  </a:lnTo>
                  <a:lnTo>
                    <a:pt x="2182" y="853"/>
                  </a:lnTo>
                  <a:lnTo>
                    <a:pt x="2184" y="862"/>
                  </a:lnTo>
                  <a:lnTo>
                    <a:pt x="2182" y="867"/>
                  </a:lnTo>
                  <a:lnTo>
                    <a:pt x="2177" y="872"/>
                  </a:lnTo>
                  <a:lnTo>
                    <a:pt x="2175" y="881"/>
                  </a:lnTo>
                  <a:lnTo>
                    <a:pt x="2175" y="891"/>
                  </a:lnTo>
                  <a:lnTo>
                    <a:pt x="2178" y="900"/>
                  </a:lnTo>
                  <a:lnTo>
                    <a:pt x="2182" y="909"/>
                  </a:lnTo>
                  <a:lnTo>
                    <a:pt x="2185" y="921"/>
                  </a:lnTo>
                  <a:lnTo>
                    <a:pt x="2175" y="932"/>
                  </a:lnTo>
                  <a:lnTo>
                    <a:pt x="2168" y="944"/>
                  </a:lnTo>
                  <a:lnTo>
                    <a:pt x="2163" y="956"/>
                  </a:lnTo>
                  <a:lnTo>
                    <a:pt x="2156" y="972"/>
                  </a:lnTo>
                  <a:lnTo>
                    <a:pt x="2152" y="975"/>
                  </a:lnTo>
                  <a:lnTo>
                    <a:pt x="2143" y="986"/>
                  </a:lnTo>
                  <a:lnTo>
                    <a:pt x="2133" y="998"/>
                  </a:lnTo>
                  <a:lnTo>
                    <a:pt x="2122" y="1012"/>
                  </a:lnTo>
                  <a:lnTo>
                    <a:pt x="2110" y="1024"/>
                  </a:lnTo>
                  <a:lnTo>
                    <a:pt x="2100" y="1036"/>
                  </a:lnTo>
                  <a:lnTo>
                    <a:pt x="2093" y="1045"/>
                  </a:lnTo>
                  <a:lnTo>
                    <a:pt x="2089" y="1049"/>
                  </a:lnTo>
                  <a:lnTo>
                    <a:pt x="2077" y="1052"/>
                  </a:lnTo>
                  <a:lnTo>
                    <a:pt x="2065" y="1050"/>
                  </a:lnTo>
                  <a:lnTo>
                    <a:pt x="2054" y="1050"/>
                  </a:lnTo>
                  <a:lnTo>
                    <a:pt x="2044" y="1052"/>
                  </a:lnTo>
                  <a:lnTo>
                    <a:pt x="2035" y="1061"/>
                  </a:lnTo>
                  <a:lnTo>
                    <a:pt x="2028" y="1071"/>
                  </a:lnTo>
                  <a:lnTo>
                    <a:pt x="2023" y="1082"/>
                  </a:lnTo>
                  <a:lnTo>
                    <a:pt x="2016" y="1092"/>
                  </a:lnTo>
                  <a:lnTo>
                    <a:pt x="2006" y="1099"/>
                  </a:lnTo>
                  <a:lnTo>
                    <a:pt x="2004" y="1099"/>
                  </a:lnTo>
                  <a:lnTo>
                    <a:pt x="2002" y="1101"/>
                  </a:lnTo>
                  <a:lnTo>
                    <a:pt x="2000" y="1101"/>
                  </a:lnTo>
                  <a:lnTo>
                    <a:pt x="1997" y="1101"/>
                  </a:lnTo>
                  <a:lnTo>
                    <a:pt x="1993" y="1103"/>
                  </a:lnTo>
                  <a:lnTo>
                    <a:pt x="1997" y="1113"/>
                  </a:lnTo>
                  <a:lnTo>
                    <a:pt x="2004" y="1124"/>
                  </a:lnTo>
                  <a:lnTo>
                    <a:pt x="2009" y="1136"/>
                  </a:lnTo>
                  <a:lnTo>
                    <a:pt x="2016" y="1148"/>
                  </a:lnTo>
                  <a:lnTo>
                    <a:pt x="2019" y="1159"/>
                  </a:lnTo>
                  <a:lnTo>
                    <a:pt x="2021" y="1171"/>
                  </a:lnTo>
                  <a:lnTo>
                    <a:pt x="2018" y="1179"/>
                  </a:lnTo>
                  <a:lnTo>
                    <a:pt x="2011" y="1186"/>
                  </a:lnTo>
                  <a:lnTo>
                    <a:pt x="1997" y="1192"/>
                  </a:lnTo>
                  <a:lnTo>
                    <a:pt x="1974" y="1195"/>
                  </a:lnTo>
                  <a:lnTo>
                    <a:pt x="1974" y="1186"/>
                  </a:lnTo>
                  <a:lnTo>
                    <a:pt x="1972" y="1178"/>
                  </a:lnTo>
                  <a:lnTo>
                    <a:pt x="1972" y="1166"/>
                  </a:lnTo>
                  <a:lnTo>
                    <a:pt x="1974" y="1152"/>
                  </a:lnTo>
                  <a:lnTo>
                    <a:pt x="1974" y="1141"/>
                  </a:lnTo>
                  <a:lnTo>
                    <a:pt x="1969" y="1141"/>
                  </a:lnTo>
                  <a:lnTo>
                    <a:pt x="1965" y="1141"/>
                  </a:lnTo>
                  <a:lnTo>
                    <a:pt x="1962" y="1141"/>
                  </a:lnTo>
                  <a:lnTo>
                    <a:pt x="1960" y="1141"/>
                  </a:lnTo>
                  <a:lnTo>
                    <a:pt x="1958" y="1139"/>
                  </a:lnTo>
                  <a:lnTo>
                    <a:pt x="1955" y="1138"/>
                  </a:lnTo>
                  <a:lnTo>
                    <a:pt x="1951" y="1132"/>
                  </a:lnTo>
                  <a:lnTo>
                    <a:pt x="1955" y="1127"/>
                  </a:lnTo>
                  <a:lnTo>
                    <a:pt x="1958" y="1122"/>
                  </a:lnTo>
                  <a:lnTo>
                    <a:pt x="1960" y="1117"/>
                  </a:lnTo>
                  <a:lnTo>
                    <a:pt x="1964" y="1110"/>
                  </a:lnTo>
                  <a:lnTo>
                    <a:pt x="1955" y="1110"/>
                  </a:lnTo>
                  <a:lnTo>
                    <a:pt x="1944" y="1108"/>
                  </a:lnTo>
                  <a:lnTo>
                    <a:pt x="1932" y="1111"/>
                  </a:lnTo>
                  <a:lnTo>
                    <a:pt x="1918" y="1117"/>
                  </a:lnTo>
                  <a:lnTo>
                    <a:pt x="1906" y="1122"/>
                  </a:lnTo>
                  <a:lnTo>
                    <a:pt x="1906" y="1118"/>
                  </a:lnTo>
                  <a:lnTo>
                    <a:pt x="1908" y="1113"/>
                  </a:lnTo>
                  <a:lnTo>
                    <a:pt x="1910" y="1110"/>
                  </a:lnTo>
                  <a:lnTo>
                    <a:pt x="1911" y="1104"/>
                  </a:lnTo>
                  <a:lnTo>
                    <a:pt x="1913" y="1101"/>
                  </a:lnTo>
                  <a:lnTo>
                    <a:pt x="1916" y="1094"/>
                  </a:lnTo>
                  <a:lnTo>
                    <a:pt x="1913" y="1094"/>
                  </a:lnTo>
                  <a:lnTo>
                    <a:pt x="1910" y="1092"/>
                  </a:lnTo>
                  <a:lnTo>
                    <a:pt x="1906" y="1092"/>
                  </a:lnTo>
                  <a:lnTo>
                    <a:pt x="1901" y="1090"/>
                  </a:lnTo>
                  <a:lnTo>
                    <a:pt x="1890" y="1101"/>
                  </a:lnTo>
                  <a:lnTo>
                    <a:pt x="1878" y="1110"/>
                  </a:lnTo>
                  <a:lnTo>
                    <a:pt x="1866" y="1120"/>
                  </a:lnTo>
                  <a:lnTo>
                    <a:pt x="1859" y="1132"/>
                  </a:lnTo>
                  <a:lnTo>
                    <a:pt x="1866" y="1136"/>
                  </a:lnTo>
                  <a:lnTo>
                    <a:pt x="1871" y="1139"/>
                  </a:lnTo>
                  <a:lnTo>
                    <a:pt x="1875" y="1143"/>
                  </a:lnTo>
                  <a:lnTo>
                    <a:pt x="1878" y="1146"/>
                  </a:lnTo>
                  <a:lnTo>
                    <a:pt x="1882" y="1152"/>
                  </a:lnTo>
                  <a:lnTo>
                    <a:pt x="1892" y="1146"/>
                  </a:lnTo>
                  <a:lnTo>
                    <a:pt x="1901" y="1143"/>
                  </a:lnTo>
                  <a:lnTo>
                    <a:pt x="1910" y="1143"/>
                  </a:lnTo>
                  <a:lnTo>
                    <a:pt x="1920" y="1148"/>
                  </a:lnTo>
                  <a:lnTo>
                    <a:pt x="1925" y="1148"/>
                  </a:lnTo>
                  <a:lnTo>
                    <a:pt x="1925" y="1160"/>
                  </a:lnTo>
                  <a:lnTo>
                    <a:pt x="1906" y="1160"/>
                  </a:lnTo>
                  <a:lnTo>
                    <a:pt x="1899" y="1169"/>
                  </a:lnTo>
                  <a:lnTo>
                    <a:pt x="1892" y="1176"/>
                  </a:lnTo>
                  <a:lnTo>
                    <a:pt x="1887" y="1183"/>
                  </a:lnTo>
                  <a:lnTo>
                    <a:pt x="1882" y="1195"/>
                  </a:lnTo>
                  <a:lnTo>
                    <a:pt x="1896" y="1204"/>
                  </a:lnTo>
                  <a:lnTo>
                    <a:pt x="1904" y="1218"/>
                  </a:lnTo>
                  <a:lnTo>
                    <a:pt x="1911" y="1237"/>
                  </a:lnTo>
                  <a:lnTo>
                    <a:pt x="1915" y="1256"/>
                  </a:lnTo>
                  <a:lnTo>
                    <a:pt x="1916" y="1277"/>
                  </a:lnTo>
                  <a:lnTo>
                    <a:pt x="1916" y="1295"/>
                  </a:lnTo>
                  <a:lnTo>
                    <a:pt x="1904" y="1303"/>
                  </a:lnTo>
                  <a:lnTo>
                    <a:pt x="1897" y="1317"/>
                  </a:lnTo>
                  <a:lnTo>
                    <a:pt x="1890" y="1330"/>
                  </a:lnTo>
                  <a:lnTo>
                    <a:pt x="1882" y="1344"/>
                  </a:lnTo>
                  <a:lnTo>
                    <a:pt x="1864" y="1363"/>
                  </a:lnTo>
                  <a:lnTo>
                    <a:pt x="1841" y="1377"/>
                  </a:lnTo>
                  <a:lnTo>
                    <a:pt x="1817" y="1387"/>
                  </a:lnTo>
                  <a:lnTo>
                    <a:pt x="1789" y="1396"/>
                  </a:lnTo>
                  <a:lnTo>
                    <a:pt x="1763" y="1401"/>
                  </a:lnTo>
                  <a:lnTo>
                    <a:pt x="1763" y="1408"/>
                  </a:lnTo>
                  <a:lnTo>
                    <a:pt x="1763" y="1412"/>
                  </a:lnTo>
                  <a:lnTo>
                    <a:pt x="1763" y="1415"/>
                  </a:lnTo>
                  <a:lnTo>
                    <a:pt x="1763" y="1417"/>
                  </a:lnTo>
                  <a:lnTo>
                    <a:pt x="1765" y="1419"/>
                  </a:lnTo>
                  <a:lnTo>
                    <a:pt x="1765" y="1424"/>
                  </a:lnTo>
                  <a:lnTo>
                    <a:pt x="1766" y="1429"/>
                  </a:lnTo>
                  <a:lnTo>
                    <a:pt x="1763" y="1433"/>
                  </a:lnTo>
                  <a:lnTo>
                    <a:pt x="1759" y="1436"/>
                  </a:lnTo>
                  <a:lnTo>
                    <a:pt x="1758" y="1438"/>
                  </a:lnTo>
                  <a:lnTo>
                    <a:pt x="1754" y="1441"/>
                  </a:lnTo>
                  <a:lnTo>
                    <a:pt x="1747" y="1445"/>
                  </a:lnTo>
                  <a:lnTo>
                    <a:pt x="1745" y="1445"/>
                  </a:lnTo>
                  <a:lnTo>
                    <a:pt x="1744" y="1447"/>
                  </a:lnTo>
                  <a:lnTo>
                    <a:pt x="1742" y="1447"/>
                  </a:lnTo>
                  <a:lnTo>
                    <a:pt x="1740" y="1447"/>
                  </a:lnTo>
                  <a:lnTo>
                    <a:pt x="1737" y="1448"/>
                  </a:lnTo>
                  <a:lnTo>
                    <a:pt x="1735" y="1443"/>
                  </a:lnTo>
                  <a:lnTo>
                    <a:pt x="1733" y="1438"/>
                  </a:lnTo>
                  <a:lnTo>
                    <a:pt x="1733" y="1433"/>
                  </a:lnTo>
                  <a:lnTo>
                    <a:pt x="1733" y="1424"/>
                  </a:lnTo>
                  <a:lnTo>
                    <a:pt x="1737" y="1422"/>
                  </a:lnTo>
                  <a:lnTo>
                    <a:pt x="1740" y="1422"/>
                  </a:lnTo>
                  <a:lnTo>
                    <a:pt x="1744" y="1420"/>
                  </a:lnTo>
                  <a:lnTo>
                    <a:pt x="1745" y="1417"/>
                  </a:lnTo>
                  <a:lnTo>
                    <a:pt x="1747" y="1413"/>
                  </a:lnTo>
                  <a:lnTo>
                    <a:pt x="1745" y="1410"/>
                  </a:lnTo>
                  <a:lnTo>
                    <a:pt x="1742" y="1405"/>
                  </a:lnTo>
                  <a:lnTo>
                    <a:pt x="1740" y="1401"/>
                  </a:lnTo>
                  <a:lnTo>
                    <a:pt x="1737" y="1399"/>
                  </a:lnTo>
                  <a:lnTo>
                    <a:pt x="1735" y="1399"/>
                  </a:lnTo>
                  <a:lnTo>
                    <a:pt x="1730" y="1398"/>
                  </a:lnTo>
                  <a:lnTo>
                    <a:pt x="1724" y="1398"/>
                  </a:lnTo>
                  <a:lnTo>
                    <a:pt x="1718" y="1406"/>
                  </a:lnTo>
                  <a:lnTo>
                    <a:pt x="1711" y="1412"/>
                  </a:lnTo>
                  <a:lnTo>
                    <a:pt x="1705" y="1417"/>
                  </a:lnTo>
                  <a:lnTo>
                    <a:pt x="1700" y="1426"/>
                  </a:lnTo>
                  <a:lnTo>
                    <a:pt x="1698" y="1440"/>
                  </a:lnTo>
                  <a:lnTo>
                    <a:pt x="1714" y="1455"/>
                  </a:lnTo>
                  <a:lnTo>
                    <a:pt x="1726" y="1471"/>
                  </a:lnTo>
                  <a:lnTo>
                    <a:pt x="1737" y="1488"/>
                  </a:lnTo>
                  <a:lnTo>
                    <a:pt x="1742" y="1511"/>
                  </a:lnTo>
                  <a:lnTo>
                    <a:pt x="1744" y="1539"/>
                  </a:lnTo>
                  <a:lnTo>
                    <a:pt x="1686" y="1586"/>
                  </a:lnTo>
                  <a:lnTo>
                    <a:pt x="1679" y="1586"/>
                  </a:lnTo>
                  <a:lnTo>
                    <a:pt x="1674" y="1567"/>
                  </a:lnTo>
                  <a:lnTo>
                    <a:pt x="1663" y="1553"/>
                  </a:lnTo>
                  <a:lnTo>
                    <a:pt x="1649" y="1541"/>
                  </a:lnTo>
                  <a:lnTo>
                    <a:pt x="1634" y="1529"/>
                  </a:lnTo>
                  <a:lnTo>
                    <a:pt x="1618" y="1516"/>
                  </a:lnTo>
                  <a:lnTo>
                    <a:pt x="1611" y="1544"/>
                  </a:lnTo>
                  <a:lnTo>
                    <a:pt x="1602" y="1567"/>
                  </a:lnTo>
                  <a:lnTo>
                    <a:pt x="1611" y="1572"/>
                  </a:lnTo>
                  <a:lnTo>
                    <a:pt x="1615" y="1579"/>
                  </a:lnTo>
                  <a:lnTo>
                    <a:pt x="1616" y="1588"/>
                  </a:lnTo>
                  <a:lnTo>
                    <a:pt x="1622" y="1598"/>
                  </a:lnTo>
                  <a:lnTo>
                    <a:pt x="1623" y="1600"/>
                  </a:lnTo>
                  <a:lnTo>
                    <a:pt x="1627" y="1600"/>
                  </a:lnTo>
                  <a:lnTo>
                    <a:pt x="1630" y="1600"/>
                  </a:lnTo>
                  <a:lnTo>
                    <a:pt x="1634" y="1600"/>
                  </a:lnTo>
                  <a:lnTo>
                    <a:pt x="1637" y="1602"/>
                  </a:lnTo>
                  <a:lnTo>
                    <a:pt x="1651" y="1616"/>
                  </a:lnTo>
                  <a:lnTo>
                    <a:pt x="1662" y="1637"/>
                  </a:lnTo>
                  <a:lnTo>
                    <a:pt x="1669" y="1661"/>
                  </a:lnTo>
                  <a:lnTo>
                    <a:pt x="1670" y="1686"/>
                  </a:lnTo>
                  <a:lnTo>
                    <a:pt x="1660" y="1686"/>
                  </a:lnTo>
                  <a:lnTo>
                    <a:pt x="1649" y="1677"/>
                  </a:lnTo>
                  <a:lnTo>
                    <a:pt x="1639" y="1672"/>
                  </a:lnTo>
                  <a:lnTo>
                    <a:pt x="1637" y="1670"/>
                  </a:lnTo>
                  <a:lnTo>
                    <a:pt x="1628" y="1663"/>
                  </a:lnTo>
                  <a:lnTo>
                    <a:pt x="1622" y="1649"/>
                  </a:lnTo>
                  <a:lnTo>
                    <a:pt x="1618" y="1633"/>
                  </a:lnTo>
                  <a:lnTo>
                    <a:pt x="1613" y="1619"/>
                  </a:lnTo>
                  <a:lnTo>
                    <a:pt x="1608" y="1605"/>
                  </a:lnTo>
                  <a:lnTo>
                    <a:pt x="1599" y="1593"/>
                  </a:lnTo>
                  <a:lnTo>
                    <a:pt x="1599" y="1590"/>
                  </a:lnTo>
                  <a:lnTo>
                    <a:pt x="1590" y="1593"/>
                  </a:lnTo>
                  <a:lnTo>
                    <a:pt x="1590" y="1590"/>
                  </a:lnTo>
                  <a:lnTo>
                    <a:pt x="1587" y="1576"/>
                  </a:lnTo>
                  <a:lnTo>
                    <a:pt x="1587" y="1558"/>
                  </a:lnTo>
                  <a:lnTo>
                    <a:pt x="1587" y="1539"/>
                  </a:lnTo>
                  <a:lnTo>
                    <a:pt x="1587" y="1518"/>
                  </a:lnTo>
                  <a:lnTo>
                    <a:pt x="1585" y="1499"/>
                  </a:lnTo>
                  <a:lnTo>
                    <a:pt x="1578" y="1483"/>
                  </a:lnTo>
                  <a:lnTo>
                    <a:pt x="1567" y="1471"/>
                  </a:lnTo>
                  <a:lnTo>
                    <a:pt x="1564" y="1474"/>
                  </a:lnTo>
                  <a:lnTo>
                    <a:pt x="1559" y="1478"/>
                  </a:lnTo>
                  <a:lnTo>
                    <a:pt x="1555" y="1480"/>
                  </a:lnTo>
                  <a:lnTo>
                    <a:pt x="1548" y="1481"/>
                  </a:lnTo>
                  <a:lnTo>
                    <a:pt x="1541" y="1481"/>
                  </a:lnTo>
                  <a:lnTo>
                    <a:pt x="1539" y="1481"/>
                  </a:lnTo>
                  <a:lnTo>
                    <a:pt x="1539" y="1480"/>
                  </a:lnTo>
                  <a:lnTo>
                    <a:pt x="1539" y="1480"/>
                  </a:lnTo>
                  <a:lnTo>
                    <a:pt x="1539" y="1480"/>
                  </a:lnTo>
                  <a:lnTo>
                    <a:pt x="1538" y="1480"/>
                  </a:lnTo>
                  <a:lnTo>
                    <a:pt x="1536" y="1478"/>
                  </a:lnTo>
                  <a:lnTo>
                    <a:pt x="1536" y="1457"/>
                  </a:lnTo>
                  <a:lnTo>
                    <a:pt x="1531" y="1440"/>
                  </a:lnTo>
                  <a:lnTo>
                    <a:pt x="1524" y="1426"/>
                  </a:lnTo>
                  <a:lnTo>
                    <a:pt x="1513" y="1413"/>
                  </a:lnTo>
                  <a:lnTo>
                    <a:pt x="1505" y="1399"/>
                  </a:lnTo>
                  <a:lnTo>
                    <a:pt x="1494" y="1382"/>
                  </a:lnTo>
                  <a:lnTo>
                    <a:pt x="1491" y="1385"/>
                  </a:lnTo>
                  <a:lnTo>
                    <a:pt x="1489" y="1387"/>
                  </a:lnTo>
                  <a:lnTo>
                    <a:pt x="1487" y="1391"/>
                  </a:lnTo>
                  <a:lnTo>
                    <a:pt x="1485" y="1392"/>
                  </a:lnTo>
                  <a:lnTo>
                    <a:pt x="1484" y="1394"/>
                  </a:lnTo>
                  <a:lnTo>
                    <a:pt x="1468" y="1396"/>
                  </a:lnTo>
                  <a:lnTo>
                    <a:pt x="1454" y="1394"/>
                  </a:lnTo>
                  <a:lnTo>
                    <a:pt x="1440" y="1394"/>
                  </a:lnTo>
                  <a:lnTo>
                    <a:pt x="1436" y="1408"/>
                  </a:lnTo>
                  <a:lnTo>
                    <a:pt x="1431" y="1415"/>
                  </a:lnTo>
                  <a:lnTo>
                    <a:pt x="1428" y="1417"/>
                  </a:lnTo>
                  <a:lnTo>
                    <a:pt x="1421" y="1417"/>
                  </a:lnTo>
                  <a:lnTo>
                    <a:pt x="1414" y="1419"/>
                  </a:lnTo>
                  <a:lnTo>
                    <a:pt x="1407" y="1424"/>
                  </a:lnTo>
                  <a:lnTo>
                    <a:pt x="1395" y="1455"/>
                  </a:lnTo>
                  <a:lnTo>
                    <a:pt x="1379" y="1455"/>
                  </a:lnTo>
                  <a:lnTo>
                    <a:pt x="1370" y="1462"/>
                  </a:lnTo>
                  <a:lnTo>
                    <a:pt x="1361" y="1471"/>
                  </a:lnTo>
                  <a:lnTo>
                    <a:pt x="1349" y="1478"/>
                  </a:lnTo>
                  <a:lnTo>
                    <a:pt x="1346" y="1513"/>
                  </a:lnTo>
                  <a:lnTo>
                    <a:pt x="1337" y="1543"/>
                  </a:lnTo>
                  <a:lnTo>
                    <a:pt x="1325" y="1567"/>
                  </a:lnTo>
                  <a:lnTo>
                    <a:pt x="1306" y="1590"/>
                  </a:lnTo>
                  <a:lnTo>
                    <a:pt x="1304" y="1590"/>
                  </a:lnTo>
                  <a:lnTo>
                    <a:pt x="1302" y="1588"/>
                  </a:lnTo>
                  <a:lnTo>
                    <a:pt x="1300" y="1588"/>
                  </a:lnTo>
                  <a:lnTo>
                    <a:pt x="1300" y="1588"/>
                  </a:lnTo>
                  <a:lnTo>
                    <a:pt x="1299" y="1586"/>
                  </a:lnTo>
                  <a:lnTo>
                    <a:pt x="1288" y="1574"/>
                  </a:lnTo>
                  <a:lnTo>
                    <a:pt x="1278" y="1555"/>
                  </a:lnTo>
                  <a:lnTo>
                    <a:pt x="1272" y="1539"/>
                  </a:lnTo>
                  <a:lnTo>
                    <a:pt x="1271" y="1536"/>
                  </a:lnTo>
                  <a:lnTo>
                    <a:pt x="1272" y="1532"/>
                  </a:lnTo>
                  <a:lnTo>
                    <a:pt x="1274" y="1529"/>
                  </a:lnTo>
                  <a:lnTo>
                    <a:pt x="1276" y="1527"/>
                  </a:lnTo>
                  <a:lnTo>
                    <a:pt x="1276" y="1525"/>
                  </a:lnTo>
                  <a:lnTo>
                    <a:pt x="1258" y="1499"/>
                  </a:lnTo>
                  <a:lnTo>
                    <a:pt x="1246" y="1471"/>
                  </a:lnTo>
                  <a:lnTo>
                    <a:pt x="1238" y="1441"/>
                  </a:lnTo>
                  <a:lnTo>
                    <a:pt x="1234" y="1405"/>
                  </a:lnTo>
                  <a:lnTo>
                    <a:pt x="1222" y="1406"/>
                  </a:lnTo>
                  <a:lnTo>
                    <a:pt x="1213" y="1406"/>
                  </a:lnTo>
                  <a:lnTo>
                    <a:pt x="1203" y="1405"/>
                  </a:lnTo>
                  <a:lnTo>
                    <a:pt x="1199" y="1401"/>
                  </a:lnTo>
                  <a:lnTo>
                    <a:pt x="1194" y="1398"/>
                  </a:lnTo>
                  <a:lnTo>
                    <a:pt x="1190" y="1394"/>
                  </a:lnTo>
                  <a:lnTo>
                    <a:pt x="1187" y="1391"/>
                  </a:lnTo>
                  <a:lnTo>
                    <a:pt x="1190" y="1378"/>
                  </a:lnTo>
                  <a:lnTo>
                    <a:pt x="1183" y="1368"/>
                  </a:lnTo>
                  <a:lnTo>
                    <a:pt x="1171" y="1359"/>
                  </a:lnTo>
                  <a:lnTo>
                    <a:pt x="1159" y="1351"/>
                  </a:lnTo>
                  <a:lnTo>
                    <a:pt x="1148" y="1340"/>
                  </a:lnTo>
                  <a:lnTo>
                    <a:pt x="1119" y="1344"/>
                  </a:lnTo>
                  <a:lnTo>
                    <a:pt x="1089" y="1344"/>
                  </a:lnTo>
                  <a:lnTo>
                    <a:pt x="1059" y="1342"/>
                  </a:lnTo>
                  <a:lnTo>
                    <a:pt x="1030" y="1340"/>
                  </a:lnTo>
                  <a:lnTo>
                    <a:pt x="1025" y="1330"/>
                  </a:lnTo>
                  <a:lnTo>
                    <a:pt x="1018" y="1317"/>
                  </a:lnTo>
                  <a:lnTo>
                    <a:pt x="1007" y="1321"/>
                  </a:lnTo>
                  <a:lnTo>
                    <a:pt x="1000" y="1323"/>
                  </a:lnTo>
                  <a:lnTo>
                    <a:pt x="991" y="1324"/>
                  </a:lnTo>
                  <a:lnTo>
                    <a:pt x="979" y="1324"/>
                  </a:lnTo>
                  <a:lnTo>
                    <a:pt x="969" y="1317"/>
                  </a:lnTo>
                  <a:lnTo>
                    <a:pt x="958" y="1312"/>
                  </a:lnTo>
                  <a:lnTo>
                    <a:pt x="946" y="1305"/>
                  </a:lnTo>
                  <a:lnTo>
                    <a:pt x="937" y="1298"/>
                  </a:lnTo>
                  <a:lnTo>
                    <a:pt x="934" y="1288"/>
                  </a:lnTo>
                  <a:lnTo>
                    <a:pt x="929" y="1279"/>
                  </a:lnTo>
                  <a:lnTo>
                    <a:pt x="918" y="1270"/>
                  </a:lnTo>
                  <a:lnTo>
                    <a:pt x="916" y="1270"/>
                  </a:lnTo>
                  <a:lnTo>
                    <a:pt x="915" y="1270"/>
                  </a:lnTo>
                  <a:lnTo>
                    <a:pt x="913" y="1270"/>
                  </a:lnTo>
                  <a:lnTo>
                    <a:pt x="909" y="1270"/>
                  </a:lnTo>
                  <a:lnTo>
                    <a:pt x="902" y="1270"/>
                  </a:lnTo>
                  <a:lnTo>
                    <a:pt x="906" y="1284"/>
                  </a:lnTo>
                  <a:lnTo>
                    <a:pt x="911" y="1300"/>
                  </a:lnTo>
                  <a:lnTo>
                    <a:pt x="920" y="1316"/>
                  </a:lnTo>
                  <a:lnTo>
                    <a:pt x="927" y="1330"/>
                  </a:lnTo>
                  <a:lnTo>
                    <a:pt x="934" y="1340"/>
                  </a:lnTo>
                  <a:lnTo>
                    <a:pt x="936" y="1335"/>
                  </a:lnTo>
                  <a:lnTo>
                    <a:pt x="937" y="1333"/>
                  </a:lnTo>
                  <a:lnTo>
                    <a:pt x="937" y="1331"/>
                  </a:lnTo>
                  <a:lnTo>
                    <a:pt x="939" y="1331"/>
                  </a:lnTo>
                  <a:lnTo>
                    <a:pt x="941" y="1331"/>
                  </a:lnTo>
                  <a:lnTo>
                    <a:pt x="946" y="1333"/>
                  </a:lnTo>
                  <a:lnTo>
                    <a:pt x="948" y="1338"/>
                  </a:lnTo>
                  <a:lnTo>
                    <a:pt x="950" y="1344"/>
                  </a:lnTo>
                  <a:lnTo>
                    <a:pt x="950" y="1349"/>
                  </a:lnTo>
                  <a:lnTo>
                    <a:pt x="951" y="1354"/>
                  </a:lnTo>
                  <a:lnTo>
                    <a:pt x="953" y="1359"/>
                  </a:lnTo>
                  <a:lnTo>
                    <a:pt x="960" y="1358"/>
                  </a:lnTo>
                  <a:lnTo>
                    <a:pt x="969" y="1356"/>
                  </a:lnTo>
                  <a:lnTo>
                    <a:pt x="979" y="1356"/>
                  </a:lnTo>
                  <a:lnTo>
                    <a:pt x="995" y="1338"/>
                  </a:lnTo>
                  <a:lnTo>
                    <a:pt x="1014" y="1324"/>
                  </a:lnTo>
                  <a:lnTo>
                    <a:pt x="1016" y="1342"/>
                  </a:lnTo>
                  <a:lnTo>
                    <a:pt x="1018" y="1356"/>
                  </a:lnTo>
                  <a:lnTo>
                    <a:pt x="1044" y="1370"/>
                  </a:lnTo>
                  <a:lnTo>
                    <a:pt x="1065" y="1387"/>
                  </a:lnTo>
                  <a:lnTo>
                    <a:pt x="1058" y="1396"/>
                  </a:lnTo>
                  <a:lnTo>
                    <a:pt x="1052" y="1405"/>
                  </a:lnTo>
                  <a:lnTo>
                    <a:pt x="1046" y="1412"/>
                  </a:lnTo>
                  <a:lnTo>
                    <a:pt x="1033" y="1417"/>
                  </a:lnTo>
                  <a:lnTo>
                    <a:pt x="1033" y="1436"/>
                  </a:lnTo>
                  <a:lnTo>
                    <a:pt x="1016" y="1447"/>
                  </a:lnTo>
                  <a:lnTo>
                    <a:pt x="998" y="1459"/>
                  </a:lnTo>
                  <a:lnTo>
                    <a:pt x="998" y="1467"/>
                  </a:lnTo>
                  <a:lnTo>
                    <a:pt x="976" y="1467"/>
                  </a:lnTo>
                  <a:lnTo>
                    <a:pt x="963" y="1474"/>
                  </a:lnTo>
                  <a:lnTo>
                    <a:pt x="953" y="1485"/>
                  </a:lnTo>
                  <a:lnTo>
                    <a:pt x="941" y="1494"/>
                  </a:lnTo>
                  <a:lnTo>
                    <a:pt x="925" y="1501"/>
                  </a:lnTo>
                  <a:lnTo>
                    <a:pt x="909" y="1504"/>
                  </a:lnTo>
                  <a:lnTo>
                    <a:pt x="892" y="1509"/>
                  </a:lnTo>
                  <a:lnTo>
                    <a:pt x="878" y="1515"/>
                  </a:lnTo>
                  <a:lnTo>
                    <a:pt x="866" y="1522"/>
                  </a:lnTo>
                  <a:lnTo>
                    <a:pt x="854" y="1525"/>
                  </a:lnTo>
                  <a:lnTo>
                    <a:pt x="845" y="1525"/>
                  </a:lnTo>
                  <a:lnTo>
                    <a:pt x="841" y="1523"/>
                  </a:lnTo>
                  <a:lnTo>
                    <a:pt x="840" y="1523"/>
                  </a:lnTo>
                  <a:lnTo>
                    <a:pt x="838" y="1522"/>
                  </a:lnTo>
                  <a:lnTo>
                    <a:pt x="838" y="1522"/>
                  </a:lnTo>
                  <a:lnTo>
                    <a:pt x="836" y="1520"/>
                  </a:lnTo>
                  <a:lnTo>
                    <a:pt x="834" y="1516"/>
                  </a:lnTo>
                  <a:lnTo>
                    <a:pt x="829" y="1506"/>
                  </a:lnTo>
                  <a:lnTo>
                    <a:pt x="827" y="1495"/>
                  </a:lnTo>
                  <a:lnTo>
                    <a:pt x="827" y="1485"/>
                  </a:lnTo>
                  <a:lnTo>
                    <a:pt x="826" y="1474"/>
                  </a:lnTo>
                  <a:lnTo>
                    <a:pt x="817" y="1457"/>
                  </a:lnTo>
                  <a:lnTo>
                    <a:pt x="805" y="1441"/>
                  </a:lnTo>
                  <a:lnTo>
                    <a:pt x="792" y="1427"/>
                  </a:lnTo>
                  <a:lnTo>
                    <a:pt x="780" y="1413"/>
                  </a:lnTo>
                  <a:lnTo>
                    <a:pt x="777" y="1403"/>
                  </a:lnTo>
                  <a:lnTo>
                    <a:pt x="775" y="1391"/>
                  </a:lnTo>
                  <a:lnTo>
                    <a:pt x="773" y="1378"/>
                  </a:lnTo>
                  <a:lnTo>
                    <a:pt x="768" y="1368"/>
                  </a:lnTo>
                  <a:lnTo>
                    <a:pt x="749" y="1356"/>
                  </a:lnTo>
                  <a:lnTo>
                    <a:pt x="744" y="1344"/>
                  </a:lnTo>
                  <a:lnTo>
                    <a:pt x="738" y="1331"/>
                  </a:lnTo>
                  <a:lnTo>
                    <a:pt x="733" y="1319"/>
                  </a:lnTo>
                  <a:lnTo>
                    <a:pt x="726" y="1309"/>
                  </a:lnTo>
                  <a:lnTo>
                    <a:pt x="716" y="1302"/>
                  </a:lnTo>
                  <a:lnTo>
                    <a:pt x="710" y="1300"/>
                  </a:lnTo>
                  <a:lnTo>
                    <a:pt x="709" y="1296"/>
                  </a:lnTo>
                  <a:lnTo>
                    <a:pt x="705" y="1295"/>
                  </a:lnTo>
                  <a:lnTo>
                    <a:pt x="702" y="1293"/>
                  </a:lnTo>
                  <a:lnTo>
                    <a:pt x="698" y="1291"/>
                  </a:lnTo>
                  <a:lnTo>
                    <a:pt x="695" y="1288"/>
                  </a:lnTo>
                  <a:lnTo>
                    <a:pt x="691" y="1282"/>
                  </a:lnTo>
                  <a:lnTo>
                    <a:pt x="688" y="1275"/>
                  </a:lnTo>
                  <a:lnTo>
                    <a:pt x="684" y="1275"/>
                  </a:lnTo>
                  <a:lnTo>
                    <a:pt x="684" y="1282"/>
                  </a:lnTo>
                  <a:lnTo>
                    <a:pt x="696" y="1298"/>
                  </a:lnTo>
                  <a:lnTo>
                    <a:pt x="707" y="1316"/>
                  </a:lnTo>
                  <a:lnTo>
                    <a:pt x="714" y="1337"/>
                  </a:lnTo>
                  <a:lnTo>
                    <a:pt x="721" y="1356"/>
                  </a:lnTo>
                  <a:lnTo>
                    <a:pt x="730" y="1375"/>
                  </a:lnTo>
                  <a:lnTo>
                    <a:pt x="733" y="1378"/>
                  </a:lnTo>
                  <a:lnTo>
                    <a:pt x="738" y="1382"/>
                  </a:lnTo>
                  <a:lnTo>
                    <a:pt x="742" y="1385"/>
                  </a:lnTo>
                  <a:lnTo>
                    <a:pt x="747" y="1389"/>
                  </a:lnTo>
                  <a:lnTo>
                    <a:pt x="749" y="1394"/>
                  </a:lnTo>
                  <a:lnTo>
                    <a:pt x="749" y="1429"/>
                  </a:lnTo>
                  <a:lnTo>
                    <a:pt x="752" y="1433"/>
                  </a:lnTo>
                  <a:lnTo>
                    <a:pt x="756" y="1438"/>
                  </a:lnTo>
                  <a:lnTo>
                    <a:pt x="761" y="1441"/>
                  </a:lnTo>
                  <a:lnTo>
                    <a:pt x="766" y="1445"/>
                  </a:lnTo>
                  <a:lnTo>
                    <a:pt x="768" y="1448"/>
                  </a:lnTo>
                  <a:lnTo>
                    <a:pt x="771" y="1459"/>
                  </a:lnTo>
                  <a:lnTo>
                    <a:pt x="773" y="1467"/>
                  </a:lnTo>
                  <a:lnTo>
                    <a:pt x="777" y="1478"/>
                  </a:lnTo>
                  <a:lnTo>
                    <a:pt x="787" y="1490"/>
                  </a:lnTo>
                  <a:lnTo>
                    <a:pt x="803" y="1501"/>
                  </a:lnTo>
                  <a:lnTo>
                    <a:pt x="820" y="1511"/>
                  </a:lnTo>
                  <a:lnTo>
                    <a:pt x="834" y="1522"/>
                  </a:lnTo>
                  <a:lnTo>
                    <a:pt x="838" y="1527"/>
                  </a:lnTo>
                  <a:lnTo>
                    <a:pt x="838" y="1534"/>
                  </a:lnTo>
                  <a:lnTo>
                    <a:pt x="838" y="1539"/>
                  </a:lnTo>
                  <a:lnTo>
                    <a:pt x="840" y="1544"/>
                  </a:lnTo>
                  <a:lnTo>
                    <a:pt x="845" y="1550"/>
                  </a:lnTo>
                  <a:lnTo>
                    <a:pt x="860" y="1551"/>
                  </a:lnTo>
                  <a:lnTo>
                    <a:pt x="878" y="1543"/>
                  </a:lnTo>
                  <a:lnTo>
                    <a:pt x="902" y="1537"/>
                  </a:lnTo>
                  <a:lnTo>
                    <a:pt x="925" y="1532"/>
                  </a:lnTo>
                  <a:lnTo>
                    <a:pt x="946" y="1529"/>
                  </a:lnTo>
                  <a:lnTo>
                    <a:pt x="946" y="1532"/>
                  </a:lnTo>
                  <a:lnTo>
                    <a:pt x="941" y="1541"/>
                  </a:lnTo>
                  <a:lnTo>
                    <a:pt x="941" y="1551"/>
                  </a:lnTo>
                  <a:lnTo>
                    <a:pt x="937" y="1563"/>
                  </a:lnTo>
                  <a:lnTo>
                    <a:pt x="930" y="1581"/>
                  </a:lnTo>
                  <a:lnTo>
                    <a:pt x="920" y="1602"/>
                  </a:lnTo>
                  <a:lnTo>
                    <a:pt x="908" y="1623"/>
                  </a:lnTo>
                  <a:lnTo>
                    <a:pt x="895" y="1640"/>
                  </a:lnTo>
                  <a:lnTo>
                    <a:pt x="876" y="1659"/>
                  </a:lnTo>
                  <a:lnTo>
                    <a:pt x="855" y="1677"/>
                  </a:lnTo>
                  <a:lnTo>
                    <a:pt x="833" y="1694"/>
                  </a:lnTo>
                  <a:lnTo>
                    <a:pt x="812" y="1714"/>
                  </a:lnTo>
                  <a:lnTo>
                    <a:pt x="794" y="1735"/>
                  </a:lnTo>
                  <a:lnTo>
                    <a:pt x="780" y="1759"/>
                  </a:lnTo>
                  <a:lnTo>
                    <a:pt x="775" y="1782"/>
                  </a:lnTo>
                  <a:lnTo>
                    <a:pt x="778" y="1803"/>
                  </a:lnTo>
                  <a:lnTo>
                    <a:pt x="785" y="1824"/>
                  </a:lnTo>
                  <a:lnTo>
                    <a:pt x="792" y="1843"/>
                  </a:lnTo>
                  <a:lnTo>
                    <a:pt x="799" y="1864"/>
                  </a:lnTo>
                  <a:lnTo>
                    <a:pt x="805" y="1885"/>
                  </a:lnTo>
                  <a:lnTo>
                    <a:pt x="803" y="1906"/>
                  </a:lnTo>
                  <a:lnTo>
                    <a:pt x="792" y="1928"/>
                  </a:lnTo>
                  <a:lnTo>
                    <a:pt x="777" y="1939"/>
                  </a:lnTo>
                  <a:lnTo>
                    <a:pt x="759" y="1947"/>
                  </a:lnTo>
                  <a:lnTo>
                    <a:pt x="742" y="1956"/>
                  </a:lnTo>
                  <a:lnTo>
                    <a:pt x="728" y="1968"/>
                  </a:lnTo>
                  <a:lnTo>
                    <a:pt x="719" y="1986"/>
                  </a:lnTo>
                  <a:lnTo>
                    <a:pt x="728" y="1996"/>
                  </a:lnTo>
                  <a:lnTo>
                    <a:pt x="735" y="2012"/>
                  </a:lnTo>
                  <a:lnTo>
                    <a:pt x="738" y="2031"/>
                  </a:lnTo>
                  <a:lnTo>
                    <a:pt x="733" y="2035"/>
                  </a:lnTo>
                  <a:lnTo>
                    <a:pt x="730" y="2038"/>
                  </a:lnTo>
                  <a:lnTo>
                    <a:pt x="728" y="2040"/>
                  </a:lnTo>
                  <a:lnTo>
                    <a:pt x="724" y="2043"/>
                  </a:lnTo>
                  <a:lnTo>
                    <a:pt x="723" y="2047"/>
                  </a:lnTo>
                  <a:lnTo>
                    <a:pt x="719" y="2050"/>
                  </a:lnTo>
                  <a:lnTo>
                    <a:pt x="700" y="2054"/>
                  </a:lnTo>
                  <a:lnTo>
                    <a:pt x="695" y="2066"/>
                  </a:lnTo>
                  <a:lnTo>
                    <a:pt x="693" y="2080"/>
                  </a:lnTo>
                  <a:lnTo>
                    <a:pt x="691" y="2094"/>
                  </a:lnTo>
                  <a:lnTo>
                    <a:pt x="688" y="2108"/>
                  </a:lnTo>
                  <a:lnTo>
                    <a:pt x="665" y="2127"/>
                  </a:lnTo>
                  <a:lnTo>
                    <a:pt x="658" y="2143"/>
                  </a:lnTo>
                  <a:lnTo>
                    <a:pt x="649" y="2159"/>
                  </a:lnTo>
                  <a:lnTo>
                    <a:pt x="632" y="2174"/>
                  </a:lnTo>
                  <a:lnTo>
                    <a:pt x="611" y="2187"/>
                  </a:lnTo>
                  <a:lnTo>
                    <a:pt x="585" y="2194"/>
                  </a:lnTo>
                  <a:lnTo>
                    <a:pt x="559" y="2201"/>
                  </a:lnTo>
                  <a:lnTo>
                    <a:pt x="532" y="2206"/>
                  </a:lnTo>
                  <a:lnTo>
                    <a:pt x="508" y="2211"/>
                  </a:lnTo>
                  <a:lnTo>
                    <a:pt x="503" y="2208"/>
                  </a:lnTo>
                  <a:lnTo>
                    <a:pt x="499" y="2204"/>
                  </a:lnTo>
                  <a:lnTo>
                    <a:pt x="496" y="2202"/>
                  </a:lnTo>
                  <a:lnTo>
                    <a:pt x="492" y="2197"/>
                  </a:lnTo>
                  <a:lnTo>
                    <a:pt x="489" y="2194"/>
                  </a:lnTo>
                  <a:lnTo>
                    <a:pt x="487" y="2185"/>
                  </a:lnTo>
                  <a:lnTo>
                    <a:pt x="487" y="2174"/>
                  </a:lnTo>
                  <a:lnTo>
                    <a:pt x="487" y="2162"/>
                  </a:lnTo>
                  <a:lnTo>
                    <a:pt x="485" y="2150"/>
                  </a:lnTo>
                  <a:lnTo>
                    <a:pt x="475" y="2133"/>
                  </a:lnTo>
                  <a:lnTo>
                    <a:pt x="461" y="2117"/>
                  </a:lnTo>
                  <a:lnTo>
                    <a:pt x="447" y="2099"/>
                  </a:lnTo>
                  <a:lnTo>
                    <a:pt x="438" y="2082"/>
                  </a:lnTo>
                  <a:lnTo>
                    <a:pt x="442" y="2070"/>
                  </a:lnTo>
                  <a:lnTo>
                    <a:pt x="442" y="2068"/>
                  </a:lnTo>
                  <a:lnTo>
                    <a:pt x="438" y="2064"/>
                  </a:lnTo>
                  <a:lnTo>
                    <a:pt x="435" y="2063"/>
                  </a:lnTo>
                  <a:lnTo>
                    <a:pt x="433" y="2059"/>
                  </a:lnTo>
                  <a:lnTo>
                    <a:pt x="431" y="2059"/>
                  </a:lnTo>
                  <a:lnTo>
                    <a:pt x="429" y="2054"/>
                  </a:lnTo>
                  <a:lnTo>
                    <a:pt x="431" y="2049"/>
                  </a:lnTo>
                  <a:lnTo>
                    <a:pt x="431" y="2045"/>
                  </a:lnTo>
                  <a:lnTo>
                    <a:pt x="433" y="2042"/>
                  </a:lnTo>
                  <a:lnTo>
                    <a:pt x="435" y="2038"/>
                  </a:lnTo>
                  <a:lnTo>
                    <a:pt x="428" y="2035"/>
                  </a:lnTo>
                  <a:lnTo>
                    <a:pt x="428" y="2031"/>
                  </a:lnTo>
                  <a:lnTo>
                    <a:pt x="428" y="2028"/>
                  </a:lnTo>
                  <a:lnTo>
                    <a:pt x="429" y="2023"/>
                  </a:lnTo>
                  <a:lnTo>
                    <a:pt x="431" y="2019"/>
                  </a:lnTo>
                  <a:lnTo>
                    <a:pt x="431" y="2014"/>
                  </a:lnTo>
                  <a:lnTo>
                    <a:pt x="431" y="2009"/>
                  </a:lnTo>
                  <a:lnTo>
                    <a:pt x="424" y="1995"/>
                  </a:lnTo>
                  <a:lnTo>
                    <a:pt x="414" y="1979"/>
                  </a:lnTo>
                  <a:lnTo>
                    <a:pt x="403" y="1965"/>
                  </a:lnTo>
                  <a:lnTo>
                    <a:pt x="396" y="1951"/>
                  </a:lnTo>
                  <a:lnTo>
                    <a:pt x="394" y="1934"/>
                  </a:lnTo>
                  <a:lnTo>
                    <a:pt x="398" y="1914"/>
                  </a:lnTo>
                  <a:lnTo>
                    <a:pt x="405" y="1897"/>
                  </a:lnTo>
                  <a:lnTo>
                    <a:pt x="415" y="1878"/>
                  </a:lnTo>
                  <a:lnTo>
                    <a:pt x="422" y="1862"/>
                  </a:lnTo>
                  <a:lnTo>
                    <a:pt x="428" y="1848"/>
                  </a:lnTo>
                  <a:lnTo>
                    <a:pt x="421" y="1834"/>
                  </a:lnTo>
                  <a:lnTo>
                    <a:pt x="419" y="1822"/>
                  </a:lnTo>
                  <a:lnTo>
                    <a:pt x="419" y="1810"/>
                  </a:lnTo>
                  <a:lnTo>
                    <a:pt x="415" y="1794"/>
                  </a:lnTo>
                  <a:lnTo>
                    <a:pt x="405" y="1773"/>
                  </a:lnTo>
                  <a:lnTo>
                    <a:pt x="389" y="1752"/>
                  </a:lnTo>
                  <a:lnTo>
                    <a:pt x="374" y="1733"/>
                  </a:lnTo>
                  <a:lnTo>
                    <a:pt x="358" y="1717"/>
                  </a:lnTo>
                  <a:lnTo>
                    <a:pt x="363" y="1696"/>
                  </a:lnTo>
                  <a:lnTo>
                    <a:pt x="368" y="1677"/>
                  </a:lnTo>
                  <a:lnTo>
                    <a:pt x="374" y="1656"/>
                  </a:lnTo>
                  <a:lnTo>
                    <a:pt x="368" y="1653"/>
                  </a:lnTo>
                  <a:lnTo>
                    <a:pt x="365" y="1651"/>
                  </a:lnTo>
                  <a:lnTo>
                    <a:pt x="361" y="1647"/>
                  </a:lnTo>
                  <a:lnTo>
                    <a:pt x="358" y="1646"/>
                  </a:lnTo>
                  <a:lnTo>
                    <a:pt x="353" y="1646"/>
                  </a:lnTo>
                  <a:lnTo>
                    <a:pt x="346" y="1644"/>
                  </a:lnTo>
                  <a:lnTo>
                    <a:pt x="342" y="1647"/>
                  </a:lnTo>
                  <a:lnTo>
                    <a:pt x="340" y="1649"/>
                  </a:lnTo>
                  <a:lnTo>
                    <a:pt x="335" y="1651"/>
                  </a:lnTo>
                  <a:lnTo>
                    <a:pt x="330" y="1651"/>
                  </a:lnTo>
                  <a:lnTo>
                    <a:pt x="323" y="1651"/>
                  </a:lnTo>
                  <a:lnTo>
                    <a:pt x="304" y="1621"/>
                  </a:lnTo>
                  <a:lnTo>
                    <a:pt x="291" y="1619"/>
                  </a:lnTo>
                  <a:lnTo>
                    <a:pt x="279" y="1618"/>
                  </a:lnTo>
                  <a:lnTo>
                    <a:pt x="265" y="1616"/>
                  </a:lnTo>
                  <a:lnTo>
                    <a:pt x="248" y="1623"/>
                  </a:lnTo>
                  <a:lnTo>
                    <a:pt x="230" y="1630"/>
                  </a:lnTo>
                  <a:lnTo>
                    <a:pt x="216" y="1635"/>
                  </a:lnTo>
                  <a:lnTo>
                    <a:pt x="182" y="1628"/>
                  </a:lnTo>
                  <a:lnTo>
                    <a:pt x="178" y="1640"/>
                  </a:lnTo>
                  <a:lnTo>
                    <a:pt x="166" y="1640"/>
                  </a:lnTo>
                  <a:lnTo>
                    <a:pt x="155" y="1637"/>
                  </a:lnTo>
                  <a:lnTo>
                    <a:pt x="147" y="1635"/>
                  </a:lnTo>
                  <a:lnTo>
                    <a:pt x="143" y="1637"/>
                  </a:lnTo>
                  <a:lnTo>
                    <a:pt x="140" y="1640"/>
                  </a:lnTo>
                  <a:lnTo>
                    <a:pt x="134" y="1642"/>
                  </a:lnTo>
                  <a:lnTo>
                    <a:pt x="127" y="1644"/>
                  </a:lnTo>
                  <a:lnTo>
                    <a:pt x="117" y="1632"/>
                  </a:lnTo>
                  <a:lnTo>
                    <a:pt x="103" y="1625"/>
                  </a:lnTo>
                  <a:lnTo>
                    <a:pt x="89" y="1618"/>
                  </a:lnTo>
                  <a:lnTo>
                    <a:pt x="75" y="1611"/>
                  </a:lnTo>
                  <a:lnTo>
                    <a:pt x="63" y="1602"/>
                  </a:lnTo>
                  <a:lnTo>
                    <a:pt x="54" y="1579"/>
                  </a:lnTo>
                  <a:lnTo>
                    <a:pt x="44" y="1567"/>
                  </a:lnTo>
                  <a:lnTo>
                    <a:pt x="28" y="1555"/>
                  </a:lnTo>
                  <a:lnTo>
                    <a:pt x="14" y="1543"/>
                  </a:lnTo>
                  <a:lnTo>
                    <a:pt x="5" y="1532"/>
                  </a:lnTo>
                  <a:lnTo>
                    <a:pt x="5" y="1509"/>
                  </a:lnTo>
                  <a:lnTo>
                    <a:pt x="2" y="1499"/>
                  </a:lnTo>
                  <a:lnTo>
                    <a:pt x="3" y="1483"/>
                  </a:lnTo>
                  <a:lnTo>
                    <a:pt x="7" y="1469"/>
                  </a:lnTo>
                  <a:lnTo>
                    <a:pt x="10" y="1457"/>
                  </a:lnTo>
                  <a:lnTo>
                    <a:pt x="12" y="1448"/>
                  </a:lnTo>
                  <a:lnTo>
                    <a:pt x="12" y="1434"/>
                  </a:lnTo>
                  <a:lnTo>
                    <a:pt x="9" y="1426"/>
                  </a:lnTo>
                  <a:lnTo>
                    <a:pt x="3" y="1417"/>
                  </a:lnTo>
                  <a:lnTo>
                    <a:pt x="0" y="1410"/>
                  </a:lnTo>
                  <a:lnTo>
                    <a:pt x="0" y="1399"/>
                  </a:lnTo>
                  <a:lnTo>
                    <a:pt x="3" y="1385"/>
                  </a:lnTo>
                  <a:lnTo>
                    <a:pt x="10" y="1370"/>
                  </a:lnTo>
                  <a:lnTo>
                    <a:pt x="17" y="1352"/>
                  </a:lnTo>
                  <a:lnTo>
                    <a:pt x="24" y="1337"/>
                  </a:lnTo>
                  <a:lnTo>
                    <a:pt x="31" y="1324"/>
                  </a:lnTo>
                  <a:lnTo>
                    <a:pt x="35" y="1317"/>
                  </a:lnTo>
                  <a:lnTo>
                    <a:pt x="47" y="1307"/>
                  </a:lnTo>
                  <a:lnTo>
                    <a:pt x="61" y="1298"/>
                  </a:lnTo>
                  <a:lnTo>
                    <a:pt x="75" y="1291"/>
                  </a:lnTo>
                  <a:lnTo>
                    <a:pt x="89" y="1282"/>
                  </a:lnTo>
                  <a:lnTo>
                    <a:pt x="92" y="1274"/>
                  </a:lnTo>
                  <a:lnTo>
                    <a:pt x="92" y="1263"/>
                  </a:lnTo>
                  <a:lnTo>
                    <a:pt x="91" y="1251"/>
                  </a:lnTo>
                  <a:lnTo>
                    <a:pt x="92" y="1241"/>
                  </a:lnTo>
                  <a:lnTo>
                    <a:pt x="101" y="1227"/>
                  </a:lnTo>
                  <a:lnTo>
                    <a:pt x="113" y="1216"/>
                  </a:lnTo>
                  <a:lnTo>
                    <a:pt x="126" y="1206"/>
                  </a:lnTo>
                  <a:lnTo>
                    <a:pt x="138" y="1195"/>
                  </a:lnTo>
                  <a:lnTo>
                    <a:pt x="148" y="1183"/>
                  </a:lnTo>
                  <a:lnTo>
                    <a:pt x="154" y="1167"/>
                  </a:lnTo>
                  <a:lnTo>
                    <a:pt x="154" y="1166"/>
                  </a:lnTo>
                  <a:lnTo>
                    <a:pt x="152" y="1166"/>
                  </a:lnTo>
                  <a:lnTo>
                    <a:pt x="152" y="1164"/>
                  </a:lnTo>
                  <a:lnTo>
                    <a:pt x="152" y="1162"/>
                  </a:lnTo>
                  <a:lnTo>
                    <a:pt x="150" y="1160"/>
                  </a:lnTo>
                  <a:lnTo>
                    <a:pt x="147" y="1159"/>
                  </a:lnTo>
                  <a:lnTo>
                    <a:pt x="143" y="1157"/>
                  </a:lnTo>
                  <a:lnTo>
                    <a:pt x="140" y="1157"/>
                  </a:lnTo>
                  <a:lnTo>
                    <a:pt x="134" y="1155"/>
                  </a:lnTo>
                  <a:lnTo>
                    <a:pt x="131" y="1159"/>
                  </a:lnTo>
                  <a:lnTo>
                    <a:pt x="127" y="1159"/>
                  </a:lnTo>
                  <a:lnTo>
                    <a:pt x="122" y="1160"/>
                  </a:lnTo>
                  <a:lnTo>
                    <a:pt x="115" y="1160"/>
                  </a:lnTo>
                  <a:lnTo>
                    <a:pt x="115" y="1155"/>
                  </a:lnTo>
                  <a:lnTo>
                    <a:pt x="112" y="1155"/>
                  </a:lnTo>
                  <a:lnTo>
                    <a:pt x="112" y="1141"/>
                  </a:lnTo>
                  <a:lnTo>
                    <a:pt x="110" y="1122"/>
                  </a:lnTo>
                  <a:lnTo>
                    <a:pt x="108" y="1099"/>
                  </a:lnTo>
                  <a:lnTo>
                    <a:pt x="108" y="1077"/>
                  </a:lnTo>
                  <a:lnTo>
                    <a:pt x="108" y="1057"/>
                  </a:lnTo>
                  <a:lnTo>
                    <a:pt x="112" y="1045"/>
                  </a:lnTo>
                  <a:lnTo>
                    <a:pt x="113" y="1040"/>
                  </a:lnTo>
                  <a:lnTo>
                    <a:pt x="115" y="1036"/>
                  </a:lnTo>
                  <a:lnTo>
                    <a:pt x="117" y="1035"/>
                  </a:lnTo>
                  <a:lnTo>
                    <a:pt x="119" y="1035"/>
                  </a:lnTo>
                  <a:lnTo>
                    <a:pt x="122" y="1035"/>
                  </a:lnTo>
                  <a:lnTo>
                    <a:pt x="126" y="1033"/>
                  </a:lnTo>
                  <a:lnTo>
                    <a:pt x="131" y="1033"/>
                  </a:lnTo>
                  <a:lnTo>
                    <a:pt x="145" y="1038"/>
                  </a:lnTo>
                  <a:lnTo>
                    <a:pt x="161" y="1042"/>
                  </a:lnTo>
                  <a:lnTo>
                    <a:pt x="178" y="1042"/>
                  </a:lnTo>
                  <a:lnTo>
                    <a:pt x="195" y="1038"/>
                  </a:lnTo>
                  <a:lnTo>
                    <a:pt x="208" y="1033"/>
                  </a:lnTo>
                  <a:lnTo>
                    <a:pt x="209" y="1031"/>
                  </a:lnTo>
                  <a:lnTo>
                    <a:pt x="209" y="1029"/>
                  </a:lnTo>
                  <a:lnTo>
                    <a:pt x="211" y="1029"/>
                  </a:lnTo>
                  <a:lnTo>
                    <a:pt x="211" y="1028"/>
                  </a:lnTo>
                  <a:lnTo>
                    <a:pt x="211" y="1026"/>
                  </a:lnTo>
                  <a:lnTo>
                    <a:pt x="215" y="1012"/>
                  </a:lnTo>
                  <a:lnTo>
                    <a:pt x="215" y="996"/>
                  </a:lnTo>
                  <a:lnTo>
                    <a:pt x="213" y="981"/>
                  </a:lnTo>
                  <a:lnTo>
                    <a:pt x="211" y="963"/>
                  </a:lnTo>
                  <a:lnTo>
                    <a:pt x="199" y="960"/>
                  </a:lnTo>
                  <a:lnTo>
                    <a:pt x="187" y="956"/>
                  </a:lnTo>
                  <a:lnTo>
                    <a:pt x="175" y="949"/>
                  </a:lnTo>
                  <a:lnTo>
                    <a:pt x="166" y="940"/>
                  </a:lnTo>
                  <a:lnTo>
                    <a:pt x="169" y="939"/>
                  </a:lnTo>
                  <a:lnTo>
                    <a:pt x="173" y="937"/>
                  </a:lnTo>
                  <a:lnTo>
                    <a:pt x="175" y="935"/>
                  </a:lnTo>
                  <a:lnTo>
                    <a:pt x="178" y="935"/>
                  </a:lnTo>
                  <a:lnTo>
                    <a:pt x="182" y="933"/>
                  </a:lnTo>
                  <a:lnTo>
                    <a:pt x="188" y="933"/>
                  </a:lnTo>
                  <a:lnTo>
                    <a:pt x="192" y="932"/>
                  </a:lnTo>
                  <a:lnTo>
                    <a:pt x="197" y="930"/>
                  </a:lnTo>
                  <a:lnTo>
                    <a:pt x="202" y="930"/>
                  </a:lnTo>
                  <a:lnTo>
                    <a:pt x="208" y="930"/>
                  </a:lnTo>
                  <a:lnTo>
                    <a:pt x="208" y="911"/>
                  </a:lnTo>
                  <a:lnTo>
                    <a:pt x="213" y="911"/>
                  </a:lnTo>
                  <a:lnTo>
                    <a:pt x="218" y="912"/>
                  </a:lnTo>
                  <a:lnTo>
                    <a:pt x="220" y="914"/>
                  </a:lnTo>
                  <a:lnTo>
                    <a:pt x="223" y="914"/>
                  </a:lnTo>
                  <a:lnTo>
                    <a:pt x="227" y="916"/>
                  </a:lnTo>
                  <a:lnTo>
                    <a:pt x="230" y="918"/>
                  </a:lnTo>
                  <a:lnTo>
                    <a:pt x="234" y="914"/>
                  </a:lnTo>
                  <a:lnTo>
                    <a:pt x="239" y="912"/>
                  </a:lnTo>
                  <a:lnTo>
                    <a:pt x="243" y="911"/>
                  </a:lnTo>
                  <a:lnTo>
                    <a:pt x="248" y="909"/>
                  </a:lnTo>
                  <a:lnTo>
                    <a:pt x="250" y="907"/>
                  </a:lnTo>
                  <a:lnTo>
                    <a:pt x="251" y="904"/>
                  </a:lnTo>
                  <a:lnTo>
                    <a:pt x="251" y="900"/>
                  </a:lnTo>
                  <a:lnTo>
                    <a:pt x="251" y="897"/>
                  </a:lnTo>
                  <a:lnTo>
                    <a:pt x="251" y="893"/>
                  </a:lnTo>
                  <a:lnTo>
                    <a:pt x="253" y="890"/>
                  </a:lnTo>
                  <a:lnTo>
                    <a:pt x="255" y="886"/>
                  </a:lnTo>
                  <a:lnTo>
                    <a:pt x="288" y="876"/>
                  </a:lnTo>
                  <a:lnTo>
                    <a:pt x="295" y="865"/>
                  </a:lnTo>
                  <a:lnTo>
                    <a:pt x="297" y="855"/>
                  </a:lnTo>
                  <a:lnTo>
                    <a:pt x="302" y="844"/>
                  </a:lnTo>
                  <a:lnTo>
                    <a:pt x="312" y="837"/>
                  </a:lnTo>
                  <a:lnTo>
                    <a:pt x="325" y="832"/>
                  </a:lnTo>
                  <a:lnTo>
                    <a:pt x="340" y="827"/>
                  </a:lnTo>
                  <a:lnTo>
                    <a:pt x="354" y="822"/>
                  </a:lnTo>
                  <a:lnTo>
                    <a:pt x="356" y="820"/>
                  </a:lnTo>
                  <a:lnTo>
                    <a:pt x="356" y="820"/>
                  </a:lnTo>
                  <a:lnTo>
                    <a:pt x="356" y="818"/>
                  </a:lnTo>
                  <a:lnTo>
                    <a:pt x="356" y="816"/>
                  </a:lnTo>
                  <a:lnTo>
                    <a:pt x="358" y="815"/>
                  </a:lnTo>
                  <a:lnTo>
                    <a:pt x="351" y="797"/>
                  </a:lnTo>
                  <a:lnTo>
                    <a:pt x="347" y="776"/>
                  </a:lnTo>
                  <a:lnTo>
                    <a:pt x="347" y="757"/>
                  </a:lnTo>
                  <a:lnTo>
                    <a:pt x="346" y="741"/>
                  </a:lnTo>
                  <a:lnTo>
                    <a:pt x="361" y="740"/>
                  </a:lnTo>
                  <a:lnTo>
                    <a:pt x="372" y="736"/>
                  </a:lnTo>
                  <a:lnTo>
                    <a:pt x="384" y="733"/>
                  </a:lnTo>
                  <a:lnTo>
                    <a:pt x="384" y="741"/>
                  </a:lnTo>
                  <a:lnTo>
                    <a:pt x="382" y="748"/>
                  </a:lnTo>
                  <a:lnTo>
                    <a:pt x="380" y="761"/>
                  </a:lnTo>
                  <a:lnTo>
                    <a:pt x="379" y="778"/>
                  </a:lnTo>
                  <a:lnTo>
                    <a:pt x="377" y="794"/>
                  </a:lnTo>
                  <a:lnTo>
                    <a:pt x="377" y="806"/>
                  </a:lnTo>
                  <a:lnTo>
                    <a:pt x="382" y="809"/>
                  </a:lnTo>
                  <a:lnTo>
                    <a:pt x="386" y="811"/>
                  </a:lnTo>
                  <a:lnTo>
                    <a:pt x="387" y="813"/>
                  </a:lnTo>
                  <a:lnTo>
                    <a:pt x="391" y="815"/>
                  </a:lnTo>
                  <a:lnTo>
                    <a:pt x="396" y="818"/>
                  </a:lnTo>
                  <a:lnTo>
                    <a:pt x="407" y="813"/>
                  </a:lnTo>
                  <a:lnTo>
                    <a:pt x="414" y="813"/>
                  </a:lnTo>
                  <a:lnTo>
                    <a:pt x="419" y="816"/>
                  </a:lnTo>
                  <a:lnTo>
                    <a:pt x="426" y="822"/>
                  </a:lnTo>
                  <a:lnTo>
                    <a:pt x="435" y="822"/>
                  </a:lnTo>
                  <a:lnTo>
                    <a:pt x="445" y="818"/>
                  </a:lnTo>
                  <a:lnTo>
                    <a:pt x="454" y="813"/>
                  </a:lnTo>
                  <a:lnTo>
                    <a:pt x="459" y="808"/>
                  </a:lnTo>
                  <a:lnTo>
                    <a:pt x="466" y="804"/>
                  </a:lnTo>
                  <a:lnTo>
                    <a:pt x="475" y="801"/>
                  </a:lnTo>
                  <a:lnTo>
                    <a:pt x="489" y="802"/>
                  </a:lnTo>
                  <a:lnTo>
                    <a:pt x="508" y="806"/>
                  </a:lnTo>
                  <a:lnTo>
                    <a:pt x="510" y="801"/>
                  </a:lnTo>
                  <a:lnTo>
                    <a:pt x="511" y="799"/>
                  </a:lnTo>
                  <a:lnTo>
                    <a:pt x="515" y="795"/>
                  </a:lnTo>
                  <a:lnTo>
                    <a:pt x="518" y="794"/>
                  </a:lnTo>
                  <a:lnTo>
                    <a:pt x="522" y="794"/>
                  </a:lnTo>
                  <a:lnTo>
                    <a:pt x="527" y="792"/>
                  </a:lnTo>
                  <a:lnTo>
                    <a:pt x="527" y="762"/>
                  </a:lnTo>
                  <a:lnTo>
                    <a:pt x="531" y="738"/>
                  </a:lnTo>
                  <a:lnTo>
                    <a:pt x="534" y="734"/>
                  </a:lnTo>
                  <a:lnTo>
                    <a:pt x="538" y="733"/>
                  </a:lnTo>
                  <a:lnTo>
                    <a:pt x="541" y="729"/>
                  </a:lnTo>
                  <a:lnTo>
                    <a:pt x="545" y="727"/>
                  </a:lnTo>
                  <a:lnTo>
                    <a:pt x="550" y="726"/>
                  </a:lnTo>
                  <a:lnTo>
                    <a:pt x="550" y="729"/>
                  </a:lnTo>
                  <a:lnTo>
                    <a:pt x="553" y="733"/>
                  </a:lnTo>
                  <a:lnTo>
                    <a:pt x="555" y="736"/>
                  </a:lnTo>
                  <a:lnTo>
                    <a:pt x="557" y="740"/>
                  </a:lnTo>
                  <a:lnTo>
                    <a:pt x="559" y="741"/>
                  </a:lnTo>
                  <a:lnTo>
                    <a:pt x="564" y="743"/>
                  </a:lnTo>
                  <a:lnTo>
                    <a:pt x="569" y="745"/>
                  </a:lnTo>
                  <a:lnTo>
                    <a:pt x="567" y="729"/>
                  </a:lnTo>
                  <a:lnTo>
                    <a:pt x="566" y="719"/>
                  </a:lnTo>
                  <a:lnTo>
                    <a:pt x="562" y="712"/>
                  </a:lnTo>
                  <a:lnTo>
                    <a:pt x="560" y="703"/>
                  </a:lnTo>
                  <a:lnTo>
                    <a:pt x="557" y="687"/>
                  </a:lnTo>
                  <a:lnTo>
                    <a:pt x="566" y="686"/>
                  </a:lnTo>
                  <a:lnTo>
                    <a:pt x="572" y="682"/>
                  </a:lnTo>
                  <a:lnTo>
                    <a:pt x="578" y="679"/>
                  </a:lnTo>
                  <a:lnTo>
                    <a:pt x="585" y="675"/>
                  </a:lnTo>
                  <a:lnTo>
                    <a:pt x="597" y="675"/>
                  </a:lnTo>
                  <a:lnTo>
                    <a:pt x="609" y="677"/>
                  </a:lnTo>
                  <a:lnTo>
                    <a:pt x="618" y="679"/>
                  </a:lnTo>
                  <a:lnTo>
                    <a:pt x="627" y="675"/>
                  </a:lnTo>
                  <a:lnTo>
                    <a:pt x="634" y="665"/>
                  </a:lnTo>
                  <a:lnTo>
                    <a:pt x="628" y="663"/>
                  </a:lnTo>
                  <a:lnTo>
                    <a:pt x="623" y="661"/>
                  </a:lnTo>
                  <a:lnTo>
                    <a:pt x="620" y="659"/>
                  </a:lnTo>
                  <a:lnTo>
                    <a:pt x="614" y="658"/>
                  </a:lnTo>
                  <a:lnTo>
                    <a:pt x="607" y="658"/>
                  </a:lnTo>
                  <a:lnTo>
                    <a:pt x="590" y="666"/>
                  </a:lnTo>
                  <a:lnTo>
                    <a:pt x="571" y="672"/>
                  </a:lnTo>
                  <a:lnTo>
                    <a:pt x="550" y="675"/>
                  </a:lnTo>
                  <a:lnTo>
                    <a:pt x="546" y="666"/>
                  </a:lnTo>
                  <a:lnTo>
                    <a:pt x="541" y="659"/>
                  </a:lnTo>
                  <a:lnTo>
                    <a:pt x="536" y="652"/>
                  </a:lnTo>
                  <a:lnTo>
                    <a:pt x="532" y="644"/>
                  </a:lnTo>
                  <a:lnTo>
                    <a:pt x="531" y="630"/>
                  </a:lnTo>
                  <a:lnTo>
                    <a:pt x="532" y="619"/>
                  </a:lnTo>
                  <a:lnTo>
                    <a:pt x="531" y="607"/>
                  </a:lnTo>
                  <a:lnTo>
                    <a:pt x="529" y="593"/>
                  </a:lnTo>
                  <a:lnTo>
                    <a:pt x="531" y="581"/>
                  </a:lnTo>
                  <a:lnTo>
                    <a:pt x="539" y="563"/>
                  </a:lnTo>
                  <a:lnTo>
                    <a:pt x="553" y="551"/>
                  </a:lnTo>
                  <a:lnTo>
                    <a:pt x="567" y="537"/>
                  </a:lnTo>
                  <a:lnTo>
                    <a:pt x="579" y="523"/>
                  </a:lnTo>
                  <a:lnTo>
                    <a:pt x="588" y="507"/>
                  </a:lnTo>
                  <a:lnTo>
                    <a:pt x="583" y="502"/>
                  </a:lnTo>
                  <a:lnTo>
                    <a:pt x="578" y="497"/>
                  </a:lnTo>
                  <a:lnTo>
                    <a:pt x="572" y="492"/>
                  </a:lnTo>
                  <a:lnTo>
                    <a:pt x="559" y="494"/>
                  </a:lnTo>
                  <a:lnTo>
                    <a:pt x="543" y="495"/>
                  </a:lnTo>
                  <a:lnTo>
                    <a:pt x="538" y="520"/>
                  </a:lnTo>
                  <a:lnTo>
                    <a:pt x="529" y="539"/>
                  </a:lnTo>
                  <a:lnTo>
                    <a:pt x="517" y="555"/>
                  </a:lnTo>
                  <a:lnTo>
                    <a:pt x="503" y="570"/>
                  </a:lnTo>
                  <a:lnTo>
                    <a:pt x="490" y="588"/>
                  </a:lnTo>
                  <a:lnTo>
                    <a:pt x="482" y="609"/>
                  </a:lnTo>
                  <a:lnTo>
                    <a:pt x="476" y="633"/>
                  </a:lnTo>
                  <a:lnTo>
                    <a:pt x="487" y="642"/>
                  </a:lnTo>
                  <a:lnTo>
                    <a:pt x="497" y="652"/>
                  </a:lnTo>
                  <a:lnTo>
                    <a:pt x="504" y="665"/>
                  </a:lnTo>
                  <a:lnTo>
                    <a:pt x="508" y="680"/>
                  </a:lnTo>
                  <a:lnTo>
                    <a:pt x="503" y="682"/>
                  </a:lnTo>
                  <a:lnTo>
                    <a:pt x="501" y="684"/>
                  </a:lnTo>
                  <a:lnTo>
                    <a:pt x="499" y="686"/>
                  </a:lnTo>
                  <a:lnTo>
                    <a:pt x="499" y="686"/>
                  </a:lnTo>
                  <a:lnTo>
                    <a:pt x="499" y="687"/>
                  </a:lnTo>
                  <a:lnTo>
                    <a:pt x="497" y="689"/>
                  </a:lnTo>
                  <a:lnTo>
                    <a:pt x="497" y="693"/>
                  </a:lnTo>
                  <a:lnTo>
                    <a:pt x="496" y="694"/>
                  </a:lnTo>
                  <a:lnTo>
                    <a:pt x="473" y="703"/>
                  </a:lnTo>
                  <a:lnTo>
                    <a:pt x="470" y="724"/>
                  </a:lnTo>
                  <a:lnTo>
                    <a:pt x="463" y="740"/>
                  </a:lnTo>
                  <a:lnTo>
                    <a:pt x="456" y="752"/>
                  </a:lnTo>
                  <a:lnTo>
                    <a:pt x="445" y="762"/>
                  </a:lnTo>
                  <a:lnTo>
                    <a:pt x="436" y="773"/>
                  </a:lnTo>
                  <a:lnTo>
                    <a:pt x="428" y="787"/>
                  </a:lnTo>
                  <a:lnTo>
                    <a:pt x="422" y="787"/>
                  </a:lnTo>
                  <a:lnTo>
                    <a:pt x="422" y="783"/>
                  </a:lnTo>
                  <a:lnTo>
                    <a:pt x="408" y="764"/>
                  </a:lnTo>
                  <a:lnTo>
                    <a:pt x="400" y="743"/>
                  </a:lnTo>
                  <a:lnTo>
                    <a:pt x="394" y="720"/>
                  </a:lnTo>
                  <a:lnTo>
                    <a:pt x="384" y="694"/>
                  </a:lnTo>
                  <a:lnTo>
                    <a:pt x="370" y="701"/>
                  </a:lnTo>
                  <a:lnTo>
                    <a:pt x="361" y="710"/>
                  </a:lnTo>
                  <a:lnTo>
                    <a:pt x="351" y="717"/>
                  </a:lnTo>
                  <a:lnTo>
                    <a:pt x="340" y="722"/>
                  </a:lnTo>
                  <a:lnTo>
                    <a:pt x="323" y="726"/>
                  </a:lnTo>
                  <a:lnTo>
                    <a:pt x="321" y="724"/>
                  </a:lnTo>
                  <a:lnTo>
                    <a:pt x="319" y="724"/>
                  </a:lnTo>
                  <a:lnTo>
                    <a:pt x="318" y="724"/>
                  </a:lnTo>
                  <a:lnTo>
                    <a:pt x="316" y="722"/>
                  </a:lnTo>
                  <a:lnTo>
                    <a:pt x="312" y="722"/>
                  </a:lnTo>
                  <a:lnTo>
                    <a:pt x="311" y="701"/>
                  </a:lnTo>
                  <a:lnTo>
                    <a:pt x="309" y="684"/>
                  </a:lnTo>
                  <a:lnTo>
                    <a:pt x="305" y="670"/>
                  </a:lnTo>
                  <a:lnTo>
                    <a:pt x="302" y="654"/>
                  </a:lnTo>
                  <a:lnTo>
                    <a:pt x="300" y="633"/>
                  </a:lnTo>
                  <a:lnTo>
                    <a:pt x="309" y="624"/>
                  </a:lnTo>
                  <a:lnTo>
                    <a:pt x="312" y="616"/>
                  </a:lnTo>
                  <a:lnTo>
                    <a:pt x="314" y="605"/>
                  </a:lnTo>
                  <a:lnTo>
                    <a:pt x="319" y="591"/>
                  </a:lnTo>
                  <a:lnTo>
                    <a:pt x="323" y="588"/>
                  </a:lnTo>
                  <a:lnTo>
                    <a:pt x="328" y="583"/>
                  </a:lnTo>
                  <a:lnTo>
                    <a:pt x="333" y="577"/>
                  </a:lnTo>
                  <a:lnTo>
                    <a:pt x="339" y="572"/>
                  </a:lnTo>
                  <a:lnTo>
                    <a:pt x="342" y="574"/>
                  </a:lnTo>
                  <a:lnTo>
                    <a:pt x="344" y="576"/>
                  </a:lnTo>
                  <a:lnTo>
                    <a:pt x="346" y="577"/>
                  </a:lnTo>
                  <a:lnTo>
                    <a:pt x="347" y="579"/>
                  </a:lnTo>
                  <a:lnTo>
                    <a:pt x="347" y="579"/>
                  </a:lnTo>
                  <a:lnTo>
                    <a:pt x="351" y="576"/>
                  </a:lnTo>
                  <a:lnTo>
                    <a:pt x="353" y="572"/>
                  </a:lnTo>
                  <a:lnTo>
                    <a:pt x="354" y="569"/>
                  </a:lnTo>
                  <a:lnTo>
                    <a:pt x="356" y="563"/>
                  </a:lnTo>
                  <a:lnTo>
                    <a:pt x="358" y="560"/>
                  </a:lnTo>
                  <a:lnTo>
                    <a:pt x="370" y="553"/>
                  </a:lnTo>
                  <a:lnTo>
                    <a:pt x="380" y="549"/>
                  </a:lnTo>
                  <a:lnTo>
                    <a:pt x="389" y="541"/>
                  </a:lnTo>
                  <a:lnTo>
                    <a:pt x="386" y="539"/>
                  </a:lnTo>
                  <a:lnTo>
                    <a:pt x="384" y="539"/>
                  </a:lnTo>
                  <a:lnTo>
                    <a:pt x="382" y="539"/>
                  </a:lnTo>
                  <a:lnTo>
                    <a:pt x="382" y="537"/>
                  </a:lnTo>
                  <a:lnTo>
                    <a:pt x="382" y="537"/>
                  </a:lnTo>
                  <a:lnTo>
                    <a:pt x="382" y="534"/>
                  </a:lnTo>
                  <a:lnTo>
                    <a:pt x="380" y="530"/>
                  </a:lnTo>
                  <a:lnTo>
                    <a:pt x="393" y="514"/>
                  </a:lnTo>
                  <a:lnTo>
                    <a:pt x="405" y="495"/>
                  </a:lnTo>
                  <a:lnTo>
                    <a:pt x="415" y="473"/>
                  </a:lnTo>
                  <a:lnTo>
                    <a:pt x="426" y="450"/>
                  </a:lnTo>
                  <a:lnTo>
                    <a:pt x="436" y="427"/>
                  </a:lnTo>
                  <a:lnTo>
                    <a:pt x="449" y="406"/>
                  </a:lnTo>
                  <a:lnTo>
                    <a:pt x="461" y="392"/>
                  </a:lnTo>
                  <a:lnTo>
                    <a:pt x="476" y="384"/>
                  </a:lnTo>
                  <a:lnTo>
                    <a:pt x="476" y="370"/>
                  </a:lnTo>
                  <a:lnTo>
                    <a:pt x="492" y="370"/>
                  </a:lnTo>
                  <a:lnTo>
                    <a:pt x="501" y="354"/>
                  </a:lnTo>
                  <a:lnTo>
                    <a:pt x="515" y="343"/>
                  </a:lnTo>
                  <a:lnTo>
                    <a:pt x="534" y="338"/>
                  </a:lnTo>
                  <a:lnTo>
                    <a:pt x="536" y="340"/>
                  </a:lnTo>
                  <a:lnTo>
                    <a:pt x="538" y="340"/>
                  </a:lnTo>
                  <a:lnTo>
                    <a:pt x="538" y="340"/>
                  </a:lnTo>
                  <a:lnTo>
                    <a:pt x="539" y="340"/>
                  </a:lnTo>
                  <a:lnTo>
                    <a:pt x="543" y="342"/>
                  </a:lnTo>
                  <a:lnTo>
                    <a:pt x="543" y="329"/>
                  </a:lnTo>
                  <a:lnTo>
                    <a:pt x="548" y="329"/>
                  </a:lnTo>
                  <a:lnTo>
                    <a:pt x="552" y="329"/>
                  </a:lnTo>
                  <a:lnTo>
                    <a:pt x="555" y="329"/>
                  </a:lnTo>
                  <a:lnTo>
                    <a:pt x="557" y="329"/>
                  </a:lnTo>
                  <a:lnTo>
                    <a:pt x="559" y="331"/>
                  </a:lnTo>
                  <a:lnTo>
                    <a:pt x="560" y="331"/>
                  </a:lnTo>
                  <a:lnTo>
                    <a:pt x="566" y="335"/>
                  </a:lnTo>
                  <a:lnTo>
                    <a:pt x="572" y="321"/>
                  </a:lnTo>
                  <a:lnTo>
                    <a:pt x="583" y="312"/>
                  </a:lnTo>
                  <a:lnTo>
                    <a:pt x="595" y="309"/>
                  </a:lnTo>
                  <a:lnTo>
                    <a:pt x="611" y="305"/>
                  </a:lnTo>
                  <a:lnTo>
                    <a:pt x="627" y="303"/>
                  </a:lnTo>
                  <a:lnTo>
                    <a:pt x="634" y="310"/>
                  </a:lnTo>
                  <a:lnTo>
                    <a:pt x="642" y="314"/>
                  </a:lnTo>
                  <a:lnTo>
                    <a:pt x="649" y="315"/>
                  </a:lnTo>
                  <a:lnTo>
                    <a:pt x="656" y="317"/>
                  </a:lnTo>
                  <a:lnTo>
                    <a:pt x="662" y="324"/>
                  </a:lnTo>
                  <a:lnTo>
                    <a:pt x="665" y="338"/>
                  </a:lnTo>
                  <a:lnTo>
                    <a:pt x="663" y="340"/>
                  </a:lnTo>
                  <a:lnTo>
                    <a:pt x="662" y="342"/>
                  </a:lnTo>
                  <a:lnTo>
                    <a:pt x="660" y="342"/>
                  </a:lnTo>
                  <a:lnTo>
                    <a:pt x="660" y="343"/>
                  </a:lnTo>
                  <a:lnTo>
                    <a:pt x="658" y="345"/>
                  </a:lnTo>
                  <a:lnTo>
                    <a:pt x="658" y="349"/>
                  </a:lnTo>
                  <a:lnTo>
                    <a:pt x="660" y="352"/>
                  </a:lnTo>
                  <a:lnTo>
                    <a:pt x="662" y="352"/>
                  </a:lnTo>
                  <a:lnTo>
                    <a:pt x="663" y="354"/>
                  </a:lnTo>
                  <a:lnTo>
                    <a:pt x="665" y="357"/>
                  </a:lnTo>
                  <a:lnTo>
                    <a:pt x="677" y="352"/>
                  </a:lnTo>
                  <a:lnTo>
                    <a:pt x="684" y="350"/>
                  </a:lnTo>
                  <a:lnTo>
                    <a:pt x="689" y="350"/>
                  </a:lnTo>
                  <a:lnTo>
                    <a:pt x="691" y="354"/>
                  </a:lnTo>
                  <a:lnTo>
                    <a:pt x="693" y="359"/>
                  </a:lnTo>
                  <a:lnTo>
                    <a:pt x="698" y="364"/>
                  </a:lnTo>
                  <a:lnTo>
                    <a:pt x="703" y="370"/>
                  </a:lnTo>
                  <a:lnTo>
                    <a:pt x="735" y="373"/>
                  </a:lnTo>
                  <a:lnTo>
                    <a:pt x="747" y="380"/>
                  </a:lnTo>
                  <a:lnTo>
                    <a:pt x="761" y="391"/>
                  </a:lnTo>
                  <a:lnTo>
                    <a:pt x="775" y="405"/>
                  </a:lnTo>
                  <a:lnTo>
                    <a:pt x="787" y="420"/>
                  </a:lnTo>
                  <a:lnTo>
                    <a:pt x="798" y="436"/>
                  </a:lnTo>
                  <a:lnTo>
                    <a:pt x="801" y="452"/>
                  </a:lnTo>
                  <a:lnTo>
                    <a:pt x="799" y="467"/>
                  </a:lnTo>
                  <a:lnTo>
                    <a:pt x="787" y="480"/>
                  </a:lnTo>
                  <a:lnTo>
                    <a:pt x="771" y="488"/>
                  </a:lnTo>
                  <a:lnTo>
                    <a:pt x="754" y="488"/>
                  </a:lnTo>
                  <a:lnTo>
                    <a:pt x="738" y="481"/>
                  </a:lnTo>
                  <a:lnTo>
                    <a:pt x="724" y="474"/>
                  </a:lnTo>
                  <a:lnTo>
                    <a:pt x="710" y="469"/>
                  </a:lnTo>
                  <a:lnTo>
                    <a:pt x="712" y="481"/>
                  </a:lnTo>
                  <a:lnTo>
                    <a:pt x="714" y="497"/>
                  </a:lnTo>
                  <a:lnTo>
                    <a:pt x="716" y="514"/>
                  </a:lnTo>
                  <a:lnTo>
                    <a:pt x="719" y="528"/>
                  </a:lnTo>
                  <a:lnTo>
                    <a:pt x="723" y="537"/>
                  </a:lnTo>
                  <a:lnTo>
                    <a:pt x="726" y="542"/>
                  </a:lnTo>
                  <a:lnTo>
                    <a:pt x="731" y="544"/>
                  </a:lnTo>
                  <a:lnTo>
                    <a:pt x="735" y="548"/>
                  </a:lnTo>
                  <a:lnTo>
                    <a:pt x="742" y="549"/>
                  </a:lnTo>
                  <a:lnTo>
                    <a:pt x="740" y="537"/>
                  </a:lnTo>
                  <a:lnTo>
                    <a:pt x="738" y="528"/>
                  </a:lnTo>
                  <a:lnTo>
                    <a:pt x="738" y="518"/>
                  </a:lnTo>
                  <a:lnTo>
                    <a:pt x="742" y="518"/>
                  </a:lnTo>
                  <a:lnTo>
                    <a:pt x="742" y="514"/>
                  </a:lnTo>
                  <a:lnTo>
                    <a:pt x="754" y="521"/>
                  </a:lnTo>
                  <a:lnTo>
                    <a:pt x="766" y="528"/>
                  </a:lnTo>
                  <a:lnTo>
                    <a:pt x="780" y="534"/>
                  </a:lnTo>
                  <a:lnTo>
                    <a:pt x="782" y="530"/>
                  </a:lnTo>
                  <a:lnTo>
                    <a:pt x="784" y="527"/>
                  </a:lnTo>
                  <a:lnTo>
                    <a:pt x="785" y="525"/>
                  </a:lnTo>
                  <a:lnTo>
                    <a:pt x="787" y="520"/>
                  </a:lnTo>
                  <a:lnTo>
                    <a:pt x="787" y="514"/>
                  </a:lnTo>
                  <a:lnTo>
                    <a:pt x="785" y="513"/>
                  </a:lnTo>
                  <a:lnTo>
                    <a:pt x="784" y="511"/>
                  </a:lnTo>
                  <a:lnTo>
                    <a:pt x="782" y="509"/>
                  </a:lnTo>
                  <a:lnTo>
                    <a:pt x="782" y="507"/>
                  </a:lnTo>
                  <a:lnTo>
                    <a:pt x="782" y="504"/>
                  </a:lnTo>
                  <a:lnTo>
                    <a:pt x="780" y="499"/>
                  </a:lnTo>
                  <a:lnTo>
                    <a:pt x="796" y="492"/>
                  </a:lnTo>
                  <a:lnTo>
                    <a:pt x="806" y="481"/>
                  </a:lnTo>
                  <a:lnTo>
                    <a:pt x="815" y="469"/>
                  </a:lnTo>
                  <a:lnTo>
                    <a:pt x="820" y="471"/>
                  </a:lnTo>
                  <a:lnTo>
                    <a:pt x="827" y="473"/>
                  </a:lnTo>
                  <a:lnTo>
                    <a:pt x="834" y="474"/>
                  </a:lnTo>
                  <a:lnTo>
                    <a:pt x="841" y="476"/>
                  </a:lnTo>
                  <a:lnTo>
                    <a:pt x="838" y="438"/>
                  </a:lnTo>
                  <a:lnTo>
                    <a:pt x="831" y="396"/>
                  </a:lnTo>
                  <a:lnTo>
                    <a:pt x="860" y="396"/>
                  </a:lnTo>
                  <a:lnTo>
                    <a:pt x="867" y="403"/>
                  </a:lnTo>
                  <a:lnTo>
                    <a:pt x="874" y="413"/>
                  </a:lnTo>
                  <a:lnTo>
                    <a:pt x="880" y="422"/>
                  </a:lnTo>
                  <a:lnTo>
                    <a:pt x="880" y="431"/>
                  </a:lnTo>
                  <a:lnTo>
                    <a:pt x="876" y="432"/>
                  </a:lnTo>
                  <a:lnTo>
                    <a:pt x="874" y="432"/>
                  </a:lnTo>
                  <a:lnTo>
                    <a:pt x="871" y="434"/>
                  </a:lnTo>
                  <a:lnTo>
                    <a:pt x="864" y="434"/>
                  </a:lnTo>
                  <a:lnTo>
                    <a:pt x="864" y="453"/>
                  </a:lnTo>
                  <a:lnTo>
                    <a:pt x="869" y="455"/>
                  </a:lnTo>
                  <a:lnTo>
                    <a:pt x="871" y="457"/>
                  </a:lnTo>
                  <a:lnTo>
                    <a:pt x="874" y="459"/>
                  </a:lnTo>
                  <a:lnTo>
                    <a:pt x="878" y="460"/>
                  </a:lnTo>
                  <a:lnTo>
                    <a:pt x="883" y="460"/>
                  </a:lnTo>
                  <a:lnTo>
                    <a:pt x="885" y="460"/>
                  </a:lnTo>
                  <a:lnTo>
                    <a:pt x="887" y="459"/>
                  </a:lnTo>
                  <a:lnTo>
                    <a:pt x="887" y="459"/>
                  </a:lnTo>
                  <a:lnTo>
                    <a:pt x="888" y="459"/>
                  </a:lnTo>
                  <a:lnTo>
                    <a:pt x="892" y="457"/>
                  </a:lnTo>
                  <a:lnTo>
                    <a:pt x="894" y="452"/>
                  </a:lnTo>
                  <a:lnTo>
                    <a:pt x="894" y="448"/>
                  </a:lnTo>
                  <a:lnTo>
                    <a:pt x="894" y="443"/>
                  </a:lnTo>
                  <a:lnTo>
                    <a:pt x="894" y="439"/>
                  </a:lnTo>
                  <a:lnTo>
                    <a:pt x="892" y="434"/>
                  </a:lnTo>
                  <a:lnTo>
                    <a:pt x="904" y="418"/>
                  </a:lnTo>
                  <a:lnTo>
                    <a:pt x="918" y="405"/>
                  </a:lnTo>
                  <a:lnTo>
                    <a:pt x="930" y="389"/>
                  </a:lnTo>
                  <a:lnTo>
                    <a:pt x="936" y="387"/>
                  </a:lnTo>
                  <a:lnTo>
                    <a:pt x="941" y="387"/>
                  </a:lnTo>
                  <a:lnTo>
                    <a:pt x="943" y="385"/>
                  </a:lnTo>
                  <a:lnTo>
                    <a:pt x="946" y="387"/>
                  </a:lnTo>
                  <a:lnTo>
                    <a:pt x="950" y="389"/>
                  </a:lnTo>
                  <a:lnTo>
                    <a:pt x="951" y="392"/>
                  </a:lnTo>
                  <a:lnTo>
                    <a:pt x="953" y="396"/>
                  </a:lnTo>
                  <a:lnTo>
                    <a:pt x="955" y="398"/>
                  </a:lnTo>
                  <a:lnTo>
                    <a:pt x="956" y="401"/>
                  </a:lnTo>
                  <a:lnTo>
                    <a:pt x="960" y="403"/>
                  </a:lnTo>
                  <a:lnTo>
                    <a:pt x="960" y="399"/>
                  </a:lnTo>
                  <a:lnTo>
                    <a:pt x="963" y="396"/>
                  </a:lnTo>
                  <a:lnTo>
                    <a:pt x="965" y="392"/>
                  </a:lnTo>
                  <a:lnTo>
                    <a:pt x="967" y="389"/>
                  </a:lnTo>
                  <a:lnTo>
                    <a:pt x="967" y="384"/>
                  </a:lnTo>
                  <a:lnTo>
                    <a:pt x="969" y="377"/>
                  </a:lnTo>
                  <a:lnTo>
                    <a:pt x="984" y="377"/>
                  </a:lnTo>
                  <a:lnTo>
                    <a:pt x="998" y="380"/>
                  </a:lnTo>
                  <a:lnTo>
                    <a:pt x="1011" y="384"/>
                  </a:lnTo>
                  <a:lnTo>
                    <a:pt x="1002" y="391"/>
                  </a:lnTo>
                  <a:lnTo>
                    <a:pt x="993" y="396"/>
                  </a:lnTo>
                  <a:lnTo>
                    <a:pt x="986" y="401"/>
                  </a:lnTo>
                  <a:lnTo>
                    <a:pt x="979" y="411"/>
                  </a:lnTo>
                  <a:lnTo>
                    <a:pt x="988" y="411"/>
                  </a:lnTo>
                  <a:lnTo>
                    <a:pt x="993" y="406"/>
                  </a:lnTo>
                  <a:lnTo>
                    <a:pt x="1005" y="401"/>
                  </a:lnTo>
                  <a:lnTo>
                    <a:pt x="1018" y="396"/>
                  </a:lnTo>
                  <a:lnTo>
                    <a:pt x="1028" y="392"/>
                  </a:lnTo>
                  <a:lnTo>
                    <a:pt x="1039" y="389"/>
                  </a:lnTo>
                  <a:lnTo>
                    <a:pt x="1042" y="389"/>
                  </a:lnTo>
                  <a:lnTo>
                    <a:pt x="1044" y="391"/>
                  </a:lnTo>
                  <a:lnTo>
                    <a:pt x="1047" y="394"/>
                  </a:lnTo>
                  <a:lnTo>
                    <a:pt x="1049" y="396"/>
                  </a:lnTo>
                  <a:lnTo>
                    <a:pt x="1051" y="398"/>
                  </a:lnTo>
                  <a:lnTo>
                    <a:pt x="1054" y="398"/>
                  </a:lnTo>
                  <a:lnTo>
                    <a:pt x="1061" y="399"/>
                  </a:lnTo>
                  <a:lnTo>
                    <a:pt x="1063" y="396"/>
                  </a:lnTo>
                  <a:lnTo>
                    <a:pt x="1065" y="392"/>
                  </a:lnTo>
                  <a:lnTo>
                    <a:pt x="1066" y="391"/>
                  </a:lnTo>
                  <a:lnTo>
                    <a:pt x="1066" y="387"/>
                  </a:lnTo>
                  <a:lnTo>
                    <a:pt x="1068" y="382"/>
                  </a:lnTo>
                  <a:lnTo>
                    <a:pt x="1068" y="377"/>
                  </a:lnTo>
                  <a:lnTo>
                    <a:pt x="1065" y="373"/>
                  </a:lnTo>
                  <a:lnTo>
                    <a:pt x="1063" y="370"/>
                  </a:lnTo>
                  <a:lnTo>
                    <a:pt x="1061" y="366"/>
                  </a:lnTo>
                  <a:lnTo>
                    <a:pt x="1061" y="361"/>
                  </a:lnTo>
                  <a:lnTo>
                    <a:pt x="1061" y="354"/>
                  </a:lnTo>
                  <a:lnTo>
                    <a:pt x="1066" y="350"/>
                  </a:lnTo>
                  <a:lnTo>
                    <a:pt x="1070" y="347"/>
                  </a:lnTo>
                  <a:lnTo>
                    <a:pt x="1073" y="345"/>
                  </a:lnTo>
                  <a:lnTo>
                    <a:pt x="1080" y="342"/>
                  </a:lnTo>
                  <a:lnTo>
                    <a:pt x="1084" y="343"/>
                  </a:lnTo>
                  <a:lnTo>
                    <a:pt x="1089" y="345"/>
                  </a:lnTo>
                  <a:lnTo>
                    <a:pt x="1096" y="345"/>
                  </a:lnTo>
                  <a:lnTo>
                    <a:pt x="1103" y="345"/>
                  </a:lnTo>
                  <a:lnTo>
                    <a:pt x="1112" y="356"/>
                  </a:lnTo>
                  <a:lnTo>
                    <a:pt x="1124" y="368"/>
                  </a:lnTo>
                  <a:lnTo>
                    <a:pt x="1142" y="380"/>
                  </a:lnTo>
                  <a:lnTo>
                    <a:pt x="1157" y="392"/>
                  </a:lnTo>
                  <a:lnTo>
                    <a:pt x="1171" y="399"/>
                  </a:lnTo>
                  <a:lnTo>
                    <a:pt x="1180" y="403"/>
                  </a:lnTo>
                  <a:lnTo>
                    <a:pt x="1182" y="401"/>
                  </a:lnTo>
                  <a:lnTo>
                    <a:pt x="1182" y="401"/>
                  </a:lnTo>
                  <a:lnTo>
                    <a:pt x="1182" y="399"/>
                  </a:lnTo>
                  <a:lnTo>
                    <a:pt x="1182" y="399"/>
                  </a:lnTo>
                  <a:lnTo>
                    <a:pt x="1183" y="396"/>
                  </a:lnTo>
                  <a:lnTo>
                    <a:pt x="1178" y="391"/>
                  </a:lnTo>
                  <a:lnTo>
                    <a:pt x="1175" y="387"/>
                  </a:lnTo>
                  <a:lnTo>
                    <a:pt x="1173" y="382"/>
                  </a:lnTo>
                  <a:lnTo>
                    <a:pt x="1169" y="377"/>
                  </a:lnTo>
                  <a:lnTo>
                    <a:pt x="1168" y="370"/>
                  </a:lnTo>
                  <a:lnTo>
                    <a:pt x="1152" y="370"/>
                  </a:lnTo>
                  <a:lnTo>
                    <a:pt x="1154" y="349"/>
                  </a:lnTo>
                  <a:lnTo>
                    <a:pt x="1150" y="333"/>
                  </a:lnTo>
                  <a:lnTo>
                    <a:pt x="1148" y="319"/>
                  </a:lnTo>
                  <a:lnTo>
                    <a:pt x="1145" y="300"/>
                  </a:lnTo>
                  <a:lnTo>
                    <a:pt x="1155" y="293"/>
                  </a:lnTo>
                  <a:lnTo>
                    <a:pt x="1162" y="284"/>
                  </a:lnTo>
                  <a:lnTo>
                    <a:pt x="1166" y="274"/>
                  </a:lnTo>
                  <a:lnTo>
                    <a:pt x="1169" y="261"/>
                  </a:lnTo>
                  <a:lnTo>
                    <a:pt x="1173" y="251"/>
                  </a:lnTo>
                  <a:lnTo>
                    <a:pt x="1178" y="240"/>
                  </a:lnTo>
                  <a:lnTo>
                    <a:pt x="1185" y="232"/>
                  </a:lnTo>
                  <a:lnTo>
                    <a:pt x="1194" y="226"/>
                  </a:lnTo>
                  <a:lnTo>
                    <a:pt x="1210" y="225"/>
                  </a:lnTo>
                  <a:lnTo>
                    <a:pt x="1229" y="226"/>
                  </a:lnTo>
                  <a:lnTo>
                    <a:pt x="1234" y="235"/>
                  </a:lnTo>
                  <a:lnTo>
                    <a:pt x="1241" y="242"/>
                  </a:lnTo>
                  <a:lnTo>
                    <a:pt x="1239" y="256"/>
                  </a:lnTo>
                  <a:lnTo>
                    <a:pt x="1236" y="270"/>
                  </a:lnTo>
                  <a:lnTo>
                    <a:pt x="1232" y="282"/>
                  </a:lnTo>
                  <a:lnTo>
                    <a:pt x="1231" y="293"/>
                  </a:lnTo>
                  <a:lnTo>
                    <a:pt x="1229" y="300"/>
                  </a:lnTo>
                  <a:lnTo>
                    <a:pt x="1232" y="309"/>
                  </a:lnTo>
                  <a:lnTo>
                    <a:pt x="1238" y="321"/>
                  </a:lnTo>
                  <a:lnTo>
                    <a:pt x="1241" y="335"/>
                  </a:lnTo>
                  <a:lnTo>
                    <a:pt x="1244" y="345"/>
                  </a:lnTo>
                  <a:lnTo>
                    <a:pt x="1244" y="357"/>
                  </a:lnTo>
                  <a:lnTo>
                    <a:pt x="1241" y="368"/>
                  </a:lnTo>
                  <a:lnTo>
                    <a:pt x="1238" y="377"/>
                  </a:lnTo>
                  <a:lnTo>
                    <a:pt x="1238" y="384"/>
                  </a:lnTo>
                  <a:lnTo>
                    <a:pt x="1239" y="389"/>
                  </a:lnTo>
                  <a:lnTo>
                    <a:pt x="1241" y="392"/>
                  </a:lnTo>
                  <a:lnTo>
                    <a:pt x="1244" y="396"/>
                  </a:lnTo>
                  <a:lnTo>
                    <a:pt x="1248" y="399"/>
                  </a:lnTo>
                  <a:lnTo>
                    <a:pt x="1250" y="405"/>
                  </a:lnTo>
                  <a:lnTo>
                    <a:pt x="1253" y="411"/>
                  </a:lnTo>
                  <a:lnTo>
                    <a:pt x="1248" y="422"/>
                  </a:lnTo>
                  <a:lnTo>
                    <a:pt x="1244" y="434"/>
                  </a:lnTo>
                  <a:lnTo>
                    <a:pt x="1244" y="450"/>
                  </a:lnTo>
                  <a:lnTo>
                    <a:pt x="1239" y="453"/>
                  </a:lnTo>
                  <a:lnTo>
                    <a:pt x="1236" y="457"/>
                  </a:lnTo>
                  <a:lnTo>
                    <a:pt x="1231" y="459"/>
                  </a:lnTo>
                  <a:lnTo>
                    <a:pt x="1225" y="462"/>
                  </a:lnTo>
                  <a:lnTo>
                    <a:pt x="1218" y="464"/>
                  </a:lnTo>
                  <a:lnTo>
                    <a:pt x="1218" y="469"/>
                  </a:lnTo>
                  <a:lnTo>
                    <a:pt x="1238" y="469"/>
                  </a:lnTo>
                  <a:lnTo>
                    <a:pt x="1239" y="467"/>
                  </a:lnTo>
                  <a:lnTo>
                    <a:pt x="1239" y="467"/>
                  </a:lnTo>
                  <a:lnTo>
                    <a:pt x="1241" y="466"/>
                  </a:lnTo>
                  <a:lnTo>
                    <a:pt x="1241" y="466"/>
                  </a:lnTo>
                  <a:lnTo>
                    <a:pt x="1244" y="464"/>
                  </a:lnTo>
                  <a:lnTo>
                    <a:pt x="1251" y="452"/>
                  </a:lnTo>
                  <a:lnTo>
                    <a:pt x="1258" y="438"/>
                  </a:lnTo>
                  <a:lnTo>
                    <a:pt x="1264" y="427"/>
                  </a:lnTo>
                  <a:lnTo>
                    <a:pt x="1267" y="410"/>
                  </a:lnTo>
                  <a:lnTo>
                    <a:pt x="1264" y="394"/>
                  </a:lnTo>
                  <a:lnTo>
                    <a:pt x="1262" y="378"/>
                  </a:lnTo>
                  <a:lnTo>
                    <a:pt x="1260" y="364"/>
                  </a:lnTo>
                  <a:lnTo>
                    <a:pt x="1279" y="364"/>
                  </a:lnTo>
                  <a:lnTo>
                    <a:pt x="1297" y="364"/>
                  </a:lnTo>
                  <a:lnTo>
                    <a:pt x="1314" y="370"/>
                  </a:lnTo>
                  <a:lnTo>
                    <a:pt x="1314" y="364"/>
                  </a:lnTo>
                  <a:lnTo>
                    <a:pt x="1297" y="357"/>
                  </a:lnTo>
                  <a:lnTo>
                    <a:pt x="1276" y="349"/>
                  </a:lnTo>
                  <a:lnTo>
                    <a:pt x="1257" y="342"/>
                  </a:lnTo>
                  <a:lnTo>
                    <a:pt x="1253" y="324"/>
                  </a:lnTo>
                  <a:lnTo>
                    <a:pt x="1248" y="312"/>
                  </a:lnTo>
                  <a:lnTo>
                    <a:pt x="1243" y="302"/>
                  </a:lnTo>
                  <a:lnTo>
                    <a:pt x="1238" y="288"/>
                  </a:lnTo>
                  <a:lnTo>
                    <a:pt x="1260" y="268"/>
                  </a:lnTo>
                  <a:lnTo>
                    <a:pt x="1260" y="235"/>
                  </a:lnTo>
                  <a:lnTo>
                    <a:pt x="1264" y="235"/>
                  </a:lnTo>
                  <a:lnTo>
                    <a:pt x="1267" y="235"/>
                  </a:lnTo>
                  <a:lnTo>
                    <a:pt x="1269" y="235"/>
                  </a:lnTo>
                  <a:lnTo>
                    <a:pt x="1269" y="237"/>
                  </a:lnTo>
                  <a:lnTo>
                    <a:pt x="1272" y="239"/>
                  </a:lnTo>
                  <a:lnTo>
                    <a:pt x="1276" y="249"/>
                  </a:lnTo>
                  <a:lnTo>
                    <a:pt x="1279" y="260"/>
                  </a:lnTo>
                  <a:lnTo>
                    <a:pt x="1286" y="268"/>
                  </a:lnTo>
                  <a:lnTo>
                    <a:pt x="1299" y="261"/>
                  </a:lnTo>
                  <a:lnTo>
                    <a:pt x="1314" y="258"/>
                  </a:lnTo>
                  <a:lnTo>
                    <a:pt x="1334" y="258"/>
                  </a:lnTo>
                  <a:lnTo>
                    <a:pt x="1344" y="272"/>
                  </a:lnTo>
                  <a:lnTo>
                    <a:pt x="1360" y="286"/>
                  </a:lnTo>
                  <a:lnTo>
                    <a:pt x="1375" y="296"/>
                  </a:lnTo>
                  <a:lnTo>
                    <a:pt x="1375" y="288"/>
                  </a:lnTo>
                  <a:lnTo>
                    <a:pt x="1363" y="275"/>
                  </a:lnTo>
                  <a:lnTo>
                    <a:pt x="1354" y="260"/>
                  </a:lnTo>
                  <a:lnTo>
                    <a:pt x="1349" y="240"/>
                  </a:lnTo>
                  <a:lnTo>
                    <a:pt x="1344" y="221"/>
                  </a:lnTo>
                  <a:lnTo>
                    <a:pt x="1340" y="200"/>
                  </a:lnTo>
                  <a:lnTo>
                    <a:pt x="1363" y="193"/>
                  </a:lnTo>
                  <a:lnTo>
                    <a:pt x="1388" y="188"/>
                  </a:lnTo>
                  <a:lnTo>
                    <a:pt x="1395" y="204"/>
                  </a:lnTo>
                  <a:lnTo>
                    <a:pt x="1398" y="204"/>
                  </a:lnTo>
                  <a:lnTo>
                    <a:pt x="1402" y="188"/>
                  </a:lnTo>
                  <a:lnTo>
                    <a:pt x="1405" y="171"/>
                  </a:lnTo>
                  <a:lnTo>
                    <a:pt x="1410" y="153"/>
                  </a:lnTo>
                  <a:lnTo>
                    <a:pt x="1426" y="144"/>
                  </a:lnTo>
                  <a:lnTo>
                    <a:pt x="1438" y="134"/>
                  </a:lnTo>
                  <a:lnTo>
                    <a:pt x="1452" y="123"/>
                  </a:lnTo>
                  <a:lnTo>
                    <a:pt x="1466" y="117"/>
                  </a:lnTo>
                  <a:lnTo>
                    <a:pt x="1482" y="111"/>
                  </a:lnTo>
                  <a:lnTo>
                    <a:pt x="1503" y="111"/>
                  </a:lnTo>
                  <a:lnTo>
                    <a:pt x="1505" y="104"/>
                  </a:lnTo>
                  <a:lnTo>
                    <a:pt x="1508" y="99"/>
                  </a:lnTo>
                  <a:lnTo>
                    <a:pt x="1510" y="94"/>
                  </a:lnTo>
                  <a:lnTo>
                    <a:pt x="1513" y="89"/>
                  </a:lnTo>
                  <a:lnTo>
                    <a:pt x="1524" y="89"/>
                  </a:lnTo>
                  <a:lnTo>
                    <a:pt x="1538" y="89"/>
                  </a:lnTo>
                  <a:lnTo>
                    <a:pt x="1552" y="89"/>
                  </a:lnTo>
                  <a:lnTo>
                    <a:pt x="1562" y="89"/>
                  </a:lnTo>
                  <a:lnTo>
                    <a:pt x="1567" y="89"/>
                  </a:lnTo>
                  <a:lnTo>
                    <a:pt x="1574" y="83"/>
                  </a:lnTo>
                  <a:lnTo>
                    <a:pt x="1581" y="78"/>
                  </a:lnTo>
                  <a:lnTo>
                    <a:pt x="1588" y="71"/>
                  </a:lnTo>
                  <a:lnTo>
                    <a:pt x="1594" y="66"/>
                  </a:lnTo>
                  <a:lnTo>
                    <a:pt x="1599" y="68"/>
                  </a:lnTo>
                  <a:lnTo>
                    <a:pt x="1602" y="68"/>
                  </a:lnTo>
                  <a:lnTo>
                    <a:pt x="1608" y="69"/>
                  </a:lnTo>
                  <a:lnTo>
                    <a:pt x="1613" y="69"/>
                  </a:lnTo>
                  <a:lnTo>
                    <a:pt x="1613" y="50"/>
                  </a:lnTo>
                  <a:lnTo>
                    <a:pt x="1628" y="43"/>
                  </a:lnTo>
                  <a:lnTo>
                    <a:pt x="1641" y="36"/>
                  </a:lnTo>
                  <a:lnTo>
                    <a:pt x="1653" y="27"/>
                  </a:lnTo>
                  <a:lnTo>
                    <a:pt x="1663" y="17"/>
                  </a:lnTo>
                  <a:lnTo>
                    <a:pt x="1667" y="0"/>
                  </a:lnTo>
                  <a:close/>
                </a:path>
              </a:pathLst>
            </a:custGeom>
            <a:grpFill/>
            <a:ln w="3175" cap="rnd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4" name="Freeform 313"/>
            <p:cNvSpPr>
              <a:spLocks noEditPoints="1"/>
            </p:cNvSpPr>
            <p:nvPr/>
          </p:nvSpPr>
          <p:spPr bwMode="auto">
            <a:xfrm>
              <a:off x="4574381" y="1143000"/>
              <a:ext cx="2078038" cy="517525"/>
            </a:xfrm>
            <a:custGeom>
              <a:avLst/>
              <a:gdLst>
                <a:gd name="T0" fmla="*/ 190 w 1309"/>
                <a:gd name="T1" fmla="*/ 255 h 326"/>
                <a:gd name="T2" fmla="*/ 157 w 1309"/>
                <a:gd name="T3" fmla="*/ 202 h 326"/>
                <a:gd name="T4" fmla="*/ 1271 w 1309"/>
                <a:gd name="T5" fmla="*/ 173 h 326"/>
                <a:gd name="T6" fmla="*/ 1293 w 1309"/>
                <a:gd name="T7" fmla="*/ 176 h 326"/>
                <a:gd name="T8" fmla="*/ 1307 w 1309"/>
                <a:gd name="T9" fmla="*/ 216 h 326"/>
                <a:gd name="T10" fmla="*/ 1241 w 1309"/>
                <a:gd name="T11" fmla="*/ 244 h 326"/>
                <a:gd name="T12" fmla="*/ 1238 w 1309"/>
                <a:gd name="T13" fmla="*/ 227 h 326"/>
                <a:gd name="T14" fmla="*/ 1251 w 1309"/>
                <a:gd name="T15" fmla="*/ 171 h 326"/>
                <a:gd name="T16" fmla="*/ 126 w 1309"/>
                <a:gd name="T17" fmla="*/ 166 h 326"/>
                <a:gd name="T18" fmla="*/ 150 w 1309"/>
                <a:gd name="T19" fmla="*/ 169 h 326"/>
                <a:gd name="T20" fmla="*/ 105 w 1309"/>
                <a:gd name="T21" fmla="*/ 276 h 326"/>
                <a:gd name="T22" fmla="*/ 82 w 1309"/>
                <a:gd name="T23" fmla="*/ 307 h 326"/>
                <a:gd name="T24" fmla="*/ 61 w 1309"/>
                <a:gd name="T25" fmla="*/ 251 h 326"/>
                <a:gd name="T26" fmla="*/ 70 w 1309"/>
                <a:gd name="T27" fmla="*/ 246 h 326"/>
                <a:gd name="T28" fmla="*/ 54 w 1309"/>
                <a:gd name="T29" fmla="*/ 222 h 326"/>
                <a:gd name="T30" fmla="*/ 44 w 1309"/>
                <a:gd name="T31" fmla="*/ 213 h 326"/>
                <a:gd name="T32" fmla="*/ 19 w 1309"/>
                <a:gd name="T33" fmla="*/ 173 h 326"/>
                <a:gd name="T34" fmla="*/ 14 w 1309"/>
                <a:gd name="T35" fmla="*/ 159 h 326"/>
                <a:gd name="T36" fmla="*/ 3 w 1309"/>
                <a:gd name="T37" fmla="*/ 147 h 326"/>
                <a:gd name="T38" fmla="*/ 42 w 1309"/>
                <a:gd name="T39" fmla="*/ 122 h 326"/>
                <a:gd name="T40" fmla="*/ 61 w 1309"/>
                <a:gd name="T41" fmla="*/ 141 h 326"/>
                <a:gd name="T42" fmla="*/ 73 w 1309"/>
                <a:gd name="T43" fmla="*/ 122 h 326"/>
                <a:gd name="T44" fmla="*/ 1101 w 1309"/>
                <a:gd name="T45" fmla="*/ 106 h 326"/>
                <a:gd name="T46" fmla="*/ 1094 w 1309"/>
                <a:gd name="T47" fmla="*/ 126 h 326"/>
                <a:gd name="T48" fmla="*/ 1061 w 1309"/>
                <a:gd name="T49" fmla="*/ 112 h 326"/>
                <a:gd name="T50" fmla="*/ 559 w 1309"/>
                <a:gd name="T51" fmla="*/ 101 h 326"/>
                <a:gd name="T52" fmla="*/ 560 w 1309"/>
                <a:gd name="T53" fmla="*/ 126 h 326"/>
                <a:gd name="T54" fmla="*/ 532 w 1309"/>
                <a:gd name="T55" fmla="*/ 113 h 326"/>
                <a:gd name="T56" fmla="*/ 1185 w 1309"/>
                <a:gd name="T57" fmla="*/ 79 h 326"/>
                <a:gd name="T58" fmla="*/ 1178 w 1309"/>
                <a:gd name="T59" fmla="*/ 103 h 326"/>
                <a:gd name="T60" fmla="*/ 1225 w 1309"/>
                <a:gd name="T61" fmla="*/ 115 h 326"/>
                <a:gd name="T62" fmla="*/ 1241 w 1309"/>
                <a:gd name="T63" fmla="*/ 178 h 326"/>
                <a:gd name="T64" fmla="*/ 1157 w 1309"/>
                <a:gd name="T65" fmla="*/ 171 h 326"/>
                <a:gd name="T66" fmla="*/ 1128 w 1309"/>
                <a:gd name="T67" fmla="*/ 131 h 326"/>
                <a:gd name="T68" fmla="*/ 1128 w 1309"/>
                <a:gd name="T69" fmla="*/ 98 h 326"/>
                <a:gd name="T70" fmla="*/ 1175 w 1309"/>
                <a:gd name="T71" fmla="*/ 77 h 326"/>
                <a:gd name="T72" fmla="*/ 991 w 1309"/>
                <a:gd name="T73" fmla="*/ 108 h 326"/>
                <a:gd name="T74" fmla="*/ 637 w 1309"/>
                <a:gd name="T75" fmla="*/ 80 h 326"/>
                <a:gd name="T76" fmla="*/ 593 w 1309"/>
                <a:gd name="T77" fmla="*/ 99 h 326"/>
                <a:gd name="T78" fmla="*/ 176 w 1309"/>
                <a:gd name="T79" fmla="*/ 77 h 326"/>
                <a:gd name="T80" fmla="*/ 204 w 1309"/>
                <a:gd name="T81" fmla="*/ 80 h 326"/>
                <a:gd name="T82" fmla="*/ 227 w 1309"/>
                <a:gd name="T83" fmla="*/ 89 h 326"/>
                <a:gd name="T84" fmla="*/ 211 w 1309"/>
                <a:gd name="T85" fmla="*/ 141 h 326"/>
                <a:gd name="T86" fmla="*/ 145 w 1309"/>
                <a:gd name="T87" fmla="*/ 134 h 326"/>
                <a:gd name="T88" fmla="*/ 124 w 1309"/>
                <a:gd name="T89" fmla="*/ 101 h 326"/>
                <a:gd name="T90" fmla="*/ 161 w 1309"/>
                <a:gd name="T91" fmla="*/ 77 h 326"/>
                <a:gd name="T92" fmla="*/ 627 w 1309"/>
                <a:gd name="T93" fmla="*/ 45 h 326"/>
                <a:gd name="T94" fmla="*/ 646 w 1309"/>
                <a:gd name="T95" fmla="*/ 66 h 326"/>
                <a:gd name="T96" fmla="*/ 567 w 1309"/>
                <a:gd name="T97" fmla="*/ 54 h 326"/>
                <a:gd name="T98" fmla="*/ 515 w 1309"/>
                <a:gd name="T99" fmla="*/ 108 h 326"/>
                <a:gd name="T100" fmla="*/ 504 w 1309"/>
                <a:gd name="T101" fmla="*/ 77 h 326"/>
                <a:gd name="T102" fmla="*/ 527 w 1309"/>
                <a:gd name="T103" fmla="*/ 54 h 326"/>
                <a:gd name="T104" fmla="*/ 538 w 1309"/>
                <a:gd name="T105" fmla="*/ 52 h 326"/>
                <a:gd name="T106" fmla="*/ 595 w 1309"/>
                <a:gd name="T107" fmla="*/ 26 h 326"/>
                <a:gd name="T108" fmla="*/ 599 w 1309"/>
                <a:gd name="T109" fmla="*/ 49 h 326"/>
                <a:gd name="T110" fmla="*/ 646 w 1309"/>
                <a:gd name="T111" fmla="*/ 16 h 326"/>
                <a:gd name="T112" fmla="*/ 1126 w 1309"/>
                <a:gd name="T113" fmla="*/ 7 h 326"/>
                <a:gd name="T114" fmla="*/ 1157 w 1309"/>
                <a:gd name="T115" fmla="*/ 33 h 326"/>
                <a:gd name="T116" fmla="*/ 1173 w 1309"/>
                <a:gd name="T117" fmla="*/ 61 h 326"/>
                <a:gd name="T118" fmla="*/ 1101 w 1309"/>
                <a:gd name="T119" fmla="*/ 79 h 326"/>
                <a:gd name="T120" fmla="*/ 1082 w 1309"/>
                <a:gd name="T121" fmla="*/ 80 h 326"/>
                <a:gd name="T122" fmla="*/ 1009 w 1309"/>
                <a:gd name="T123" fmla="*/ 19 h 326"/>
                <a:gd name="T124" fmla="*/ 995 w 1309"/>
                <a:gd name="T125" fmla="*/ 9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09" h="326">
                  <a:moveTo>
                    <a:pt x="157" y="202"/>
                  </a:moveTo>
                  <a:lnTo>
                    <a:pt x="169" y="202"/>
                  </a:lnTo>
                  <a:lnTo>
                    <a:pt x="173" y="216"/>
                  </a:lnTo>
                  <a:lnTo>
                    <a:pt x="176" y="225"/>
                  </a:lnTo>
                  <a:lnTo>
                    <a:pt x="183" y="229"/>
                  </a:lnTo>
                  <a:lnTo>
                    <a:pt x="195" y="234"/>
                  </a:lnTo>
                  <a:lnTo>
                    <a:pt x="190" y="255"/>
                  </a:lnTo>
                  <a:lnTo>
                    <a:pt x="183" y="276"/>
                  </a:lnTo>
                  <a:lnTo>
                    <a:pt x="173" y="291"/>
                  </a:lnTo>
                  <a:lnTo>
                    <a:pt x="173" y="272"/>
                  </a:lnTo>
                  <a:lnTo>
                    <a:pt x="150" y="272"/>
                  </a:lnTo>
                  <a:lnTo>
                    <a:pt x="152" y="250"/>
                  </a:lnTo>
                  <a:lnTo>
                    <a:pt x="154" y="229"/>
                  </a:lnTo>
                  <a:lnTo>
                    <a:pt x="157" y="202"/>
                  </a:lnTo>
                  <a:close/>
                  <a:moveTo>
                    <a:pt x="1260" y="157"/>
                  </a:moveTo>
                  <a:lnTo>
                    <a:pt x="1264" y="157"/>
                  </a:lnTo>
                  <a:lnTo>
                    <a:pt x="1264" y="161"/>
                  </a:lnTo>
                  <a:lnTo>
                    <a:pt x="1265" y="166"/>
                  </a:lnTo>
                  <a:lnTo>
                    <a:pt x="1267" y="168"/>
                  </a:lnTo>
                  <a:lnTo>
                    <a:pt x="1269" y="171"/>
                  </a:lnTo>
                  <a:lnTo>
                    <a:pt x="1271" y="173"/>
                  </a:lnTo>
                  <a:lnTo>
                    <a:pt x="1274" y="176"/>
                  </a:lnTo>
                  <a:lnTo>
                    <a:pt x="1278" y="173"/>
                  </a:lnTo>
                  <a:lnTo>
                    <a:pt x="1279" y="169"/>
                  </a:lnTo>
                  <a:lnTo>
                    <a:pt x="1281" y="168"/>
                  </a:lnTo>
                  <a:lnTo>
                    <a:pt x="1285" y="168"/>
                  </a:lnTo>
                  <a:lnTo>
                    <a:pt x="1290" y="166"/>
                  </a:lnTo>
                  <a:lnTo>
                    <a:pt x="1293" y="176"/>
                  </a:lnTo>
                  <a:lnTo>
                    <a:pt x="1299" y="183"/>
                  </a:lnTo>
                  <a:lnTo>
                    <a:pt x="1304" y="190"/>
                  </a:lnTo>
                  <a:lnTo>
                    <a:pt x="1307" y="199"/>
                  </a:lnTo>
                  <a:lnTo>
                    <a:pt x="1309" y="211"/>
                  </a:lnTo>
                  <a:lnTo>
                    <a:pt x="1309" y="213"/>
                  </a:lnTo>
                  <a:lnTo>
                    <a:pt x="1307" y="215"/>
                  </a:lnTo>
                  <a:lnTo>
                    <a:pt x="1307" y="216"/>
                  </a:lnTo>
                  <a:lnTo>
                    <a:pt x="1307" y="218"/>
                  </a:lnTo>
                  <a:lnTo>
                    <a:pt x="1307" y="220"/>
                  </a:lnTo>
                  <a:lnTo>
                    <a:pt x="1306" y="223"/>
                  </a:lnTo>
                  <a:lnTo>
                    <a:pt x="1295" y="230"/>
                  </a:lnTo>
                  <a:lnTo>
                    <a:pt x="1279" y="237"/>
                  </a:lnTo>
                  <a:lnTo>
                    <a:pt x="1260" y="241"/>
                  </a:lnTo>
                  <a:lnTo>
                    <a:pt x="1241" y="244"/>
                  </a:lnTo>
                  <a:lnTo>
                    <a:pt x="1225" y="246"/>
                  </a:lnTo>
                  <a:lnTo>
                    <a:pt x="1227" y="237"/>
                  </a:lnTo>
                  <a:lnTo>
                    <a:pt x="1229" y="234"/>
                  </a:lnTo>
                  <a:lnTo>
                    <a:pt x="1231" y="230"/>
                  </a:lnTo>
                  <a:lnTo>
                    <a:pt x="1232" y="229"/>
                  </a:lnTo>
                  <a:lnTo>
                    <a:pt x="1234" y="229"/>
                  </a:lnTo>
                  <a:lnTo>
                    <a:pt x="1238" y="227"/>
                  </a:lnTo>
                  <a:lnTo>
                    <a:pt x="1239" y="227"/>
                  </a:lnTo>
                  <a:lnTo>
                    <a:pt x="1241" y="225"/>
                  </a:lnTo>
                  <a:lnTo>
                    <a:pt x="1245" y="223"/>
                  </a:lnTo>
                  <a:lnTo>
                    <a:pt x="1250" y="209"/>
                  </a:lnTo>
                  <a:lnTo>
                    <a:pt x="1250" y="195"/>
                  </a:lnTo>
                  <a:lnTo>
                    <a:pt x="1248" y="182"/>
                  </a:lnTo>
                  <a:lnTo>
                    <a:pt x="1251" y="171"/>
                  </a:lnTo>
                  <a:lnTo>
                    <a:pt x="1260" y="161"/>
                  </a:lnTo>
                  <a:lnTo>
                    <a:pt x="1260" y="157"/>
                  </a:lnTo>
                  <a:close/>
                  <a:moveTo>
                    <a:pt x="99" y="108"/>
                  </a:moveTo>
                  <a:lnTo>
                    <a:pt x="105" y="117"/>
                  </a:lnTo>
                  <a:lnTo>
                    <a:pt x="110" y="134"/>
                  </a:lnTo>
                  <a:lnTo>
                    <a:pt x="117" y="150"/>
                  </a:lnTo>
                  <a:lnTo>
                    <a:pt x="126" y="166"/>
                  </a:lnTo>
                  <a:lnTo>
                    <a:pt x="131" y="173"/>
                  </a:lnTo>
                  <a:lnTo>
                    <a:pt x="134" y="169"/>
                  </a:lnTo>
                  <a:lnTo>
                    <a:pt x="136" y="168"/>
                  </a:lnTo>
                  <a:lnTo>
                    <a:pt x="140" y="168"/>
                  </a:lnTo>
                  <a:lnTo>
                    <a:pt x="143" y="166"/>
                  </a:lnTo>
                  <a:lnTo>
                    <a:pt x="150" y="166"/>
                  </a:lnTo>
                  <a:lnTo>
                    <a:pt x="150" y="169"/>
                  </a:lnTo>
                  <a:lnTo>
                    <a:pt x="154" y="169"/>
                  </a:lnTo>
                  <a:lnTo>
                    <a:pt x="154" y="180"/>
                  </a:lnTo>
                  <a:lnTo>
                    <a:pt x="127" y="183"/>
                  </a:lnTo>
                  <a:lnTo>
                    <a:pt x="124" y="211"/>
                  </a:lnTo>
                  <a:lnTo>
                    <a:pt x="115" y="234"/>
                  </a:lnTo>
                  <a:lnTo>
                    <a:pt x="108" y="257"/>
                  </a:lnTo>
                  <a:lnTo>
                    <a:pt x="105" y="276"/>
                  </a:lnTo>
                  <a:lnTo>
                    <a:pt x="103" y="295"/>
                  </a:lnTo>
                  <a:lnTo>
                    <a:pt x="103" y="311"/>
                  </a:lnTo>
                  <a:lnTo>
                    <a:pt x="99" y="326"/>
                  </a:lnTo>
                  <a:lnTo>
                    <a:pt x="96" y="326"/>
                  </a:lnTo>
                  <a:lnTo>
                    <a:pt x="96" y="323"/>
                  </a:lnTo>
                  <a:lnTo>
                    <a:pt x="91" y="316"/>
                  </a:lnTo>
                  <a:lnTo>
                    <a:pt x="82" y="307"/>
                  </a:lnTo>
                  <a:lnTo>
                    <a:pt x="72" y="295"/>
                  </a:lnTo>
                  <a:lnTo>
                    <a:pt x="63" y="283"/>
                  </a:lnTo>
                  <a:lnTo>
                    <a:pt x="56" y="271"/>
                  </a:lnTo>
                  <a:lnTo>
                    <a:pt x="52" y="260"/>
                  </a:lnTo>
                  <a:lnTo>
                    <a:pt x="54" y="253"/>
                  </a:lnTo>
                  <a:lnTo>
                    <a:pt x="58" y="251"/>
                  </a:lnTo>
                  <a:lnTo>
                    <a:pt x="61" y="251"/>
                  </a:lnTo>
                  <a:lnTo>
                    <a:pt x="63" y="251"/>
                  </a:lnTo>
                  <a:lnTo>
                    <a:pt x="65" y="251"/>
                  </a:lnTo>
                  <a:lnTo>
                    <a:pt x="66" y="251"/>
                  </a:lnTo>
                  <a:lnTo>
                    <a:pt x="68" y="251"/>
                  </a:lnTo>
                  <a:lnTo>
                    <a:pt x="70" y="250"/>
                  </a:lnTo>
                  <a:lnTo>
                    <a:pt x="73" y="246"/>
                  </a:lnTo>
                  <a:lnTo>
                    <a:pt x="70" y="246"/>
                  </a:lnTo>
                  <a:lnTo>
                    <a:pt x="70" y="243"/>
                  </a:lnTo>
                  <a:lnTo>
                    <a:pt x="54" y="241"/>
                  </a:lnTo>
                  <a:lnTo>
                    <a:pt x="45" y="236"/>
                  </a:lnTo>
                  <a:lnTo>
                    <a:pt x="38" y="227"/>
                  </a:lnTo>
                  <a:lnTo>
                    <a:pt x="45" y="225"/>
                  </a:lnTo>
                  <a:lnTo>
                    <a:pt x="51" y="223"/>
                  </a:lnTo>
                  <a:lnTo>
                    <a:pt x="54" y="222"/>
                  </a:lnTo>
                  <a:lnTo>
                    <a:pt x="58" y="220"/>
                  </a:lnTo>
                  <a:lnTo>
                    <a:pt x="61" y="218"/>
                  </a:lnTo>
                  <a:lnTo>
                    <a:pt x="65" y="215"/>
                  </a:lnTo>
                  <a:lnTo>
                    <a:pt x="65" y="211"/>
                  </a:lnTo>
                  <a:lnTo>
                    <a:pt x="51" y="211"/>
                  </a:lnTo>
                  <a:lnTo>
                    <a:pt x="47" y="213"/>
                  </a:lnTo>
                  <a:lnTo>
                    <a:pt x="44" y="213"/>
                  </a:lnTo>
                  <a:lnTo>
                    <a:pt x="40" y="215"/>
                  </a:lnTo>
                  <a:lnTo>
                    <a:pt x="35" y="215"/>
                  </a:lnTo>
                  <a:lnTo>
                    <a:pt x="26" y="199"/>
                  </a:lnTo>
                  <a:lnTo>
                    <a:pt x="16" y="183"/>
                  </a:lnTo>
                  <a:lnTo>
                    <a:pt x="17" y="178"/>
                  </a:lnTo>
                  <a:lnTo>
                    <a:pt x="17" y="175"/>
                  </a:lnTo>
                  <a:lnTo>
                    <a:pt x="19" y="173"/>
                  </a:lnTo>
                  <a:lnTo>
                    <a:pt x="21" y="169"/>
                  </a:lnTo>
                  <a:lnTo>
                    <a:pt x="21" y="166"/>
                  </a:lnTo>
                  <a:lnTo>
                    <a:pt x="23" y="161"/>
                  </a:lnTo>
                  <a:lnTo>
                    <a:pt x="19" y="161"/>
                  </a:lnTo>
                  <a:lnTo>
                    <a:pt x="19" y="157"/>
                  </a:lnTo>
                  <a:lnTo>
                    <a:pt x="16" y="159"/>
                  </a:lnTo>
                  <a:lnTo>
                    <a:pt x="14" y="159"/>
                  </a:lnTo>
                  <a:lnTo>
                    <a:pt x="12" y="159"/>
                  </a:lnTo>
                  <a:lnTo>
                    <a:pt x="12" y="159"/>
                  </a:lnTo>
                  <a:lnTo>
                    <a:pt x="10" y="159"/>
                  </a:lnTo>
                  <a:lnTo>
                    <a:pt x="10" y="157"/>
                  </a:lnTo>
                  <a:lnTo>
                    <a:pt x="7" y="154"/>
                  </a:lnTo>
                  <a:lnTo>
                    <a:pt x="5" y="150"/>
                  </a:lnTo>
                  <a:lnTo>
                    <a:pt x="3" y="147"/>
                  </a:lnTo>
                  <a:lnTo>
                    <a:pt x="2" y="145"/>
                  </a:lnTo>
                  <a:lnTo>
                    <a:pt x="2" y="140"/>
                  </a:lnTo>
                  <a:lnTo>
                    <a:pt x="0" y="134"/>
                  </a:lnTo>
                  <a:lnTo>
                    <a:pt x="19" y="122"/>
                  </a:lnTo>
                  <a:lnTo>
                    <a:pt x="38" y="112"/>
                  </a:lnTo>
                  <a:lnTo>
                    <a:pt x="40" y="117"/>
                  </a:lnTo>
                  <a:lnTo>
                    <a:pt x="42" y="122"/>
                  </a:lnTo>
                  <a:lnTo>
                    <a:pt x="44" y="124"/>
                  </a:lnTo>
                  <a:lnTo>
                    <a:pt x="47" y="126"/>
                  </a:lnTo>
                  <a:lnTo>
                    <a:pt x="49" y="126"/>
                  </a:lnTo>
                  <a:lnTo>
                    <a:pt x="51" y="127"/>
                  </a:lnTo>
                  <a:lnTo>
                    <a:pt x="54" y="129"/>
                  </a:lnTo>
                  <a:lnTo>
                    <a:pt x="58" y="131"/>
                  </a:lnTo>
                  <a:lnTo>
                    <a:pt x="61" y="141"/>
                  </a:lnTo>
                  <a:lnTo>
                    <a:pt x="63" y="154"/>
                  </a:lnTo>
                  <a:lnTo>
                    <a:pt x="65" y="166"/>
                  </a:lnTo>
                  <a:lnTo>
                    <a:pt x="73" y="166"/>
                  </a:lnTo>
                  <a:lnTo>
                    <a:pt x="73" y="157"/>
                  </a:lnTo>
                  <a:lnTo>
                    <a:pt x="70" y="147"/>
                  </a:lnTo>
                  <a:lnTo>
                    <a:pt x="70" y="134"/>
                  </a:lnTo>
                  <a:lnTo>
                    <a:pt x="73" y="122"/>
                  </a:lnTo>
                  <a:lnTo>
                    <a:pt x="77" y="112"/>
                  </a:lnTo>
                  <a:lnTo>
                    <a:pt x="99" y="108"/>
                  </a:lnTo>
                  <a:close/>
                  <a:moveTo>
                    <a:pt x="1082" y="99"/>
                  </a:moveTo>
                  <a:lnTo>
                    <a:pt x="1087" y="103"/>
                  </a:lnTo>
                  <a:lnTo>
                    <a:pt x="1091" y="106"/>
                  </a:lnTo>
                  <a:lnTo>
                    <a:pt x="1096" y="106"/>
                  </a:lnTo>
                  <a:lnTo>
                    <a:pt x="1101" y="106"/>
                  </a:lnTo>
                  <a:lnTo>
                    <a:pt x="1110" y="108"/>
                  </a:lnTo>
                  <a:lnTo>
                    <a:pt x="1108" y="112"/>
                  </a:lnTo>
                  <a:lnTo>
                    <a:pt x="1108" y="113"/>
                  </a:lnTo>
                  <a:lnTo>
                    <a:pt x="1108" y="115"/>
                  </a:lnTo>
                  <a:lnTo>
                    <a:pt x="1107" y="117"/>
                  </a:lnTo>
                  <a:lnTo>
                    <a:pt x="1107" y="119"/>
                  </a:lnTo>
                  <a:lnTo>
                    <a:pt x="1094" y="126"/>
                  </a:lnTo>
                  <a:lnTo>
                    <a:pt x="1077" y="129"/>
                  </a:lnTo>
                  <a:lnTo>
                    <a:pt x="1059" y="131"/>
                  </a:lnTo>
                  <a:lnTo>
                    <a:pt x="1058" y="127"/>
                  </a:lnTo>
                  <a:lnTo>
                    <a:pt x="1058" y="124"/>
                  </a:lnTo>
                  <a:lnTo>
                    <a:pt x="1056" y="120"/>
                  </a:lnTo>
                  <a:lnTo>
                    <a:pt x="1056" y="115"/>
                  </a:lnTo>
                  <a:lnTo>
                    <a:pt x="1061" y="112"/>
                  </a:lnTo>
                  <a:lnTo>
                    <a:pt x="1065" y="108"/>
                  </a:lnTo>
                  <a:lnTo>
                    <a:pt x="1068" y="106"/>
                  </a:lnTo>
                  <a:lnTo>
                    <a:pt x="1072" y="103"/>
                  </a:lnTo>
                  <a:lnTo>
                    <a:pt x="1075" y="101"/>
                  </a:lnTo>
                  <a:lnTo>
                    <a:pt x="1082" y="99"/>
                  </a:lnTo>
                  <a:close/>
                  <a:moveTo>
                    <a:pt x="545" y="99"/>
                  </a:moveTo>
                  <a:lnTo>
                    <a:pt x="559" y="101"/>
                  </a:lnTo>
                  <a:lnTo>
                    <a:pt x="569" y="106"/>
                  </a:lnTo>
                  <a:lnTo>
                    <a:pt x="579" y="112"/>
                  </a:lnTo>
                  <a:lnTo>
                    <a:pt x="576" y="115"/>
                  </a:lnTo>
                  <a:lnTo>
                    <a:pt x="574" y="120"/>
                  </a:lnTo>
                  <a:lnTo>
                    <a:pt x="571" y="122"/>
                  </a:lnTo>
                  <a:lnTo>
                    <a:pt x="566" y="124"/>
                  </a:lnTo>
                  <a:lnTo>
                    <a:pt x="560" y="126"/>
                  </a:lnTo>
                  <a:lnTo>
                    <a:pt x="553" y="126"/>
                  </a:lnTo>
                  <a:lnTo>
                    <a:pt x="548" y="129"/>
                  </a:lnTo>
                  <a:lnTo>
                    <a:pt x="543" y="129"/>
                  </a:lnTo>
                  <a:lnTo>
                    <a:pt x="538" y="131"/>
                  </a:lnTo>
                  <a:lnTo>
                    <a:pt x="531" y="131"/>
                  </a:lnTo>
                  <a:lnTo>
                    <a:pt x="531" y="120"/>
                  </a:lnTo>
                  <a:lnTo>
                    <a:pt x="532" y="113"/>
                  </a:lnTo>
                  <a:lnTo>
                    <a:pt x="539" y="108"/>
                  </a:lnTo>
                  <a:lnTo>
                    <a:pt x="545" y="99"/>
                  </a:lnTo>
                  <a:close/>
                  <a:moveTo>
                    <a:pt x="1175" y="77"/>
                  </a:moveTo>
                  <a:lnTo>
                    <a:pt x="1178" y="77"/>
                  </a:lnTo>
                  <a:lnTo>
                    <a:pt x="1182" y="79"/>
                  </a:lnTo>
                  <a:lnTo>
                    <a:pt x="1183" y="79"/>
                  </a:lnTo>
                  <a:lnTo>
                    <a:pt x="1185" y="79"/>
                  </a:lnTo>
                  <a:lnTo>
                    <a:pt x="1187" y="80"/>
                  </a:lnTo>
                  <a:lnTo>
                    <a:pt x="1183" y="84"/>
                  </a:lnTo>
                  <a:lnTo>
                    <a:pt x="1180" y="87"/>
                  </a:lnTo>
                  <a:lnTo>
                    <a:pt x="1178" y="92"/>
                  </a:lnTo>
                  <a:lnTo>
                    <a:pt x="1176" y="96"/>
                  </a:lnTo>
                  <a:lnTo>
                    <a:pt x="1175" y="103"/>
                  </a:lnTo>
                  <a:lnTo>
                    <a:pt x="1178" y="103"/>
                  </a:lnTo>
                  <a:lnTo>
                    <a:pt x="1182" y="98"/>
                  </a:lnTo>
                  <a:lnTo>
                    <a:pt x="1185" y="94"/>
                  </a:lnTo>
                  <a:lnTo>
                    <a:pt x="1189" y="91"/>
                  </a:lnTo>
                  <a:lnTo>
                    <a:pt x="1194" y="89"/>
                  </a:lnTo>
                  <a:lnTo>
                    <a:pt x="1204" y="99"/>
                  </a:lnTo>
                  <a:lnTo>
                    <a:pt x="1217" y="108"/>
                  </a:lnTo>
                  <a:lnTo>
                    <a:pt x="1225" y="115"/>
                  </a:lnTo>
                  <a:lnTo>
                    <a:pt x="1225" y="138"/>
                  </a:lnTo>
                  <a:lnTo>
                    <a:pt x="1231" y="143"/>
                  </a:lnTo>
                  <a:lnTo>
                    <a:pt x="1236" y="147"/>
                  </a:lnTo>
                  <a:lnTo>
                    <a:pt x="1241" y="148"/>
                  </a:lnTo>
                  <a:lnTo>
                    <a:pt x="1245" y="155"/>
                  </a:lnTo>
                  <a:lnTo>
                    <a:pt x="1248" y="169"/>
                  </a:lnTo>
                  <a:lnTo>
                    <a:pt x="1241" y="178"/>
                  </a:lnTo>
                  <a:lnTo>
                    <a:pt x="1238" y="187"/>
                  </a:lnTo>
                  <a:lnTo>
                    <a:pt x="1231" y="192"/>
                  </a:lnTo>
                  <a:lnTo>
                    <a:pt x="1222" y="194"/>
                  </a:lnTo>
                  <a:lnTo>
                    <a:pt x="1206" y="195"/>
                  </a:lnTo>
                  <a:lnTo>
                    <a:pt x="1194" y="185"/>
                  </a:lnTo>
                  <a:lnTo>
                    <a:pt x="1176" y="176"/>
                  </a:lnTo>
                  <a:lnTo>
                    <a:pt x="1157" y="171"/>
                  </a:lnTo>
                  <a:lnTo>
                    <a:pt x="1138" y="164"/>
                  </a:lnTo>
                  <a:lnTo>
                    <a:pt x="1121" y="157"/>
                  </a:lnTo>
                  <a:lnTo>
                    <a:pt x="1110" y="147"/>
                  </a:lnTo>
                  <a:lnTo>
                    <a:pt x="1117" y="143"/>
                  </a:lnTo>
                  <a:lnTo>
                    <a:pt x="1122" y="140"/>
                  </a:lnTo>
                  <a:lnTo>
                    <a:pt x="1126" y="136"/>
                  </a:lnTo>
                  <a:lnTo>
                    <a:pt x="1128" y="131"/>
                  </a:lnTo>
                  <a:lnTo>
                    <a:pt x="1129" y="122"/>
                  </a:lnTo>
                  <a:lnTo>
                    <a:pt x="1128" y="119"/>
                  </a:lnTo>
                  <a:lnTo>
                    <a:pt x="1126" y="113"/>
                  </a:lnTo>
                  <a:lnTo>
                    <a:pt x="1126" y="106"/>
                  </a:lnTo>
                  <a:lnTo>
                    <a:pt x="1126" y="99"/>
                  </a:lnTo>
                  <a:lnTo>
                    <a:pt x="1126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8" y="98"/>
                  </a:lnTo>
                  <a:lnTo>
                    <a:pt x="1129" y="96"/>
                  </a:lnTo>
                  <a:lnTo>
                    <a:pt x="1145" y="92"/>
                  </a:lnTo>
                  <a:lnTo>
                    <a:pt x="1162" y="84"/>
                  </a:lnTo>
                  <a:lnTo>
                    <a:pt x="1175" y="77"/>
                  </a:lnTo>
                  <a:close/>
                  <a:moveTo>
                    <a:pt x="953" y="73"/>
                  </a:moveTo>
                  <a:lnTo>
                    <a:pt x="963" y="73"/>
                  </a:lnTo>
                  <a:lnTo>
                    <a:pt x="977" y="87"/>
                  </a:lnTo>
                  <a:lnTo>
                    <a:pt x="995" y="99"/>
                  </a:lnTo>
                  <a:lnTo>
                    <a:pt x="995" y="103"/>
                  </a:lnTo>
                  <a:lnTo>
                    <a:pt x="991" y="103"/>
                  </a:lnTo>
                  <a:lnTo>
                    <a:pt x="991" y="108"/>
                  </a:lnTo>
                  <a:lnTo>
                    <a:pt x="974" y="99"/>
                  </a:lnTo>
                  <a:lnTo>
                    <a:pt x="962" y="87"/>
                  </a:lnTo>
                  <a:lnTo>
                    <a:pt x="953" y="73"/>
                  </a:lnTo>
                  <a:close/>
                  <a:moveTo>
                    <a:pt x="602" y="68"/>
                  </a:moveTo>
                  <a:lnTo>
                    <a:pt x="616" y="72"/>
                  </a:lnTo>
                  <a:lnTo>
                    <a:pt x="627" y="75"/>
                  </a:lnTo>
                  <a:lnTo>
                    <a:pt x="637" y="80"/>
                  </a:lnTo>
                  <a:lnTo>
                    <a:pt x="637" y="89"/>
                  </a:lnTo>
                  <a:lnTo>
                    <a:pt x="628" y="91"/>
                  </a:lnTo>
                  <a:lnTo>
                    <a:pt x="620" y="94"/>
                  </a:lnTo>
                  <a:lnTo>
                    <a:pt x="607" y="96"/>
                  </a:lnTo>
                  <a:lnTo>
                    <a:pt x="602" y="98"/>
                  </a:lnTo>
                  <a:lnTo>
                    <a:pt x="599" y="99"/>
                  </a:lnTo>
                  <a:lnTo>
                    <a:pt x="593" y="99"/>
                  </a:lnTo>
                  <a:lnTo>
                    <a:pt x="588" y="99"/>
                  </a:lnTo>
                  <a:lnTo>
                    <a:pt x="588" y="89"/>
                  </a:lnTo>
                  <a:lnTo>
                    <a:pt x="592" y="84"/>
                  </a:lnTo>
                  <a:lnTo>
                    <a:pt x="597" y="77"/>
                  </a:lnTo>
                  <a:lnTo>
                    <a:pt x="602" y="68"/>
                  </a:lnTo>
                  <a:close/>
                  <a:moveTo>
                    <a:pt x="176" y="58"/>
                  </a:moveTo>
                  <a:lnTo>
                    <a:pt x="176" y="77"/>
                  </a:lnTo>
                  <a:lnTo>
                    <a:pt x="183" y="77"/>
                  </a:lnTo>
                  <a:lnTo>
                    <a:pt x="187" y="75"/>
                  </a:lnTo>
                  <a:lnTo>
                    <a:pt x="190" y="75"/>
                  </a:lnTo>
                  <a:lnTo>
                    <a:pt x="194" y="75"/>
                  </a:lnTo>
                  <a:lnTo>
                    <a:pt x="195" y="75"/>
                  </a:lnTo>
                  <a:lnTo>
                    <a:pt x="199" y="77"/>
                  </a:lnTo>
                  <a:lnTo>
                    <a:pt x="204" y="80"/>
                  </a:lnTo>
                  <a:lnTo>
                    <a:pt x="204" y="89"/>
                  </a:lnTo>
                  <a:lnTo>
                    <a:pt x="208" y="91"/>
                  </a:lnTo>
                  <a:lnTo>
                    <a:pt x="213" y="91"/>
                  </a:lnTo>
                  <a:lnTo>
                    <a:pt x="216" y="89"/>
                  </a:lnTo>
                  <a:lnTo>
                    <a:pt x="222" y="89"/>
                  </a:lnTo>
                  <a:lnTo>
                    <a:pt x="223" y="87"/>
                  </a:lnTo>
                  <a:lnTo>
                    <a:pt x="227" y="89"/>
                  </a:lnTo>
                  <a:lnTo>
                    <a:pt x="230" y="92"/>
                  </a:lnTo>
                  <a:lnTo>
                    <a:pt x="234" y="98"/>
                  </a:lnTo>
                  <a:lnTo>
                    <a:pt x="237" y="103"/>
                  </a:lnTo>
                  <a:lnTo>
                    <a:pt x="232" y="115"/>
                  </a:lnTo>
                  <a:lnTo>
                    <a:pt x="227" y="127"/>
                  </a:lnTo>
                  <a:lnTo>
                    <a:pt x="223" y="141"/>
                  </a:lnTo>
                  <a:lnTo>
                    <a:pt x="211" y="141"/>
                  </a:lnTo>
                  <a:lnTo>
                    <a:pt x="202" y="145"/>
                  </a:lnTo>
                  <a:lnTo>
                    <a:pt x="194" y="150"/>
                  </a:lnTo>
                  <a:lnTo>
                    <a:pt x="180" y="154"/>
                  </a:lnTo>
                  <a:lnTo>
                    <a:pt x="171" y="147"/>
                  </a:lnTo>
                  <a:lnTo>
                    <a:pt x="159" y="143"/>
                  </a:lnTo>
                  <a:lnTo>
                    <a:pt x="147" y="138"/>
                  </a:lnTo>
                  <a:lnTo>
                    <a:pt x="145" y="134"/>
                  </a:lnTo>
                  <a:lnTo>
                    <a:pt x="145" y="131"/>
                  </a:lnTo>
                  <a:lnTo>
                    <a:pt x="143" y="127"/>
                  </a:lnTo>
                  <a:lnTo>
                    <a:pt x="141" y="122"/>
                  </a:lnTo>
                  <a:lnTo>
                    <a:pt x="136" y="117"/>
                  </a:lnTo>
                  <a:lnTo>
                    <a:pt x="131" y="112"/>
                  </a:lnTo>
                  <a:lnTo>
                    <a:pt x="127" y="108"/>
                  </a:lnTo>
                  <a:lnTo>
                    <a:pt x="124" y="101"/>
                  </a:lnTo>
                  <a:lnTo>
                    <a:pt x="122" y="89"/>
                  </a:lnTo>
                  <a:lnTo>
                    <a:pt x="129" y="80"/>
                  </a:lnTo>
                  <a:lnTo>
                    <a:pt x="134" y="73"/>
                  </a:lnTo>
                  <a:lnTo>
                    <a:pt x="141" y="73"/>
                  </a:lnTo>
                  <a:lnTo>
                    <a:pt x="147" y="75"/>
                  </a:lnTo>
                  <a:lnTo>
                    <a:pt x="154" y="77"/>
                  </a:lnTo>
                  <a:lnTo>
                    <a:pt x="161" y="77"/>
                  </a:lnTo>
                  <a:lnTo>
                    <a:pt x="161" y="65"/>
                  </a:lnTo>
                  <a:lnTo>
                    <a:pt x="164" y="63"/>
                  </a:lnTo>
                  <a:lnTo>
                    <a:pt x="168" y="61"/>
                  </a:lnTo>
                  <a:lnTo>
                    <a:pt x="169" y="61"/>
                  </a:lnTo>
                  <a:lnTo>
                    <a:pt x="173" y="59"/>
                  </a:lnTo>
                  <a:lnTo>
                    <a:pt x="176" y="58"/>
                  </a:lnTo>
                  <a:close/>
                  <a:moveTo>
                    <a:pt x="627" y="45"/>
                  </a:moveTo>
                  <a:lnTo>
                    <a:pt x="641" y="45"/>
                  </a:lnTo>
                  <a:lnTo>
                    <a:pt x="649" y="54"/>
                  </a:lnTo>
                  <a:lnTo>
                    <a:pt x="658" y="59"/>
                  </a:lnTo>
                  <a:lnTo>
                    <a:pt x="665" y="66"/>
                  </a:lnTo>
                  <a:lnTo>
                    <a:pt x="672" y="77"/>
                  </a:lnTo>
                  <a:lnTo>
                    <a:pt x="656" y="77"/>
                  </a:lnTo>
                  <a:lnTo>
                    <a:pt x="646" y="66"/>
                  </a:lnTo>
                  <a:lnTo>
                    <a:pt x="635" y="58"/>
                  </a:lnTo>
                  <a:lnTo>
                    <a:pt x="627" y="45"/>
                  </a:lnTo>
                  <a:close/>
                  <a:moveTo>
                    <a:pt x="545" y="42"/>
                  </a:moveTo>
                  <a:lnTo>
                    <a:pt x="552" y="44"/>
                  </a:lnTo>
                  <a:lnTo>
                    <a:pt x="559" y="47"/>
                  </a:lnTo>
                  <a:lnTo>
                    <a:pt x="562" y="51"/>
                  </a:lnTo>
                  <a:lnTo>
                    <a:pt x="567" y="54"/>
                  </a:lnTo>
                  <a:lnTo>
                    <a:pt x="573" y="58"/>
                  </a:lnTo>
                  <a:lnTo>
                    <a:pt x="569" y="68"/>
                  </a:lnTo>
                  <a:lnTo>
                    <a:pt x="548" y="80"/>
                  </a:lnTo>
                  <a:lnTo>
                    <a:pt x="532" y="94"/>
                  </a:lnTo>
                  <a:lnTo>
                    <a:pt x="518" y="112"/>
                  </a:lnTo>
                  <a:lnTo>
                    <a:pt x="515" y="112"/>
                  </a:lnTo>
                  <a:lnTo>
                    <a:pt x="515" y="108"/>
                  </a:lnTo>
                  <a:lnTo>
                    <a:pt x="510" y="105"/>
                  </a:lnTo>
                  <a:lnTo>
                    <a:pt x="506" y="101"/>
                  </a:lnTo>
                  <a:lnTo>
                    <a:pt x="504" y="98"/>
                  </a:lnTo>
                  <a:lnTo>
                    <a:pt x="501" y="94"/>
                  </a:lnTo>
                  <a:lnTo>
                    <a:pt x="499" y="89"/>
                  </a:lnTo>
                  <a:lnTo>
                    <a:pt x="503" y="82"/>
                  </a:lnTo>
                  <a:lnTo>
                    <a:pt x="504" y="77"/>
                  </a:lnTo>
                  <a:lnTo>
                    <a:pt x="506" y="68"/>
                  </a:lnTo>
                  <a:lnTo>
                    <a:pt x="480" y="68"/>
                  </a:lnTo>
                  <a:lnTo>
                    <a:pt x="480" y="61"/>
                  </a:lnTo>
                  <a:lnTo>
                    <a:pt x="494" y="56"/>
                  </a:lnTo>
                  <a:lnTo>
                    <a:pt x="508" y="52"/>
                  </a:lnTo>
                  <a:lnTo>
                    <a:pt x="525" y="49"/>
                  </a:lnTo>
                  <a:lnTo>
                    <a:pt x="527" y="54"/>
                  </a:lnTo>
                  <a:lnTo>
                    <a:pt x="529" y="56"/>
                  </a:lnTo>
                  <a:lnTo>
                    <a:pt x="529" y="58"/>
                  </a:lnTo>
                  <a:lnTo>
                    <a:pt x="531" y="58"/>
                  </a:lnTo>
                  <a:lnTo>
                    <a:pt x="531" y="59"/>
                  </a:lnTo>
                  <a:lnTo>
                    <a:pt x="534" y="61"/>
                  </a:lnTo>
                  <a:lnTo>
                    <a:pt x="536" y="56"/>
                  </a:lnTo>
                  <a:lnTo>
                    <a:pt x="538" y="52"/>
                  </a:lnTo>
                  <a:lnTo>
                    <a:pt x="539" y="49"/>
                  </a:lnTo>
                  <a:lnTo>
                    <a:pt x="543" y="45"/>
                  </a:lnTo>
                  <a:lnTo>
                    <a:pt x="545" y="42"/>
                  </a:lnTo>
                  <a:close/>
                  <a:moveTo>
                    <a:pt x="588" y="23"/>
                  </a:moveTo>
                  <a:lnTo>
                    <a:pt x="592" y="24"/>
                  </a:lnTo>
                  <a:lnTo>
                    <a:pt x="593" y="24"/>
                  </a:lnTo>
                  <a:lnTo>
                    <a:pt x="595" y="26"/>
                  </a:lnTo>
                  <a:lnTo>
                    <a:pt x="595" y="26"/>
                  </a:lnTo>
                  <a:lnTo>
                    <a:pt x="597" y="28"/>
                  </a:lnTo>
                  <a:lnTo>
                    <a:pt x="599" y="31"/>
                  </a:lnTo>
                  <a:lnTo>
                    <a:pt x="602" y="37"/>
                  </a:lnTo>
                  <a:lnTo>
                    <a:pt x="606" y="42"/>
                  </a:lnTo>
                  <a:lnTo>
                    <a:pt x="607" y="49"/>
                  </a:lnTo>
                  <a:lnTo>
                    <a:pt x="599" y="49"/>
                  </a:lnTo>
                  <a:lnTo>
                    <a:pt x="599" y="45"/>
                  </a:lnTo>
                  <a:lnTo>
                    <a:pt x="595" y="42"/>
                  </a:lnTo>
                  <a:lnTo>
                    <a:pt x="592" y="38"/>
                  </a:lnTo>
                  <a:lnTo>
                    <a:pt x="590" y="35"/>
                  </a:lnTo>
                  <a:lnTo>
                    <a:pt x="588" y="30"/>
                  </a:lnTo>
                  <a:lnTo>
                    <a:pt x="588" y="23"/>
                  </a:lnTo>
                  <a:close/>
                  <a:moveTo>
                    <a:pt x="646" y="16"/>
                  </a:moveTo>
                  <a:lnTo>
                    <a:pt x="656" y="19"/>
                  </a:lnTo>
                  <a:lnTo>
                    <a:pt x="656" y="26"/>
                  </a:lnTo>
                  <a:lnTo>
                    <a:pt x="641" y="26"/>
                  </a:lnTo>
                  <a:lnTo>
                    <a:pt x="646" y="16"/>
                  </a:lnTo>
                  <a:close/>
                  <a:moveTo>
                    <a:pt x="1117" y="0"/>
                  </a:moveTo>
                  <a:lnTo>
                    <a:pt x="1122" y="3"/>
                  </a:lnTo>
                  <a:lnTo>
                    <a:pt x="1126" y="7"/>
                  </a:lnTo>
                  <a:lnTo>
                    <a:pt x="1128" y="10"/>
                  </a:lnTo>
                  <a:lnTo>
                    <a:pt x="1129" y="16"/>
                  </a:lnTo>
                  <a:lnTo>
                    <a:pt x="1131" y="19"/>
                  </a:lnTo>
                  <a:lnTo>
                    <a:pt x="1133" y="24"/>
                  </a:lnTo>
                  <a:lnTo>
                    <a:pt x="1136" y="26"/>
                  </a:lnTo>
                  <a:lnTo>
                    <a:pt x="1147" y="31"/>
                  </a:lnTo>
                  <a:lnTo>
                    <a:pt x="1157" y="33"/>
                  </a:lnTo>
                  <a:lnTo>
                    <a:pt x="1164" y="33"/>
                  </a:lnTo>
                  <a:lnTo>
                    <a:pt x="1169" y="37"/>
                  </a:lnTo>
                  <a:lnTo>
                    <a:pt x="1173" y="44"/>
                  </a:lnTo>
                  <a:lnTo>
                    <a:pt x="1175" y="58"/>
                  </a:lnTo>
                  <a:lnTo>
                    <a:pt x="1173" y="59"/>
                  </a:lnTo>
                  <a:lnTo>
                    <a:pt x="1173" y="59"/>
                  </a:lnTo>
                  <a:lnTo>
                    <a:pt x="1173" y="61"/>
                  </a:lnTo>
                  <a:lnTo>
                    <a:pt x="1173" y="63"/>
                  </a:lnTo>
                  <a:lnTo>
                    <a:pt x="1171" y="65"/>
                  </a:lnTo>
                  <a:lnTo>
                    <a:pt x="1149" y="65"/>
                  </a:lnTo>
                  <a:lnTo>
                    <a:pt x="1126" y="65"/>
                  </a:lnTo>
                  <a:lnTo>
                    <a:pt x="1107" y="73"/>
                  </a:lnTo>
                  <a:lnTo>
                    <a:pt x="1103" y="75"/>
                  </a:lnTo>
                  <a:lnTo>
                    <a:pt x="1101" y="79"/>
                  </a:lnTo>
                  <a:lnTo>
                    <a:pt x="1100" y="80"/>
                  </a:lnTo>
                  <a:lnTo>
                    <a:pt x="1098" y="82"/>
                  </a:lnTo>
                  <a:lnTo>
                    <a:pt x="1096" y="84"/>
                  </a:lnTo>
                  <a:lnTo>
                    <a:pt x="1093" y="86"/>
                  </a:lnTo>
                  <a:lnTo>
                    <a:pt x="1087" y="89"/>
                  </a:lnTo>
                  <a:lnTo>
                    <a:pt x="1084" y="84"/>
                  </a:lnTo>
                  <a:lnTo>
                    <a:pt x="1082" y="80"/>
                  </a:lnTo>
                  <a:lnTo>
                    <a:pt x="1079" y="77"/>
                  </a:lnTo>
                  <a:lnTo>
                    <a:pt x="1091" y="47"/>
                  </a:lnTo>
                  <a:lnTo>
                    <a:pt x="1103" y="23"/>
                  </a:lnTo>
                  <a:lnTo>
                    <a:pt x="1117" y="0"/>
                  </a:lnTo>
                  <a:close/>
                  <a:moveTo>
                    <a:pt x="995" y="0"/>
                  </a:moveTo>
                  <a:lnTo>
                    <a:pt x="1004" y="9"/>
                  </a:lnTo>
                  <a:lnTo>
                    <a:pt x="1009" y="19"/>
                  </a:lnTo>
                  <a:lnTo>
                    <a:pt x="1014" y="31"/>
                  </a:lnTo>
                  <a:lnTo>
                    <a:pt x="1005" y="31"/>
                  </a:lnTo>
                  <a:lnTo>
                    <a:pt x="1005" y="26"/>
                  </a:lnTo>
                  <a:lnTo>
                    <a:pt x="1002" y="23"/>
                  </a:lnTo>
                  <a:lnTo>
                    <a:pt x="998" y="19"/>
                  </a:lnTo>
                  <a:lnTo>
                    <a:pt x="997" y="14"/>
                  </a:lnTo>
                  <a:lnTo>
                    <a:pt x="995" y="9"/>
                  </a:lnTo>
                  <a:lnTo>
                    <a:pt x="995" y="0"/>
                  </a:lnTo>
                  <a:close/>
                </a:path>
              </a:pathLst>
            </a:custGeom>
            <a:grpFill/>
            <a:ln w="3175" cap="rnd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5" name="Freeform 314"/>
            <p:cNvSpPr>
              <a:spLocks noEditPoints="1"/>
            </p:cNvSpPr>
            <p:nvPr/>
          </p:nvSpPr>
          <p:spPr bwMode="auto">
            <a:xfrm>
              <a:off x="6823869" y="4470400"/>
              <a:ext cx="1468438" cy="933450"/>
            </a:xfrm>
            <a:custGeom>
              <a:avLst/>
              <a:gdLst>
                <a:gd name="T0" fmla="*/ 489 w 925"/>
                <a:gd name="T1" fmla="*/ 520 h 588"/>
                <a:gd name="T2" fmla="*/ 484 w 925"/>
                <a:gd name="T3" fmla="*/ 472 h 588"/>
                <a:gd name="T4" fmla="*/ 800 w 925"/>
                <a:gd name="T5" fmla="*/ 463 h 588"/>
                <a:gd name="T6" fmla="*/ 810 w 925"/>
                <a:gd name="T7" fmla="*/ 463 h 588"/>
                <a:gd name="T8" fmla="*/ 817 w 925"/>
                <a:gd name="T9" fmla="*/ 473 h 588"/>
                <a:gd name="T10" fmla="*/ 796 w 925"/>
                <a:gd name="T11" fmla="*/ 529 h 588"/>
                <a:gd name="T12" fmla="*/ 768 w 925"/>
                <a:gd name="T13" fmla="*/ 547 h 588"/>
                <a:gd name="T14" fmla="*/ 756 w 925"/>
                <a:gd name="T15" fmla="*/ 576 h 588"/>
                <a:gd name="T16" fmla="*/ 716 w 925"/>
                <a:gd name="T17" fmla="*/ 576 h 588"/>
                <a:gd name="T18" fmla="*/ 712 w 925"/>
                <a:gd name="T19" fmla="*/ 543 h 588"/>
                <a:gd name="T20" fmla="*/ 754 w 925"/>
                <a:gd name="T21" fmla="*/ 520 h 588"/>
                <a:gd name="T22" fmla="*/ 784 w 925"/>
                <a:gd name="T23" fmla="*/ 330 h 588"/>
                <a:gd name="T24" fmla="*/ 850 w 925"/>
                <a:gd name="T25" fmla="*/ 396 h 588"/>
                <a:gd name="T26" fmla="*/ 870 w 925"/>
                <a:gd name="T27" fmla="*/ 390 h 588"/>
                <a:gd name="T28" fmla="*/ 870 w 925"/>
                <a:gd name="T29" fmla="*/ 423 h 588"/>
                <a:gd name="T30" fmla="*/ 826 w 925"/>
                <a:gd name="T31" fmla="*/ 470 h 588"/>
                <a:gd name="T32" fmla="*/ 826 w 925"/>
                <a:gd name="T33" fmla="*/ 445 h 588"/>
                <a:gd name="T34" fmla="*/ 810 w 925"/>
                <a:gd name="T35" fmla="*/ 433 h 588"/>
                <a:gd name="T36" fmla="*/ 815 w 925"/>
                <a:gd name="T37" fmla="*/ 417 h 588"/>
                <a:gd name="T38" fmla="*/ 793 w 925"/>
                <a:gd name="T39" fmla="*/ 355 h 588"/>
                <a:gd name="T40" fmla="*/ 765 w 925"/>
                <a:gd name="T41" fmla="*/ 170 h 588"/>
                <a:gd name="T42" fmla="*/ 721 w 925"/>
                <a:gd name="T43" fmla="*/ 147 h 588"/>
                <a:gd name="T44" fmla="*/ 915 w 925"/>
                <a:gd name="T45" fmla="*/ 91 h 588"/>
                <a:gd name="T46" fmla="*/ 918 w 925"/>
                <a:gd name="T47" fmla="*/ 115 h 588"/>
                <a:gd name="T48" fmla="*/ 906 w 925"/>
                <a:gd name="T49" fmla="*/ 86 h 588"/>
                <a:gd name="T50" fmla="*/ 754 w 925"/>
                <a:gd name="T51" fmla="*/ 68 h 588"/>
                <a:gd name="T52" fmla="*/ 763 w 925"/>
                <a:gd name="T53" fmla="*/ 91 h 588"/>
                <a:gd name="T54" fmla="*/ 746 w 925"/>
                <a:gd name="T55" fmla="*/ 65 h 588"/>
                <a:gd name="T56" fmla="*/ 435 w 925"/>
                <a:gd name="T57" fmla="*/ 47 h 588"/>
                <a:gd name="T58" fmla="*/ 458 w 925"/>
                <a:gd name="T59" fmla="*/ 60 h 588"/>
                <a:gd name="T60" fmla="*/ 477 w 925"/>
                <a:gd name="T61" fmla="*/ 122 h 588"/>
                <a:gd name="T62" fmla="*/ 506 w 925"/>
                <a:gd name="T63" fmla="*/ 143 h 588"/>
                <a:gd name="T64" fmla="*/ 564 w 925"/>
                <a:gd name="T65" fmla="*/ 215 h 588"/>
                <a:gd name="T66" fmla="*/ 552 w 925"/>
                <a:gd name="T67" fmla="*/ 339 h 588"/>
                <a:gd name="T68" fmla="*/ 515 w 925"/>
                <a:gd name="T69" fmla="*/ 426 h 588"/>
                <a:gd name="T70" fmla="*/ 449 w 925"/>
                <a:gd name="T71" fmla="*/ 426 h 588"/>
                <a:gd name="T72" fmla="*/ 381 w 925"/>
                <a:gd name="T73" fmla="*/ 396 h 588"/>
                <a:gd name="T74" fmla="*/ 356 w 925"/>
                <a:gd name="T75" fmla="*/ 384 h 588"/>
                <a:gd name="T76" fmla="*/ 355 w 925"/>
                <a:gd name="T77" fmla="*/ 374 h 588"/>
                <a:gd name="T78" fmla="*/ 344 w 925"/>
                <a:gd name="T79" fmla="*/ 377 h 588"/>
                <a:gd name="T80" fmla="*/ 349 w 925"/>
                <a:gd name="T81" fmla="*/ 360 h 588"/>
                <a:gd name="T82" fmla="*/ 318 w 925"/>
                <a:gd name="T83" fmla="*/ 369 h 588"/>
                <a:gd name="T84" fmla="*/ 259 w 925"/>
                <a:gd name="T85" fmla="*/ 327 h 588"/>
                <a:gd name="T86" fmla="*/ 157 w 925"/>
                <a:gd name="T87" fmla="*/ 339 h 588"/>
                <a:gd name="T88" fmla="*/ 75 w 925"/>
                <a:gd name="T89" fmla="*/ 370 h 588"/>
                <a:gd name="T90" fmla="*/ 26 w 925"/>
                <a:gd name="T91" fmla="*/ 360 h 588"/>
                <a:gd name="T92" fmla="*/ 18 w 925"/>
                <a:gd name="T93" fmla="*/ 273 h 588"/>
                <a:gd name="T94" fmla="*/ 9 w 925"/>
                <a:gd name="T95" fmla="*/ 229 h 588"/>
                <a:gd name="T96" fmla="*/ 7 w 925"/>
                <a:gd name="T97" fmla="*/ 215 h 588"/>
                <a:gd name="T98" fmla="*/ 33 w 925"/>
                <a:gd name="T99" fmla="*/ 152 h 588"/>
                <a:gd name="T100" fmla="*/ 116 w 925"/>
                <a:gd name="T101" fmla="*/ 135 h 588"/>
                <a:gd name="T102" fmla="*/ 161 w 925"/>
                <a:gd name="T103" fmla="*/ 77 h 588"/>
                <a:gd name="T104" fmla="*/ 210 w 925"/>
                <a:gd name="T105" fmla="*/ 53 h 588"/>
                <a:gd name="T106" fmla="*/ 225 w 925"/>
                <a:gd name="T107" fmla="*/ 68 h 588"/>
                <a:gd name="T108" fmla="*/ 264 w 925"/>
                <a:gd name="T109" fmla="*/ 32 h 588"/>
                <a:gd name="T110" fmla="*/ 280 w 925"/>
                <a:gd name="T111" fmla="*/ 16 h 588"/>
                <a:gd name="T112" fmla="*/ 330 w 925"/>
                <a:gd name="T113" fmla="*/ 47 h 588"/>
                <a:gd name="T114" fmla="*/ 395 w 925"/>
                <a:gd name="T115" fmla="*/ 100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25" h="588">
                  <a:moveTo>
                    <a:pt x="503" y="461"/>
                  </a:moveTo>
                  <a:lnTo>
                    <a:pt x="508" y="475"/>
                  </a:lnTo>
                  <a:lnTo>
                    <a:pt x="510" y="491"/>
                  </a:lnTo>
                  <a:lnTo>
                    <a:pt x="506" y="506"/>
                  </a:lnTo>
                  <a:lnTo>
                    <a:pt x="498" y="515"/>
                  </a:lnTo>
                  <a:lnTo>
                    <a:pt x="489" y="520"/>
                  </a:lnTo>
                  <a:lnTo>
                    <a:pt x="477" y="526"/>
                  </a:lnTo>
                  <a:lnTo>
                    <a:pt x="472" y="505"/>
                  </a:lnTo>
                  <a:lnTo>
                    <a:pt x="465" y="484"/>
                  </a:lnTo>
                  <a:lnTo>
                    <a:pt x="458" y="465"/>
                  </a:lnTo>
                  <a:lnTo>
                    <a:pt x="472" y="465"/>
                  </a:lnTo>
                  <a:lnTo>
                    <a:pt x="484" y="472"/>
                  </a:lnTo>
                  <a:lnTo>
                    <a:pt x="494" y="470"/>
                  </a:lnTo>
                  <a:lnTo>
                    <a:pt x="503" y="461"/>
                  </a:lnTo>
                  <a:close/>
                  <a:moveTo>
                    <a:pt x="791" y="458"/>
                  </a:moveTo>
                  <a:lnTo>
                    <a:pt x="794" y="459"/>
                  </a:lnTo>
                  <a:lnTo>
                    <a:pt x="798" y="461"/>
                  </a:lnTo>
                  <a:lnTo>
                    <a:pt x="800" y="463"/>
                  </a:lnTo>
                  <a:lnTo>
                    <a:pt x="801" y="465"/>
                  </a:lnTo>
                  <a:lnTo>
                    <a:pt x="803" y="466"/>
                  </a:lnTo>
                  <a:lnTo>
                    <a:pt x="807" y="470"/>
                  </a:lnTo>
                  <a:lnTo>
                    <a:pt x="807" y="468"/>
                  </a:lnTo>
                  <a:lnTo>
                    <a:pt x="808" y="466"/>
                  </a:lnTo>
                  <a:lnTo>
                    <a:pt x="810" y="463"/>
                  </a:lnTo>
                  <a:lnTo>
                    <a:pt x="810" y="461"/>
                  </a:lnTo>
                  <a:lnTo>
                    <a:pt x="812" y="461"/>
                  </a:lnTo>
                  <a:lnTo>
                    <a:pt x="814" y="461"/>
                  </a:lnTo>
                  <a:lnTo>
                    <a:pt x="814" y="465"/>
                  </a:lnTo>
                  <a:lnTo>
                    <a:pt x="815" y="468"/>
                  </a:lnTo>
                  <a:lnTo>
                    <a:pt x="817" y="473"/>
                  </a:lnTo>
                  <a:lnTo>
                    <a:pt x="817" y="479"/>
                  </a:lnTo>
                  <a:lnTo>
                    <a:pt x="817" y="484"/>
                  </a:lnTo>
                  <a:lnTo>
                    <a:pt x="805" y="498"/>
                  </a:lnTo>
                  <a:lnTo>
                    <a:pt x="794" y="515"/>
                  </a:lnTo>
                  <a:lnTo>
                    <a:pt x="798" y="526"/>
                  </a:lnTo>
                  <a:lnTo>
                    <a:pt x="796" y="529"/>
                  </a:lnTo>
                  <a:lnTo>
                    <a:pt x="791" y="533"/>
                  </a:lnTo>
                  <a:lnTo>
                    <a:pt x="786" y="534"/>
                  </a:lnTo>
                  <a:lnTo>
                    <a:pt x="781" y="536"/>
                  </a:lnTo>
                  <a:lnTo>
                    <a:pt x="775" y="540"/>
                  </a:lnTo>
                  <a:lnTo>
                    <a:pt x="772" y="541"/>
                  </a:lnTo>
                  <a:lnTo>
                    <a:pt x="768" y="547"/>
                  </a:lnTo>
                  <a:lnTo>
                    <a:pt x="768" y="552"/>
                  </a:lnTo>
                  <a:lnTo>
                    <a:pt x="767" y="557"/>
                  </a:lnTo>
                  <a:lnTo>
                    <a:pt x="767" y="562"/>
                  </a:lnTo>
                  <a:lnTo>
                    <a:pt x="765" y="569"/>
                  </a:lnTo>
                  <a:lnTo>
                    <a:pt x="761" y="573"/>
                  </a:lnTo>
                  <a:lnTo>
                    <a:pt x="756" y="576"/>
                  </a:lnTo>
                  <a:lnTo>
                    <a:pt x="751" y="580"/>
                  </a:lnTo>
                  <a:lnTo>
                    <a:pt x="746" y="583"/>
                  </a:lnTo>
                  <a:lnTo>
                    <a:pt x="740" y="588"/>
                  </a:lnTo>
                  <a:lnTo>
                    <a:pt x="733" y="588"/>
                  </a:lnTo>
                  <a:lnTo>
                    <a:pt x="725" y="582"/>
                  </a:lnTo>
                  <a:lnTo>
                    <a:pt x="716" y="576"/>
                  </a:lnTo>
                  <a:lnTo>
                    <a:pt x="709" y="571"/>
                  </a:lnTo>
                  <a:lnTo>
                    <a:pt x="702" y="561"/>
                  </a:lnTo>
                  <a:lnTo>
                    <a:pt x="707" y="557"/>
                  </a:lnTo>
                  <a:lnTo>
                    <a:pt x="709" y="552"/>
                  </a:lnTo>
                  <a:lnTo>
                    <a:pt x="711" y="548"/>
                  </a:lnTo>
                  <a:lnTo>
                    <a:pt x="712" y="543"/>
                  </a:lnTo>
                  <a:lnTo>
                    <a:pt x="714" y="538"/>
                  </a:lnTo>
                  <a:lnTo>
                    <a:pt x="718" y="534"/>
                  </a:lnTo>
                  <a:lnTo>
                    <a:pt x="728" y="531"/>
                  </a:lnTo>
                  <a:lnTo>
                    <a:pt x="739" y="529"/>
                  </a:lnTo>
                  <a:lnTo>
                    <a:pt x="749" y="526"/>
                  </a:lnTo>
                  <a:lnTo>
                    <a:pt x="754" y="520"/>
                  </a:lnTo>
                  <a:lnTo>
                    <a:pt x="763" y="508"/>
                  </a:lnTo>
                  <a:lnTo>
                    <a:pt x="770" y="494"/>
                  </a:lnTo>
                  <a:lnTo>
                    <a:pt x="779" y="480"/>
                  </a:lnTo>
                  <a:lnTo>
                    <a:pt x="786" y="466"/>
                  </a:lnTo>
                  <a:lnTo>
                    <a:pt x="791" y="458"/>
                  </a:lnTo>
                  <a:close/>
                  <a:moveTo>
                    <a:pt x="784" y="330"/>
                  </a:moveTo>
                  <a:lnTo>
                    <a:pt x="791" y="330"/>
                  </a:lnTo>
                  <a:lnTo>
                    <a:pt x="807" y="346"/>
                  </a:lnTo>
                  <a:lnTo>
                    <a:pt x="821" y="360"/>
                  </a:lnTo>
                  <a:lnTo>
                    <a:pt x="835" y="376"/>
                  </a:lnTo>
                  <a:lnTo>
                    <a:pt x="845" y="396"/>
                  </a:lnTo>
                  <a:lnTo>
                    <a:pt x="850" y="396"/>
                  </a:lnTo>
                  <a:lnTo>
                    <a:pt x="856" y="396"/>
                  </a:lnTo>
                  <a:lnTo>
                    <a:pt x="859" y="396"/>
                  </a:lnTo>
                  <a:lnTo>
                    <a:pt x="861" y="396"/>
                  </a:lnTo>
                  <a:lnTo>
                    <a:pt x="864" y="396"/>
                  </a:lnTo>
                  <a:lnTo>
                    <a:pt x="868" y="393"/>
                  </a:lnTo>
                  <a:lnTo>
                    <a:pt x="870" y="390"/>
                  </a:lnTo>
                  <a:lnTo>
                    <a:pt x="871" y="384"/>
                  </a:lnTo>
                  <a:lnTo>
                    <a:pt x="875" y="384"/>
                  </a:lnTo>
                  <a:lnTo>
                    <a:pt x="875" y="407"/>
                  </a:lnTo>
                  <a:lnTo>
                    <a:pt x="873" y="412"/>
                  </a:lnTo>
                  <a:lnTo>
                    <a:pt x="871" y="417"/>
                  </a:lnTo>
                  <a:lnTo>
                    <a:pt x="870" y="423"/>
                  </a:lnTo>
                  <a:lnTo>
                    <a:pt x="868" y="426"/>
                  </a:lnTo>
                  <a:lnTo>
                    <a:pt x="856" y="426"/>
                  </a:lnTo>
                  <a:lnTo>
                    <a:pt x="856" y="438"/>
                  </a:lnTo>
                  <a:lnTo>
                    <a:pt x="845" y="449"/>
                  </a:lnTo>
                  <a:lnTo>
                    <a:pt x="836" y="459"/>
                  </a:lnTo>
                  <a:lnTo>
                    <a:pt x="826" y="470"/>
                  </a:lnTo>
                  <a:lnTo>
                    <a:pt x="826" y="465"/>
                  </a:lnTo>
                  <a:lnTo>
                    <a:pt x="824" y="461"/>
                  </a:lnTo>
                  <a:lnTo>
                    <a:pt x="824" y="458"/>
                  </a:lnTo>
                  <a:lnTo>
                    <a:pt x="824" y="452"/>
                  </a:lnTo>
                  <a:lnTo>
                    <a:pt x="826" y="449"/>
                  </a:lnTo>
                  <a:lnTo>
                    <a:pt x="826" y="445"/>
                  </a:lnTo>
                  <a:lnTo>
                    <a:pt x="826" y="442"/>
                  </a:lnTo>
                  <a:lnTo>
                    <a:pt x="824" y="440"/>
                  </a:lnTo>
                  <a:lnTo>
                    <a:pt x="821" y="438"/>
                  </a:lnTo>
                  <a:lnTo>
                    <a:pt x="817" y="437"/>
                  </a:lnTo>
                  <a:lnTo>
                    <a:pt x="814" y="435"/>
                  </a:lnTo>
                  <a:lnTo>
                    <a:pt x="810" y="433"/>
                  </a:lnTo>
                  <a:lnTo>
                    <a:pt x="807" y="431"/>
                  </a:lnTo>
                  <a:lnTo>
                    <a:pt x="805" y="430"/>
                  </a:lnTo>
                  <a:lnTo>
                    <a:pt x="805" y="428"/>
                  </a:lnTo>
                  <a:lnTo>
                    <a:pt x="807" y="426"/>
                  </a:lnTo>
                  <a:lnTo>
                    <a:pt x="810" y="421"/>
                  </a:lnTo>
                  <a:lnTo>
                    <a:pt x="815" y="417"/>
                  </a:lnTo>
                  <a:lnTo>
                    <a:pt x="821" y="412"/>
                  </a:lnTo>
                  <a:lnTo>
                    <a:pt x="826" y="407"/>
                  </a:lnTo>
                  <a:lnTo>
                    <a:pt x="819" y="400"/>
                  </a:lnTo>
                  <a:lnTo>
                    <a:pt x="812" y="388"/>
                  </a:lnTo>
                  <a:lnTo>
                    <a:pt x="801" y="370"/>
                  </a:lnTo>
                  <a:lnTo>
                    <a:pt x="793" y="355"/>
                  </a:lnTo>
                  <a:lnTo>
                    <a:pt x="788" y="341"/>
                  </a:lnTo>
                  <a:lnTo>
                    <a:pt x="784" y="330"/>
                  </a:lnTo>
                  <a:close/>
                  <a:moveTo>
                    <a:pt x="721" y="147"/>
                  </a:moveTo>
                  <a:lnTo>
                    <a:pt x="730" y="147"/>
                  </a:lnTo>
                  <a:lnTo>
                    <a:pt x="746" y="159"/>
                  </a:lnTo>
                  <a:lnTo>
                    <a:pt x="765" y="170"/>
                  </a:lnTo>
                  <a:lnTo>
                    <a:pt x="765" y="180"/>
                  </a:lnTo>
                  <a:lnTo>
                    <a:pt x="753" y="180"/>
                  </a:lnTo>
                  <a:lnTo>
                    <a:pt x="744" y="173"/>
                  </a:lnTo>
                  <a:lnTo>
                    <a:pt x="735" y="166"/>
                  </a:lnTo>
                  <a:lnTo>
                    <a:pt x="728" y="157"/>
                  </a:lnTo>
                  <a:lnTo>
                    <a:pt x="721" y="147"/>
                  </a:lnTo>
                  <a:close/>
                  <a:moveTo>
                    <a:pt x="906" y="86"/>
                  </a:moveTo>
                  <a:lnTo>
                    <a:pt x="910" y="86"/>
                  </a:lnTo>
                  <a:lnTo>
                    <a:pt x="913" y="88"/>
                  </a:lnTo>
                  <a:lnTo>
                    <a:pt x="913" y="88"/>
                  </a:lnTo>
                  <a:lnTo>
                    <a:pt x="915" y="89"/>
                  </a:lnTo>
                  <a:lnTo>
                    <a:pt x="915" y="91"/>
                  </a:lnTo>
                  <a:lnTo>
                    <a:pt x="917" y="93"/>
                  </a:lnTo>
                  <a:lnTo>
                    <a:pt x="918" y="96"/>
                  </a:lnTo>
                  <a:lnTo>
                    <a:pt x="922" y="102"/>
                  </a:lnTo>
                  <a:lnTo>
                    <a:pt x="924" y="108"/>
                  </a:lnTo>
                  <a:lnTo>
                    <a:pt x="925" y="115"/>
                  </a:lnTo>
                  <a:lnTo>
                    <a:pt x="918" y="115"/>
                  </a:lnTo>
                  <a:lnTo>
                    <a:pt x="918" y="108"/>
                  </a:lnTo>
                  <a:lnTo>
                    <a:pt x="913" y="105"/>
                  </a:lnTo>
                  <a:lnTo>
                    <a:pt x="911" y="100"/>
                  </a:lnTo>
                  <a:lnTo>
                    <a:pt x="910" y="96"/>
                  </a:lnTo>
                  <a:lnTo>
                    <a:pt x="908" y="91"/>
                  </a:lnTo>
                  <a:lnTo>
                    <a:pt x="906" y="86"/>
                  </a:lnTo>
                  <a:close/>
                  <a:moveTo>
                    <a:pt x="746" y="65"/>
                  </a:moveTo>
                  <a:lnTo>
                    <a:pt x="749" y="65"/>
                  </a:lnTo>
                  <a:lnTo>
                    <a:pt x="751" y="67"/>
                  </a:lnTo>
                  <a:lnTo>
                    <a:pt x="751" y="68"/>
                  </a:lnTo>
                  <a:lnTo>
                    <a:pt x="753" y="68"/>
                  </a:lnTo>
                  <a:lnTo>
                    <a:pt x="754" y="68"/>
                  </a:lnTo>
                  <a:lnTo>
                    <a:pt x="756" y="70"/>
                  </a:lnTo>
                  <a:lnTo>
                    <a:pt x="758" y="75"/>
                  </a:lnTo>
                  <a:lnTo>
                    <a:pt x="758" y="81"/>
                  </a:lnTo>
                  <a:lnTo>
                    <a:pt x="760" y="84"/>
                  </a:lnTo>
                  <a:lnTo>
                    <a:pt x="761" y="88"/>
                  </a:lnTo>
                  <a:lnTo>
                    <a:pt x="763" y="91"/>
                  </a:lnTo>
                  <a:lnTo>
                    <a:pt x="765" y="96"/>
                  </a:lnTo>
                  <a:lnTo>
                    <a:pt x="753" y="96"/>
                  </a:lnTo>
                  <a:lnTo>
                    <a:pt x="751" y="88"/>
                  </a:lnTo>
                  <a:lnTo>
                    <a:pt x="747" y="82"/>
                  </a:lnTo>
                  <a:lnTo>
                    <a:pt x="746" y="75"/>
                  </a:lnTo>
                  <a:lnTo>
                    <a:pt x="746" y="65"/>
                  </a:lnTo>
                  <a:close/>
                  <a:moveTo>
                    <a:pt x="419" y="0"/>
                  </a:moveTo>
                  <a:lnTo>
                    <a:pt x="423" y="0"/>
                  </a:lnTo>
                  <a:lnTo>
                    <a:pt x="424" y="9"/>
                  </a:lnTo>
                  <a:lnTo>
                    <a:pt x="426" y="21"/>
                  </a:lnTo>
                  <a:lnTo>
                    <a:pt x="431" y="35"/>
                  </a:lnTo>
                  <a:lnTo>
                    <a:pt x="435" y="47"/>
                  </a:lnTo>
                  <a:lnTo>
                    <a:pt x="438" y="54"/>
                  </a:lnTo>
                  <a:lnTo>
                    <a:pt x="440" y="56"/>
                  </a:lnTo>
                  <a:lnTo>
                    <a:pt x="445" y="58"/>
                  </a:lnTo>
                  <a:lnTo>
                    <a:pt x="449" y="58"/>
                  </a:lnTo>
                  <a:lnTo>
                    <a:pt x="454" y="60"/>
                  </a:lnTo>
                  <a:lnTo>
                    <a:pt x="458" y="60"/>
                  </a:lnTo>
                  <a:lnTo>
                    <a:pt x="461" y="61"/>
                  </a:lnTo>
                  <a:lnTo>
                    <a:pt x="461" y="67"/>
                  </a:lnTo>
                  <a:lnTo>
                    <a:pt x="465" y="79"/>
                  </a:lnTo>
                  <a:lnTo>
                    <a:pt x="468" y="93"/>
                  </a:lnTo>
                  <a:lnTo>
                    <a:pt x="473" y="110"/>
                  </a:lnTo>
                  <a:lnTo>
                    <a:pt x="477" y="122"/>
                  </a:lnTo>
                  <a:lnTo>
                    <a:pt x="480" y="131"/>
                  </a:lnTo>
                  <a:lnTo>
                    <a:pt x="489" y="131"/>
                  </a:lnTo>
                  <a:lnTo>
                    <a:pt x="494" y="133"/>
                  </a:lnTo>
                  <a:lnTo>
                    <a:pt x="500" y="135"/>
                  </a:lnTo>
                  <a:lnTo>
                    <a:pt x="503" y="138"/>
                  </a:lnTo>
                  <a:lnTo>
                    <a:pt x="506" y="143"/>
                  </a:lnTo>
                  <a:lnTo>
                    <a:pt x="515" y="156"/>
                  </a:lnTo>
                  <a:lnTo>
                    <a:pt x="519" y="173"/>
                  </a:lnTo>
                  <a:lnTo>
                    <a:pt x="538" y="173"/>
                  </a:lnTo>
                  <a:lnTo>
                    <a:pt x="545" y="191"/>
                  </a:lnTo>
                  <a:lnTo>
                    <a:pt x="555" y="203"/>
                  </a:lnTo>
                  <a:lnTo>
                    <a:pt x="564" y="215"/>
                  </a:lnTo>
                  <a:lnTo>
                    <a:pt x="573" y="231"/>
                  </a:lnTo>
                  <a:lnTo>
                    <a:pt x="576" y="257"/>
                  </a:lnTo>
                  <a:lnTo>
                    <a:pt x="575" y="278"/>
                  </a:lnTo>
                  <a:lnTo>
                    <a:pt x="569" y="299"/>
                  </a:lnTo>
                  <a:lnTo>
                    <a:pt x="561" y="318"/>
                  </a:lnTo>
                  <a:lnTo>
                    <a:pt x="552" y="339"/>
                  </a:lnTo>
                  <a:lnTo>
                    <a:pt x="541" y="362"/>
                  </a:lnTo>
                  <a:lnTo>
                    <a:pt x="538" y="376"/>
                  </a:lnTo>
                  <a:lnTo>
                    <a:pt x="533" y="390"/>
                  </a:lnTo>
                  <a:lnTo>
                    <a:pt x="529" y="405"/>
                  </a:lnTo>
                  <a:lnTo>
                    <a:pt x="524" y="417"/>
                  </a:lnTo>
                  <a:lnTo>
                    <a:pt x="515" y="426"/>
                  </a:lnTo>
                  <a:lnTo>
                    <a:pt x="505" y="431"/>
                  </a:lnTo>
                  <a:lnTo>
                    <a:pt x="493" y="437"/>
                  </a:lnTo>
                  <a:lnTo>
                    <a:pt x="480" y="442"/>
                  </a:lnTo>
                  <a:lnTo>
                    <a:pt x="472" y="445"/>
                  </a:lnTo>
                  <a:lnTo>
                    <a:pt x="461" y="437"/>
                  </a:lnTo>
                  <a:lnTo>
                    <a:pt x="449" y="426"/>
                  </a:lnTo>
                  <a:lnTo>
                    <a:pt x="440" y="433"/>
                  </a:lnTo>
                  <a:lnTo>
                    <a:pt x="430" y="437"/>
                  </a:lnTo>
                  <a:lnTo>
                    <a:pt x="417" y="435"/>
                  </a:lnTo>
                  <a:lnTo>
                    <a:pt x="404" y="433"/>
                  </a:lnTo>
                  <a:lnTo>
                    <a:pt x="388" y="431"/>
                  </a:lnTo>
                  <a:lnTo>
                    <a:pt x="381" y="396"/>
                  </a:lnTo>
                  <a:lnTo>
                    <a:pt x="376" y="395"/>
                  </a:lnTo>
                  <a:lnTo>
                    <a:pt x="370" y="393"/>
                  </a:lnTo>
                  <a:lnTo>
                    <a:pt x="365" y="391"/>
                  </a:lnTo>
                  <a:lnTo>
                    <a:pt x="362" y="388"/>
                  </a:lnTo>
                  <a:lnTo>
                    <a:pt x="358" y="386"/>
                  </a:lnTo>
                  <a:lnTo>
                    <a:pt x="356" y="384"/>
                  </a:lnTo>
                  <a:lnTo>
                    <a:pt x="356" y="383"/>
                  </a:lnTo>
                  <a:lnTo>
                    <a:pt x="358" y="381"/>
                  </a:lnTo>
                  <a:lnTo>
                    <a:pt x="358" y="379"/>
                  </a:lnTo>
                  <a:lnTo>
                    <a:pt x="358" y="377"/>
                  </a:lnTo>
                  <a:lnTo>
                    <a:pt x="356" y="376"/>
                  </a:lnTo>
                  <a:lnTo>
                    <a:pt x="355" y="374"/>
                  </a:lnTo>
                  <a:lnTo>
                    <a:pt x="349" y="372"/>
                  </a:lnTo>
                  <a:lnTo>
                    <a:pt x="348" y="374"/>
                  </a:lnTo>
                  <a:lnTo>
                    <a:pt x="348" y="376"/>
                  </a:lnTo>
                  <a:lnTo>
                    <a:pt x="348" y="376"/>
                  </a:lnTo>
                  <a:lnTo>
                    <a:pt x="346" y="377"/>
                  </a:lnTo>
                  <a:lnTo>
                    <a:pt x="344" y="377"/>
                  </a:lnTo>
                  <a:lnTo>
                    <a:pt x="342" y="377"/>
                  </a:lnTo>
                  <a:lnTo>
                    <a:pt x="342" y="372"/>
                  </a:lnTo>
                  <a:lnTo>
                    <a:pt x="337" y="372"/>
                  </a:lnTo>
                  <a:lnTo>
                    <a:pt x="337" y="369"/>
                  </a:lnTo>
                  <a:lnTo>
                    <a:pt x="344" y="365"/>
                  </a:lnTo>
                  <a:lnTo>
                    <a:pt x="349" y="360"/>
                  </a:lnTo>
                  <a:lnTo>
                    <a:pt x="353" y="355"/>
                  </a:lnTo>
                  <a:lnTo>
                    <a:pt x="349" y="355"/>
                  </a:lnTo>
                  <a:lnTo>
                    <a:pt x="349" y="349"/>
                  </a:lnTo>
                  <a:lnTo>
                    <a:pt x="341" y="358"/>
                  </a:lnTo>
                  <a:lnTo>
                    <a:pt x="332" y="363"/>
                  </a:lnTo>
                  <a:lnTo>
                    <a:pt x="318" y="369"/>
                  </a:lnTo>
                  <a:lnTo>
                    <a:pt x="313" y="358"/>
                  </a:lnTo>
                  <a:lnTo>
                    <a:pt x="306" y="348"/>
                  </a:lnTo>
                  <a:lnTo>
                    <a:pt x="297" y="339"/>
                  </a:lnTo>
                  <a:lnTo>
                    <a:pt x="285" y="332"/>
                  </a:lnTo>
                  <a:lnTo>
                    <a:pt x="269" y="330"/>
                  </a:lnTo>
                  <a:lnTo>
                    <a:pt x="259" y="327"/>
                  </a:lnTo>
                  <a:lnTo>
                    <a:pt x="245" y="325"/>
                  </a:lnTo>
                  <a:lnTo>
                    <a:pt x="225" y="327"/>
                  </a:lnTo>
                  <a:lnTo>
                    <a:pt x="206" y="328"/>
                  </a:lnTo>
                  <a:lnTo>
                    <a:pt x="187" y="332"/>
                  </a:lnTo>
                  <a:lnTo>
                    <a:pt x="170" y="335"/>
                  </a:lnTo>
                  <a:lnTo>
                    <a:pt x="157" y="339"/>
                  </a:lnTo>
                  <a:lnTo>
                    <a:pt x="150" y="362"/>
                  </a:lnTo>
                  <a:lnTo>
                    <a:pt x="133" y="362"/>
                  </a:lnTo>
                  <a:lnTo>
                    <a:pt x="117" y="360"/>
                  </a:lnTo>
                  <a:lnTo>
                    <a:pt x="100" y="362"/>
                  </a:lnTo>
                  <a:lnTo>
                    <a:pt x="88" y="365"/>
                  </a:lnTo>
                  <a:lnTo>
                    <a:pt x="75" y="370"/>
                  </a:lnTo>
                  <a:lnTo>
                    <a:pt x="65" y="376"/>
                  </a:lnTo>
                  <a:lnTo>
                    <a:pt x="53" y="377"/>
                  </a:lnTo>
                  <a:lnTo>
                    <a:pt x="39" y="377"/>
                  </a:lnTo>
                  <a:lnTo>
                    <a:pt x="35" y="370"/>
                  </a:lnTo>
                  <a:lnTo>
                    <a:pt x="32" y="365"/>
                  </a:lnTo>
                  <a:lnTo>
                    <a:pt x="26" y="360"/>
                  </a:lnTo>
                  <a:lnTo>
                    <a:pt x="23" y="355"/>
                  </a:lnTo>
                  <a:lnTo>
                    <a:pt x="32" y="342"/>
                  </a:lnTo>
                  <a:lnTo>
                    <a:pt x="33" y="327"/>
                  </a:lnTo>
                  <a:lnTo>
                    <a:pt x="32" y="309"/>
                  </a:lnTo>
                  <a:lnTo>
                    <a:pt x="25" y="292"/>
                  </a:lnTo>
                  <a:lnTo>
                    <a:pt x="18" y="273"/>
                  </a:lnTo>
                  <a:lnTo>
                    <a:pt x="9" y="255"/>
                  </a:lnTo>
                  <a:lnTo>
                    <a:pt x="4" y="239"/>
                  </a:lnTo>
                  <a:lnTo>
                    <a:pt x="0" y="227"/>
                  </a:lnTo>
                  <a:lnTo>
                    <a:pt x="4" y="227"/>
                  </a:lnTo>
                  <a:lnTo>
                    <a:pt x="7" y="229"/>
                  </a:lnTo>
                  <a:lnTo>
                    <a:pt x="9" y="229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13" y="229"/>
                  </a:lnTo>
                  <a:lnTo>
                    <a:pt x="14" y="227"/>
                  </a:lnTo>
                  <a:lnTo>
                    <a:pt x="16" y="224"/>
                  </a:lnTo>
                  <a:lnTo>
                    <a:pt x="7" y="215"/>
                  </a:lnTo>
                  <a:lnTo>
                    <a:pt x="4" y="204"/>
                  </a:lnTo>
                  <a:lnTo>
                    <a:pt x="0" y="192"/>
                  </a:lnTo>
                  <a:lnTo>
                    <a:pt x="9" y="182"/>
                  </a:lnTo>
                  <a:lnTo>
                    <a:pt x="16" y="171"/>
                  </a:lnTo>
                  <a:lnTo>
                    <a:pt x="23" y="161"/>
                  </a:lnTo>
                  <a:lnTo>
                    <a:pt x="33" y="152"/>
                  </a:lnTo>
                  <a:lnTo>
                    <a:pt x="46" y="147"/>
                  </a:lnTo>
                  <a:lnTo>
                    <a:pt x="54" y="147"/>
                  </a:lnTo>
                  <a:lnTo>
                    <a:pt x="68" y="145"/>
                  </a:lnTo>
                  <a:lnTo>
                    <a:pt x="86" y="142"/>
                  </a:lnTo>
                  <a:lnTo>
                    <a:pt x="102" y="138"/>
                  </a:lnTo>
                  <a:lnTo>
                    <a:pt x="116" y="135"/>
                  </a:lnTo>
                  <a:lnTo>
                    <a:pt x="121" y="122"/>
                  </a:lnTo>
                  <a:lnTo>
                    <a:pt x="129" y="108"/>
                  </a:lnTo>
                  <a:lnTo>
                    <a:pt x="140" y="98"/>
                  </a:lnTo>
                  <a:lnTo>
                    <a:pt x="154" y="93"/>
                  </a:lnTo>
                  <a:lnTo>
                    <a:pt x="154" y="81"/>
                  </a:lnTo>
                  <a:lnTo>
                    <a:pt x="161" y="77"/>
                  </a:lnTo>
                  <a:lnTo>
                    <a:pt x="170" y="68"/>
                  </a:lnTo>
                  <a:lnTo>
                    <a:pt x="180" y="60"/>
                  </a:lnTo>
                  <a:lnTo>
                    <a:pt x="191" y="53"/>
                  </a:lnTo>
                  <a:lnTo>
                    <a:pt x="201" y="47"/>
                  </a:lnTo>
                  <a:lnTo>
                    <a:pt x="208" y="51"/>
                  </a:lnTo>
                  <a:lnTo>
                    <a:pt x="210" y="53"/>
                  </a:lnTo>
                  <a:lnTo>
                    <a:pt x="210" y="56"/>
                  </a:lnTo>
                  <a:lnTo>
                    <a:pt x="210" y="60"/>
                  </a:lnTo>
                  <a:lnTo>
                    <a:pt x="212" y="65"/>
                  </a:lnTo>
                  <a:lnTo>
                    <a:pt x="217" y="67"/>
                  </a:lnTo>
                  <a:lnTo>
                    <a:pt x="222" y="67"/>
                  </a:lnTo>
                  <a:lnTo>
                    <a:pt x="225" y="68"/>
                  </a:lnTo>
                  <a:lnTo>
                    <a:pt x="231" y="70"/>
                  </a:lnTo>
                  <a:lnTo>
                    <a:pt x="234" y="54"/>
                  </a:lnTo>
                  <a:lnTo>
                    <a:pt x="239" y="46"/>
                  </a:lnTo>
                  <a:lnTo>
                    <a:pt x="246" y="40"/>
                  </a:lnTo>
                  <a:lnTo>
                    <a:pt x="255" y="35"/>
                  </a:lnTo>
                  <a:lnTo>
                    <a:pt x="264" y="32"/>
                  </a:lnTo>
                  <a:lnTo>
                    <a:pt x="273" y="23"/>
                  </a:lnTo>
                  <a:lnTo>
                    <a:pt x="269" y="21"/>
                  </a:lnTo>
                  <a:lnTo>
                    <a:pt x="269" y="19"/>
                  </a:lnTo>
                  <a:lnTo>
                    <a:pt x="267" y="18"/>
                  </a:lnTo>
                  <a:lnTo>
                    <a:pt x="266" y="16"/>
                  </a:lnTo>
                  <a:lnTo>
                    <a:pt x="280" y="16"/>
                  </a:lnTo>
                  <a:lnTo>
                    <a:pt x="294" y="23"/>
                  </a:lnTo>
                  <a:lnTo>
                    <a:pt x="309" y="25"/>
                  </a:lnTo>
                  <a:lnTo>
                    <a:pt x="325" y="25"/>
                  </a:lnTo>
                  <a:lnTo>
                    <a:pt x="342" y="23"/>
                  </a:lnTo>
                  <a:lnTo>
                    <a:pt x="342" y="32"/>
                  </a:lnTo>
                  <a:lnTo>
                    <a:pt x="330" y="47"/>
                  </a:lnTo>
                  <a:lnTo>
                    <a:pt x="323" y="70"/>
                  </a:lnTo>
                  <a:lnTo>
                    <a:pt x="335" y="77"/>
                  </a:lnTo>
                  <a:lnTo>
                    <a:pt x="351" y="86"/>
                  </a:lnTo>
                  <a:lnTo>
                    <a:pt x="367" y="95"/>
                  </a:lnTo>
                  <a:lnTo>
                    <a:pt x="383" y="100"/>
                  </a:lnTo>
                  <a:lnTo>
                    <a:pt x="395" y="100"/>
                  </a:lnTo>
                  <a:lnTo>
                    <a:pt x="404" y="86"/>
                  </a:lnTo>
                  <a:lnTo>
                    <a:pt x="409" y="63"/>
                  </a:lnTo>
                  <a:lnTo>
                    <a:pt x="410" y="40"/>
                  </a:lnTo>
                  <a:lnTo>
                    <a:pt x="414" y="18"/>
                  </a:lnTo>
                  <a:lnTo>
                    <a:pt x="419" y="0"/>
                  </a:lnTo>
                  <a:close/>
                </a:path>
              </a:pathLst>
            </a:custGeom>
            <a:grpFill/>
            <a:ln w="3175" cap="rnd"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57965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D7D3CFDD-3676-406B-8544-63FB27C98998}"/>
              </a:ext>
            </a:extLst>
          </p:cNvPr>
          <p:cNvSpPr/>
          <p:nvPr/>
        </p:nvSpPr>
        <p:spPr>
          <a:xfrm>
            <a:off x="3528730" y="2669059"/>
            <a:ext cx="1711131" cy="17111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Oval 4">
            <a:extLst>
              <a:ext uri="{FF2B5EF4-FFF2-40B4-BE49-F238E27FC236}">
                <a16:creationId xmlns:a16="http://schemas.microsoft.com/office/drawing/2014/main" id="{155C966E-3676-4350-9DFC-5C7F15B1041F}"/>
              </a:ext>
            </a:extLst>
          </p:cNvPr>
          <p:cNvSpPr/>
          <p:nvPr/>
        </p:nvSpPr>
        <p:spPr>
          <a:xfrm>
            <a:off x="6950513" y="2669059"/>
            <a:ext cx="1711131" cy="171113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9" name="Left-Right Arrow 6">
            <a:extLst>
              <a:ext uri="{FF2B5EF4-FFF2-40B4-BE49-F238E27FC236}">
                <a16:creationId xmlns:a16="http://schemas.microsoft.com/office/drawing/2014/main" id="{B1F79263-3D8B-4D67-8304-AC1DB01C2B94}"/>
              </a:ext>
            </a:extLst>
          </p:cNvPr>
          <p:cNvSpPr/>
          <p:nvPr/>
        </p:nvSpPr>
        <p:spPr>
          <a:xfrm>
            <a:off x="5413749" y="3105278"/>
            <a:ext cx="1362876" cy="838693"/>
          </a:xfrm>
          <a:prstGeom prst="left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17904AE-71C0-42FA-B3C7-E7CB3A80AAFA}"/>
              </a:ext>
            </a:extLst>
          </p:cNvPr>
          <p:cNvSpPr/>
          <p:nvPr/>
        </p:nvSpPr>
        <p:spPr>
          <a:xfrm>
            <a:off x="4439817" y="4952188"/>
            <a:ext cx="33032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5"/>
                </a:solidFill>
              </a:rPr>
              <a:t>52,890,000</a:t>
            </a:r>
            <a:endParaRPr lang="ko-KR" altLang="en-US" sz="4400" b="1" dirty="0">
              <a:solidFill>
                <a:schemeClr val="accent5"/>
              </a:solidFill>
            </a:endParaRP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1CC3EC5F-1E3B-448F-BFBD-6E77717C6C61}"/>
              </a:ext>
            </a:extLst>
          </p:cNvPr>
          <p:cNvSpPr/>
          <p:nvPr/>
        </p:nvSpPr>
        <p:spPr>
          <a:xfrm>
            <a:off x="1122594" y="3201459"/>
            <a:ext cx="2232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</a:rPr>
              <a:t>Your Business Here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C220BD06-D780-4AAF-B7DA-81075B46CBFD}"/>
              </a:ext>
            </a:extLst>
          </p:cNvPr>
          <p:cNvSpPr/>
          <p:nvPr/>
        </p:nvSpPr>
        <p:spPr>
          <a:xfrm>
            <a:off x="8835532" y="3201459"/>
            <a:ext cx="2232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3"/>
                </a:solidFill>
              </a:rPr>
              <a:t>Your Business Here</a:t>
            </a:r>
            <a:endParaRPr lang="ko-KR" altLang="en-US" b="1" dirty="0">
              <a:solidFill>
                <a:schemeClr val="accent3"/>
              </a:solidFill>
            </a:endParaRPr>
          </a:p>
        </p:txBody>
      </p:sp>
      <p:sp>
        <p:nvSpPr>
          <p:cNvPr id="23" name="Rectangle 130">
            <a:extLst>
              <a:ext uri="{FF2B5EF4-FFF2-40B4-BE49-F238E27FC236}">
                <a16:creationId xmlns:a16="http://schemas.microsoft.com/office/drawing/2014/main" id="{5543C188-9A49-43B0-9C2C-7043EA60920F}"/>
              </a:ext>
            </a:extLst>
          </p:cNvPr>
          <p:cNvSpPr/>
          <p:nvPr/>
        </p:nvSpPr>
        <p:spPr>
          <a:xfrm>
            <a:off x="7564285" y="3294442"/>
            <a:ext cx="499060" cy="501326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Round Same Side Corner Rectangle 36">
            <a:extLst>
              <a:ext uri="{FF2B5EF4-FFF2-40B4-BE49-F238E27FC236}">
                <a16:creationId xmlns:a16="http://schemas.microsoft.com/office/drawing/2014/main" id="{9341878E-7566-4705-B843-79D7DC49E72B}"/>
              </a:ext>
            </a:extLst>
          </p:cNvPr>
          <p:cNvSpPr>
            <a:spLocks noChangeAspect="1"/>
          </p:cNvSpPr>
          <p:nvPr/>
        </p:nvSpPr>
        <p:spPr>
          <a:xfrm>
            <a:off x="4112023" y="3329078"/>
            <a:ext cx="481700" cy="380840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67972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DAC9E60-5298-41EC-BD95-D952495F7934}"/>
              </a:ext>
            </a:extLst>
          </p:cNvPr>
          <p:cNvSpPr txBox="1"/>
          <p:nvPr/>
        </p:nvSpPr>
        <p:spPr>
          <a:xfrm>
            <a:off x="0" y="1"/>
            <a:ext cx="1190892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 pitchFamily="34" charset="0"/>
              </a:rPr>
              <a:t>0</a:t>
            </a:r>
            <a:endParaRPr lang="ko-KR" altLang="en-US" sz="6000" b="1" dirty="0">
              <a:solidFill>
                <a:schemeClr val="tx1">
                  <a:lumMod val="95000"/>
                  <a:lumOff val="5000"/>
                </a:schemeClr>
              </a:solidFill>
              <a:cs typeface="Arial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AE674B-9929-4CCD-B2D7-C9B828E90577}"/>
              </a:ext>
            </a:extLst>
          </p:cNvPr>
          <p:cNvSpPr/>
          <p:nvPr/>
        </p:nvSpPr>
        <p:spPr>
          <a:xfrm>
            <a:off x="7784457" y="620688"/>
            <a:ext cx="253511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4000" b="1" dirty="0"/>
              <a:t>Simple</a:t>
            </a:r>
            <a:br>
              <a:rPr lang="en-US" altLang="ko-KR" sz="4000" b="1" dirty="0"/>
            </a:br>
            <a:r>
              <a:rPr lang="en-US" altLang="ko-KR" sz="4000" b="1" dirty="0">
                <a:solidFill>
                  <a:schemeClr val="accent1"/>
                </a:solidFill>
              </a:rPr>
              <a:t>Portfolio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D76165-92D2-44C6-BF4E-A99913553266}"/>
              </a:ext>
            </a:extLst>
          </p:cNvPr>
          <p:cNvSpPr/>
          <p:nvPr/>
        </p:nvSpPr>
        <p:spPr>
          <a:xfrm>
            <a:off x="7784457" y="2284047"/>
            <a:ext cx="37334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cs typeface="Arial" pitchFamily="34" charset="0"/>
              </a:rPr>
              <a:t>You can simply impress your audience and add a unique zing and appeal to your Presentations. Get a modern PowerPoint  Presentation that is beautifully designed.  </a:t>
            </a:r>
            <a:endParaRPr lang="ko-KR" altLang="en-US" sz="1200" dirty="0">
              <a:cs typeface="Arial" pitchFamily="34" charset="0"/>
            </a:endParaRPr>
          </a:p>
        </p:txBody>
      </p:sp>
      <p:grpSp>
        <p:nvGrpSpPr>
          <p:cNvPr id="26" name="Group 36">
            <a:extLst>
              <a:ext uri="{FF2B5EF4-FFF2-40B4-BE49-F238E27FC236}">
                <a16:creationId xmlns:a16="http://schemas.microsoft.com/office/drawing/2014/main" id="{6CAC4D7A-E276-4D69-9568-8D850130DC37}"/>
              </a:ext>
            </a:extLst>
          </p:cNvPr>
          <p:cNvGrpSpPr/>
          <p:nvPr/>
        </p:nvGrpSpPr>
        <p:grpSpPr>
          <a:xfrm>
            <a:off x="7784457" y="5571796"/>
            <a:ext cx="3733466" cy="758634"/>
            <a:chOff x="4572000" y="2000094"/>
            <a:chExt cx="2887342" cy="75863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853BFCB-9B4C-4D2E-AA3B-D1A5657FAF8F}"/>
                </a:ext>
              </a:extLst>
            </p:cNvPr>
            <p:cNvSpPr txBox="1"/>
            <p:nvPr/>
          </p:nvSpPr>
          <p:spPr>
            <a:xfrm>
              <a:off x="4577082" y="2297063"/>
              <a:ext cx="28822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Get a modern PowerPoint  Presentation that is beautifully designed. 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3870ACE-D39E-4AA9-BD3B-3AA66B1A2DC8}"/>
                </a:ext>
              </a:extLst>
            </p:cNvPr>
            <p:cNvSpPr txBox="1"/>
            <p:nvPr/>
          </p:nvSpPr>
          <p:spPr>
            <a:xfrm>
              <a:off x="4572000" y="2000094"/>
              <a:ext cx="28873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2"/>
                  </a:solidFill>
                  <a:ea typeface="FZShuTi" pitchFamily="2" charset="-122"/>
                  <a:cs typeface="Arial" pitchFamily="34" charset="0"/>
                </a:rPr>
                <a:t>Contents  Here</a:t>
              </a:r>
              <a:endParaRPr lang="ko-KR" altLang="en-US" sz="1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36">
            <a:extLst>
              <a:ext uri="{FF2B5EF4-FFF2-40B4-BE49-F238E27FC236}">
                <a16:creationId xmlns:a16="http://schemas.microsoft.com/office/drawing/2014/main" id="{01B9BDA4-5E0C-42B0-8B05-9951C5951148}"/>
              </a:ext>
            </a:extLst>
          </p:cNvPr>
          <p:cNvGrpSpPr/>
          <p:nvPr/>
        </p:nvGrpSpPr>
        <p:grpSpPr>
          <a:xfrm>
            <a:off x="7784457" y="4331295"/>
            <a:ext cx="3733466" cy="943300"/>
            <a:chOff x="4572000" y="2000094"/>
            <a:chExt cx="2887342" cy="94330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E996676-C152-44BD-B0E8-29912D14C84F}"/>
                </a:ext>
              </a:extLst>
            </p:cNvPr>
            <p:cNvSpPr txBox="1"/>
            <p:nvPr/>
          </p:nvSpPr>
          <p:spPr>
            <a:xfrm>
              <a:off x="4577082" y="2297063"/>
              <a:ext cx="28822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cs typeface="Arial" pitchFamily="34" charset="0"/>
              </a:endParaRPr>
            </a:p>
            <a:p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your Presentations. </a:t>
              </a:r>
              <a:endParaRPr lang="ko-KR" altLang="en-US" sz="1200" dirty="0"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87331AD-78AE-4F00-80FE-55C5A7954BA8}"/>
                </a:ext>
              </a:extLst>
            </p:cNvPr>
            <p:cNvSpPr txBox="1"/>
            <p:nvPr/>
          </p:nvSpPr>
          <p:spPr>
            <a:xfrm>
              <a:off x="4572000" y="2000094"/>
              <a:ext cx="28873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3"/>
                  </a:solidFill>
                  <a:ea typeface="FZShuTi" pitchFamily="2" charset="-122"/>
                  <a:cs typeface="Arial" pitchFamily="34" charset="0"/>
                </a:rPr>
                <a:t>Contents  Here</a:t>
              </a:r>
              <a:endParaRPr lang="ko-KR" alt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32" name="Group 36">
            <a:extLst>
              <a:ext uri="{FF2B5EF4-FFF2-40B4-BE49-F238E27FC236}">
                <a16:creationId xmlns:a16="http://schemas.microsoft.com/office/drawing/2014/main" id="{F29934BC-E781-4FF4-95DF-63CEF8F1264F}"/>
              </a:ext>
            </a:extLst>
          </p:cNvPr>
          <p:cNvGrpSpPr/>
          <p:nvPr/>
        </p:nvGrpSpPr>
        <p:grpSpPr>
          <a:xfrm>
            <a:off x="7784457" y="3275461"/>
            <a:ext cx="3733466" cy="758634"/>
            <a:chOff x="4572000" y="2000094"/>
            <a:chExt cx="2887342" cy="75863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39B8440-5709-4CBB-B792-16B04AFDDCCA}"/>
                </a:ext>
              </a:extLst>
            </p:cNvPr>
            <p:cNvSpPr txBox="1"/>
            <p:nvPr/>
          </p:nvSpPr>
          <p:spPr>
            <a:xfrm>
              <a:off x="4577082" y="2297063"/>
              <a:ext cx="28822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cs typeface="Arial" pitchFamily="34" charset="0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F29CF9E-7B43-48F1-945C-D8AE1EF22ECA}"/>
                </a:ext>
              </a:extLst>
            </p:cNvPr>
            <p:cNvSpPr txBox="1"/>
            <p:nvPr/>
          </p:nvSpPr>
          <p:spPr>
            <a:xfrm>
              <a:off x="4572000" y="2000094"/>
              <a:ext cx="28873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4"/>
                  </a:solidFill>
                  <a:ea typeface="FZShuTi" pitchFamily="2" charset="-122"/>
                  <a:cs typeface="Arial" pitchFamily="34" charset="0"/>
                </a:rPr>
                <a:t>Contents  Here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idx="2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9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8"/>
          </p:nvPr>
        </p:nvSpPr>
        <p:spPr/>
      </p:sp>
    </p:spTree>
    <p:extLst>
      <p:ext uri="{BB962C8B-B14F-4D97-AF65-F5344CB8AC3E}">
        <p14:creationId xmlns:p14="http://schemas.microsoft.com/office/powerpoint/2010/main" val="2557177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6">
            <a:extLst>
              <a:ext uri="{FF2B5EF4-FFF2-40B4-BE49-F238E27FC236}">
                <a16:creationId xmlns:a16="http://schemas.microsoft.com/office/drawing/2014/main" id="{027B04BA-8002-4DE9-9DAF-28CA390F0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762" y="1276190"/>
            <a:ext cx="1630458" cy="2649495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42" name="Group 65">
            <a:extLst>
              <a:ext uri="{FF2B5EF4-FFF2-40B4-BE49-F238E27FC236}">
                <a16:creationId xmlns:a16="http://schemas.microsoft.com/office/drawing/2014/main" id="{6E2CC8DF-252B-41CB-ABD8-953C805D1422}"/>
              </a:ext>
            </a:extLst>
          </p:cNvPr>
          <p:cNvGrpSpPr/>
          <p:nvPr/>
        </p:nvGrpSpPr>
        <p:grpSpPr>
          <a:xfrm>
            <a:off x="2656213" y="5443884"/>
            <a:ext cx="6894054" cy="892885"/>
            <a:chOff x="910640" y="3141174"/>
            <a:chExt cx="1527408" cy="141522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37BA3F7-423E-440A-AE81-3DD4EB8D59C7}"/>
                </a:ext>
              </a:extLst>
            </p:cNvPr>
            <p:cNvSpPr txBox="1"/>
            <p:nvPr/>
          </p:nvSpPr>
          <p:spPr>
            <a:xfrm>
              <a:off x="910640" y="3141174"/>
              <a:ext cx="1527408" cy="439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BAEBB41-D051-4D8E-8543-155CD2027C1B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cxnSp>
        <p:nvCxnSpPr>
          <p:cNvPr id="45" name="Straight Arrow Connector 88">
            <a:extLst>
              <a:ext uri="{FF2B5EF4-FFF2-40B4-BE49-F238E27FC236}">
                <a16:creationId xmlns:a16="http://schemas.microsoft.com/office/drawing/2014/main" id="{086DF0EF-110A-48C9-AC0B-4DD3F493CA9E}"/>
              </a:ext>
            </a:extLst>
          </p:cNvPr>
          <p:cNvCxnSpPr/>
          <p:nvPr/>
        </p:nvCxnSpPr>
        <p:spPr>
          <a:xfrm flipH="1">
            <a:off x="6100378" y="3329826"/>
            <a:ext cx="10700" cy="100042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62">
            <a:extLst>
              <a:ext uri="{FF2B5EF4-FFF2-40B4-BE49-F238E27FC236}">
                <a16:creationId xmlns:a16="http://schemas.microsoft.com/office/drawing/2014/main" id="{69212730-0840-4705-8B9E-95E239E416DD}"/>
              </a:ext>
            </a:extLst>
          </p:cNvPr>
          <p:cNvGrpSpPr/>
          <p:nvPr/>
        </p:nvGrpSpPr>
        <p:grpSpPr>
          <a:xfrm>
            <a:off x="8265967" y="2033010"/>
            <a:ext cx="3200137" cy="892885"/>
            <a:chOff x="910640" y="3141174"/>
            <a:chExt cx="1527408" cy="1415223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B473538-070B-489B-99E0-DB1ABB2EEBC3}"/>
                </a:ext>
              </a:extLst>
            </p:cNvPr>
            <p:cNvSpPr txBox="1"/>
            <p:nvPr/>
          </p:nvSpPr>
          <p:spPr>
            <a:xfrm>
              <a:off x="910640" y="3141174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A446ED8-351C-4938-BD6C-0645D133C9A3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9" name="Group 65">
            <a:extLst>
              <a:ext uri="{FF2B5EF4-FFF2-40B4-BE49-F238E27FC236}">
                <a16:creationId xmlns:a16="http://schemas.microsoft.com/office/drawing/2014/main" id="{E74CB7EE-1D05-441E-8227-408D594E36A7}"/>
              </a:ext>
            </a:extLst>
          </p:cNvPr>
          <p:cNvGrpSpPr/>
          <p:nvPr/>
        </p:nvGrpSpPr>
        <p:grpSpPr>
          <a:xfrm>
            <a:off x="7977935" y="3592997"/>
            <a:ext cx="3200137" cy="892885"/>
            <a:chOff x="910640" y="3141174"/>
            <a:chExt cx="1527408" cy="1415223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EA30F18-2A2E-4D81-B0F6-B7F040DE96A4}"/>
                </a:ext>
              </a:extLst>
            </p:cNvPr>
            <p:cNvSpPr txBox="1"/>
            <p:nvPr/>
          </p:nvSpPr>
          <p:spPr>
            <a:xfrm>
              <a:off x="910640" y="3141174"/>
              <a:ext cx="1527408" cy="439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78B72DC-B720-4941-A440-550F42F53F51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</a:p>
          </p:txBody>
        </p:sp>
      </p:grpSp>
      <p:grpSp>
        <p:nvGrpSpPr>
          <p:cNvPr id="52" name="Group 68">
            <a:extLst>
              <a:ext uri="{FF2B5EF4-FFF2-40B4-BE49-F238E27FC236}">
                <a16:creationId xmlns:a16="http://schemas.microsoft.com/office/drawing/2014/main" id="{0E5BD52E-1C6C-4789-9AD8-D52888187251}"/>
              </a:ext>
            </a:extLst>
          </p:cNvPr>
          <p:cNvGrpSpPr/>
          <p:nvPr/>
        </p:nvGrpSpPr>
        <p:grpSpPr>
          <a:xfrm>
            <a:off x="817360" y="2033009"/>
            <a:ext cx="3200136" cy="892886"/>
            <a:chOff x="910640" y="3141172"/>
            <a:chExt cx="1527408" cy="141522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60C58E-BBAD-4CF9-9E5F-ADF7ED97231B}"/>
                </a:ext>
              </a:extLst>
            </p:cNvPr>
            <p:cNvSpPr txBox="1"/>
            <p:nvPr/>
          </p:nvSpPr>
          <p:spPr>
            <a:xfrm>
              <a:off x="910640" y="3141172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A25E9C-4C01-4D4A-8B4C-7C735FDEC8CC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5" name="Group 71">
            <a:extLst>
              <a:ext uri="{FF2B5EF4-FFF2-40B4-BE49-F238E27FC236}">
                <a16:creationId xmlns:a16="http://schemas.microsoft.com/office/drawing/2014/main" id="{ADB910E8-A35F-433E-A473-66378D40F92E}"/>
              </a:ext>
            </a:extLst>
          </p:cNvPr>
          <p:cNvGrpSpPr/>
          <p:nvPr/>
        </p:nvGrpSpPr>
        <p:grpSpPr>
          <a:xfrm>
            <a:off x="1033384" y="3592996"/>
            <a:ext cx="3200136" cy="892886"/>
            <a:chOff x="910640" y="3141172"/>
            <a:chExt cx="1527408" cy="141522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E1A266-E095-44EB-BD8F-0D6E05484E31}"/>
                </a:ext>
              </a:extLst>
            </p:cNvPr>
            <p:cNvSpPr txBox="1"/>
            <p:nvPr/>
          </p:nvSpPr>
          <p:spPr>
            <a:xfrm>
              <a:off x="910640" y="3141172"/>
              <a:ext cx="1527408" cy="4390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0702247-EBDA-414C-96D5-94E495923486}"/>
                </a:ext>
              </a:extLst>
            </p:cNvPr>
            <p:cNvSpPr txBox="1"/>
            <p:nvPr/>
          </p:nvSpPr>
          <p:spPr>
            <a:xfrm>
              <a:off x="910640" y="3531962"/>
              <a:ext cx="1527408" cy="102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9" name="Oval 57">
            <a:extLst>
              <a:ext uri="{FF2B5EF4-FFF2-40B4-BE49-F238E27FC236}">
                <a16:creationId xmlns:a16="http://schemas.microsoft.com/office/drawing/2014/main" id="{5E917601-F868-451F-989C-5D6DF48A7016}"/>
              </a:ext>
            </a:extLst>
          </p:cNvPr>
          <p:cNvSpPr/>
          <p:nvPr/>
        </p:nvSpPr>
        <p:spPr>
          <a:xfrm>
            <a:off x="7086595" y="1943772"/>
            <a:ext cx="1071361" cy="10713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Oval 58">
            <a:extLst>
              <a:ext uri="{FF2B5EF4-FFF2-40B4-BE49-F238E27FC236}">
                <a16:creationId xmlns:a16="http://schemas.microsoft.com/office/drawing/2014/main" id="{805B4666-9347-4B22-867E-2A0D3E9959A5}"/>
              </a:ext>
            </a:extLst>
          </p:cNvPr>
          <p:cNvSpPr/>
          <p:nvPr/>
        </p:nvSpPr>
        <p:spPr>
          <a:xfrm>
            <a:off x="4053500" y="1943772"/>
            <a:ext cx="1071361" cy="107136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Oval 59">
            <a:extLst>
              <a:ext uri="{FF2B5EF4-FFF2-40B4-BE49-F238E27FC236}">
                <a16:creationId xmlns:a16="http://schemas.microsoft.com/office/drawing/2014/main" id="{71402A68-FBC0-4854-8547-23369250A5EC}"/>
              </a:ext>
            </a:extLst>
          </p:cNvPr>
          <p:cNvSpPr/>
          <p:nvPr/>
        </p:nvSpPr>
        <p:spPr>
          <a:xfrm>
            <a:off x="6985775" y="3592432"/>
            <a:ext cx="894015" cy="8940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Oval 60">
            <a:extLst>
              <a:ext uri="{FF2B5EF4-FFF2-40B4-BE49-F238E27FC236}">
                <a16:creationId xmlns:a16="http://schemas.microsoft.com/office/drawing/2014/main" id="{656001AB-2D9C-4CB1-9E78-49788A9CBAE6}"/>
              </a:ext>
            </a:extLst>
          </p:cNvPr>
          <p:cNvSpPr/>
          <p:nvPr/>
        </p:nvSpPr>
        <p:spPr>
          <a:xfrm>
            <a:off x="4283077" y="3592432"/>
            <a:ext cx="894015" cy="8940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Oval 61">
            <a:extLst>
              <a:ext uri="{FF2B5EF4-FFF2-40B4-BE49-F238E27FC236}">
                <a16:creationId xmlns:a16="http://schemas.microsoft.com/office/drawing/2014/main" id="{6FA3485C-F12F-4DF7-B374-04B24380F9CB}"/>
              </a:ext>
            </a:extLst>
          </p:cNvPr>
          <p:cNvSpPr/>
          <p:nvPr/>
        </p:nvSpPr>
        <p:spPr>
          <a:xfrm>
            <a:off x="5698805" y="4392597"/>
            <a:ext cx="841784" cy="84178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Straight Arrow Connector 77">
            <a:extLst>
              <a:ext uri="{FF2B5EF4-FFF2-40B4-BE49-F238E27FC236}">
                <a16:creationId xmlns:a16="http://schemas.microsoft.com/office/drawing/2014/main" id="{6D044F97-09D3-49F8-86F3-3211DD0B9D8D}"/>
              </a:ext>
            </a:extLst>
          </p:cNvPr>
          <p:cNvCxnSpPr>
            <a:cxnSpLocks/>
          </p:cNvCxnSpPr>
          <p:nvPr/>
        </p:nvCxnSpPr>
        <p:spPr>
          <a:xfrm flipH="1" flipV="1">
            <a:off x="5163124" y="2762078"/>
            <a:ext cx="913439" cy="52815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78">
            <a:extLst>
              <a:ext uri="{FF2B5EF4-FFF2-40B4-BE49-F238E27FC236}">
                <a16:creationId xmlns:a16="http://schemas.microsoft.com/office/drawing/2014/main" id="{C5695E41-DE9A-42CB-A10B-E654B51666CC}"/>
              </a:ext>
            </a:extLst>
          </p:cNvPr>
          <p:cNvCxnSpPr>
            <a:cxnSpLocks/>
          </p:cNvCxnSpPr>
          <p:nvPr/>
        </p:nvCxnSpPr>
        <p:spPr>
          <a:xfrm flipV="1">
            <a:off x="6096000" y="2762078"/>
            <a:ext cx="990595" cy="52815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79">
            <a:extLst>
              <a:ext uri="{FF2B5EF4-FFF2-40B4-BE49-F238E27FC236}">
                <a16:creationId xmlns:a16="http://schemas.microsoft.com/office/drawing/2014/main" id="{CB8E77A0-B760-4F09-8635-101B1F560677}"/>
              </a:ext>
            </a:extLst>
          </p:cNvPr>
          <p:cNvCxnSpPr/>
          <p:nvPr/>
        </p:nvCxnSpPr>
        <p:spPr>
          <a:xfrm>
            <a:off x="6076563" y="3290234"/>
            <a:ext cx="863065" cy="58450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80">
            <a:extLst>
              <a:ext uri="{FF2B5EF4-FFF2-40B4-BE49-F238E27FC236}">
                <a16:creationId xmlns:a16="http://schemas.microsoft.com/office/drawing/2014/main" id="{2C6DABF0-ED51-442E-B827-5541F0B91157}"/>
              </a:ext>
            </a:extLst>
          </p:cNvPr>
          <p:cNvCxnSpPr/>
          <p:nvPr/>
        </p:nvCxnSpPr>
        <p:spPr>
          <a:xfrm flipH="1">
            <a:off x="5239031" y="3290233"/>
            <a:ext cx="896862" cy="53389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Isosceles Triangle 51">
            <a:extLst>
              <a:ext uri="{FF2B5EF4-FFF2-40B4-BE49-F238E27FC236}">
                <a16:creationId xmlns:a16="http://schemas.microsoft.com/office/drawing/2014/main" id="{8FE93EDF-835D-49D5-9F88-69263830001D}"/>
              </a:ext>
            </a:extLst>
          </p:cNvPr>
          <p:cNvSpPr/>
          <p:nvPr/>
        </p:nvSpPr>
        <p:spPr>
          <a:xfrm>
            <a:off x="4383012" y="2319824"/>
            <a:ext cx="383353" cy="28111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0" name="Rounded Rectangle 6">
            <a:extLst>
              <a:ext uri="{FF2B5EF4-FFF2-40B4-BE49-F238E27FC236}">
                <a16:creationId xmlns:a16="http://schemas.microsoft.com/office/drawing/2014/main" id="{E4FBE858-8A78-48A0-AD1A-F696EF57F338}"/>
              </a:ext>
            </a:extLst>
          </p:cNvPr>
          <p:cNvSpPr/>
          <p:nvPr/>
        </p:nvSpPr>
        <p:spPr>
          <a:xfrm>
            <a:off x="4545615" y="3886738"/>
            <a:ext cx="368937" cy="375094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1" name="Teardrop 1">
            <a:extLst>
              <a:ext uri="{FF2B5EF4-FFF2-40B4-BE49-F238E27FC236}">
                <a16:creationId xmlns:a16="http://schemas.microsoft.com/office/drawing/2014/main" id="{1681F121-6FAB-42F9-8EB3-451C5710690A}"/>
              </a:ext>
            </a:extLst>
          </p:cNvPr>
          <p:cNvSpPr/>
          <p:nvPr/>
        </p:nvSpPr>
        <p:spPr>
          <a:xfrm rot="18805991">
            <a:off x="5918773" y="4614660"/>
            <a:ext cx="401849" cy="39765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Rounded Rectangle 27">
            <a:extLst>
              <a:ext uri="{FF2B5EF4-FFF2-40B4-BE49-F238E27FC236}">
                <a16:creationId xmlns:a16="http://schemas.microsoft.com/office/drawing/2014/main" id="{EBAFBD68-7A1C-4204-968F-8F2D8F289C81}"/>
              </a:ext>
            </a:extLst>
          </p:cNvPr>
          <p:cNvSpPr/>
          <p:nvPr/>
        </p:nvSpPr>
        <p:spPr>
          <a:xfrm>
            <a:off x="7413997" y="2297257"/>
            <a:ext cx="398724" cy="30627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3" name="Rounded Rectangle 7">
            <a:extLst>
              <a:ext uri="{FF2B5EF4-FFF2-40B4-BE49-F238E27FC236}">
                <a16:creationId xmlns:a16="http://schemas.microsoft.com/office/drawing/2014/main" id="{5337FA7B-BD5F-4492-905C-F5B3F3DA2659}"/>
              </a:ext>
            </a:extLst>
          </p:cNvPr>
          <p:cNvSpPr/>
          <p:nvPr/>
        </p:nvSpPr>
        <p:spPr>
          <a:xfrm>
            <a:off x="7272081" y="3870418"/>
            <a:ext cx="375525" cy="32407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8" name="Oval 57">
            <a:extLst>
              <a:ext uri="{FF2B5EF4-FFF2-40B4-BE49-F238E27FC236}">
                <a16:creationId xmlns:a16="http://schemas.microsoft.com/office/drawing/2014/main" id="{FED4AF4D-51B7-49D6-99F4-62130DFBB56B}"/>
              </a:ext>
            </a:extLst>
          </p:cNvPr>
          <p:cNvSpPr/>
          <p:nvPr/>
        </p:nvSpPr>
        <p:spPr>
          <a:xfrm>
            <a:off x="5682046" y="2958563"/>
            <a:ext cx="785377" cy="7853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Block Arc 10">
            <a:extLst>
              <a:ext uri="{FF2B5EF4-FFF2-40B4-BE49-F238E27FC236}">
                <a16:creationId xmlns:a16="http://schemas.microsoft.com/office/drawing/2014/main" id="{D1BEADD8-68BE-4E29-8D71-B49B8A20E32F}"/>
              </a:ext>
            </a:extLst>
          </p:cNvPr>
          <p:cNvSpPr/>
          <p:nvPr/>
        </p:nvSpPr>
        <p:spPr>
          <a:xfrm>
            <a:off x="5808134" y="3202499"/>
            <a:ext cx="493524" cy="334287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742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C74DF4F-5B20-449E-AB2C-8DB19B3C840D}"/>
              </a:ext>
            </a:extLst>
          </p:cNvPr>
          <p:cNvGrpSpPr/>
          <p:nvPr/>
        </p:nvGrpSpPr>
        <p:grpSpPr>
          <a:xfrm>
            <a:off x="2646611" y="3663592"/>
            <a:ext cx="2652220" cy="1116574"/>
            <a:chOff x="6975883" y="3736778"/>
            <a:chExt cx="4594794" cy="111657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1A5B34-71AA-4550-A91A-8AC02227525D}"/>
                </a:ext>
              </a:extLst>
            </p:cNvPr>
            <p:cNvSpPr txBox="1"/>
            <p:nvPr/>
          </p:nvSpPr>
          <p:spPr>
            <a:xfrm>
              <a:off x="6975883" y="4207021"/>
              <a:ext cx="45947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7E3EA5-4BC7-429A-ACD9-BE53435B8908}"/>
                </a:ext>
              </a:extLst>
            </p:cNvPr>
            <p:cNvSpPr txBox="1"/>
            <p:nvPr/>
          </p:nvSpPr>
          <p:spPr>
            <a:xfrm>
              <a:off x="6975883" y="3736778"/>
              <a:ext cx="45947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Get a modern PowerPoint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E8C1841-1C18-4806-96B0-DAA9967A2DC5}"/>
              </a:ext>
            </a:extLst>
          </p:cNvPr>
          <p:cNvSpPr txBox="1">
            <a:spLocks/>
          </p:cNvSpPr>
          <p:nvPr/>
        </p:nvSpPr>
        <p:spPr>
          <a:xfrm>
            <a:off x="1678265" y="1601920"/>
            <a:ext cx="3620566" cy="189022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40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Portfolio Presentation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46"/>
          </p:nvPr>
        </p:nvSpPr>
        <p:spPr/>
      </p:sp>
    </p:spTree>
    <p:extLst>
      <p:ext uri="{BB962C8B-B14F-4D97-AF65-F5344CB8AC3E}">
        <p14:creationId xmlns:p14="http://schemas.microsoft.com/office/powerpoint/2010/main" val="4285274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3" name="Snip Single Corner Rectangle 1">
            <a:extLst>
              <a:ext uri="{FF2B5EF4-FFF2-40B4-BE49-F238E27FC236}">
                <a16:creationId xmlns:a16="http://schemas.microsoft.com/office/drawing/2014/main" id="{17A88A02-FFC4-4C8E-94B2-5903795817C1}"/>
              </a:ext>
            </a:extLst>
          </p:cNvPr>
          <p:cNvSpPr/>
          <p:nvPr/>
        </p:nvSpPr>
        <p:spPr>
          <a:xfrm>
            <a:off x="943582" y="1895138"/>
            <a:ext cx="4752000" cy="1908000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nip Single Corner Rectangle 2">
            <a:extLst>
              <a:ext uri="{FF2B5EF4-FFF2-40B4-BE49-F238E27FC236}">
                <a16:creationId xmlns:a16="http://schemas.microsoft.com/office/drawing/2014/main" id="{BE306AD4-6EEF-45D4-935C-D1C01B90FE61}"/>
              </a:ext>
            </a:extLst>
          </p:cNvPr>
          <p:cNvSpPr/>
          <p:nvPr/>
        </p:nvSpPr>
        <p:spPr>
          <a:xfrm flipH="1">
            <a:off x="6471942" y="1895138"/>
            <a:ext cx="4752000" cy="1908000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nip Single Corner Rectangle 3">
            <a:extLst>
              <a:ext uri="{FF2B5EF4-FFF2-40B4-BE49-F238E27FC236}">
                <a16:creationId xmlns:a16="http://schemas.microsoft.com/office/drawing/2014/main" id="{CA79B028-F8C0-47E4-81EF-DE55D268049C}"/>
              </a:ext>
            </a:extLst>
          </p:cNvPr>
          <p:cNvSpPr/>
          <p:nvPr/>
        </p:nvSpPr>
        <p:spPr>
          <a:xfrm flipV="1">
            <a:off x="943582" y="4045879"/>
            <a:ext cx="4752000" cy="1908000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nip Single Corner Rectangle 4">
            <a:extLst>
              <a:ext uri="{FF2B5EF4-FFF2-40B4-BE49-F238E27FC236}">
                <a16:creationId xmlns:a16="http://schemas.microsoft.com/office/drawing/2014/main" id="{1F7157FD-350B-40F5-A1CF-418F0C6350AD}"/>
              </a:ext>
            </a:extLst>
          </p:cNvPr>
          <p:cNvSpPr/>
          <p:nvPr/>
        </p:nvSpPr>
        <p:spPr>
          <a:xfrm flipH="1" flipV="1">
            <a:off x="6471942" y="4045879"/>
            <a:ext cx="4752000" cy="1908000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D8395BC4-B8D1-4DB5-B7B9-170ADD46603B}"/>
              </a:ext>
            </a:extLst>
          </p:cNvPr>
          <p:cNvSpPr/>
          <p:nvPr/>
        </p:nvSpPr>
        <p:spPr>
          <a:xfrm>
            <a:off x="4929268" y="3221040"/>
            <a:ext cx="2326658" cy="14068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B3D619C9-26B9-4D05-84CC-4C80A5A8349D}"/>
              </a:ext>
            </a:extLst>
          </p:cNvPr>
          <p:cNvGrpSpPr/>
          <p:nvPr/>
        </p:nvGrpSpPr>
        <p:grpSpPr>
          <a:xfrm>
            <a:off x="5250375" y="3591421"/>
            <a:ext cx="1684444" cy="666054"/>
            <a:chOff x="3745865" y="3493571"/>
            <a:chExt cx="1684444" cy="666054"/>
          </a:xfrm>
        </p:grpSpPr>
        <p:sp>
          <p:nvSpPr>
            <p:cNvPr id="9" name="Text Placeholder 12">
              <a:extLst>
                <a:ext uri="{FF2B5EF4-FFF2-40B4-BE49-F238E27FC236}">
                  <a16:creationId xmlns:a16="http://schemas.microsoft.com/office/drawing/2014/main" id="{039DCC3E-F147-4D16-9E73-C62282D85951}"/>
                </a:ext>
              </a:extLst>
            </p:cNvPr>
            <p:cNvSpPr txBox="1">
              <a:spLocks/>
            </p:cNvSpPr>
            <p:nvPr/>
          </p:nvSpPr>
          <p:spPr>
            <a:xfrm>
              <a:off x="3745865" y="3765100"/>
              <a:ext cx="1684444" cy="394525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Easy to change colors, photos and Text.</a:t>
              </a: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 Placeholder 13">
              <a:extLst>
                <a:ext uri="{FF2B5EF4-FFF2-40B4-BE49-F238E27FC236}">
                  <a16:creationId xmlns:a16="http://schemas.microsoft.com/office/drawing/2014/main" id="{8049249C-6875-4265-BFBA-C747D0403AE8}"/>
                </a:ext>
              </a:extLst>
            </p:cNvPr>
            <p:cNvSpPr txBox="1">
              <a:spLocks/>
            </p:cNvSpPr>
            <p:nvPr/>
          </p:nvSpPr>
          <p:spPr>
            <a:xfrm>
              <a:off x="3745865" y="3493571"/>
              <a:ext cx="1684444" cy="258088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Contents Here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5724BD4-0988-4901-B0F0-97BEACD25780}"/>
              </a:ext>
            </a:extLst>
          </p:cNvPr>
          <p:cNvSpPr txBox="1"/>
          <p:nvPr/>
        </p:nvSpPr>
        <p:spPr>
          <a:xfrm>
            <a:off x="5112445" y="1636045"/>
            <a:ext cx="988348" cy="1015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4"/>
                </a:solidFill>
                <a:cs typeface="Arial" pitchFamily="34" charset="0"/>
              </a:rPr>
              <a:t>S</a:t>
            </a:r>
            <a:endParaRPr lang="ko-KR" altLang="en-US" sz="60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C76C8B-66A8-4359-878D-DDF2DDB5E569}"/>
              </a:ext>
            </a:extLst>
          </p:cNvPr>
          <p:cNvSpPr txBox="1"/>
          <p:nvPr/>
        </p:nvSpPr>
        <p:spPr>
          <a:xfrm>
            <a:off x="6086673" y="1645512"/>
            <a:ext cx="988348" cy="1015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3"/>
                </a:solidFill>
                <a:cs typeface="Arial" pitchFamily="34" charset="0"/>
              </a:rPr>
              <a:t>W</a:t>
            </a:r>
            <a:endParaRPr lang="ko-KR" altLang="en-US" sz="60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48496-611B-4A1A-956A-80B3C3704C37}"/>
              </a:ext>
            </a:extLst>
          </p:cNvPr>
          <p:cNvSpPr txBox="1"/>
          <p:nvPr/>
        </p:nvSpPr>
        <p:spPr>
          <a:xfrm>
            <a:off x="5103018" y="5181656"/>
            <a:ext cx="988348" cy="1015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1"/>
                </a:solidFill>
                <a:cs typeface="Arial" pitchFamily="34" charset="0"/>
              </a:rPr>
              <a:t>O</a:t>
            </a:r>
            <a:endParaRPr lang="ko-KR" altLang="en-US" sz="6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AB42A-1697-436D-8925-BB5E2160899F}"/>
              </a:ext>
            </a:extLst>
          </p:cNvPr>
          <p:cNvSpPr txBox="1"/>
          <p:nvPr/>
        </p:nvSpPr>
        <p:spPr>
          <a:xfrm>
            <a:off x="6077246" y="5181656"/>
            <a:ext cx="988348" cy="1015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accent2"/>
                </a:solidFill>
                <a:cs typeface="Arial" pitchFamily="34" charset="0"/>
              </a:rPr>
              <a:t>T</a:t>
            </a:r>
            <a:endParaRPr lang="ko-KR" altLang="en-US" sz="60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5" name="Group 51">
            <a:extLst>
              <a:ext uri="{FF2B5EF4-FFF2-40B4-BE49-F238E27FC236}">
                <a16:creationId xmlns:a16="http://schemas.microsoft.com/office/drawing/2014/main" id="{968BA330-AAF5-4F5F-913F-EB04CF00C21A}"/>
              </a:ext>
            </a:extLst>
          </p:cNvPr>
          <p:cNvGrpSpPr/>
          <p:nvPr/>
        </p:nvGrpSpPr>
        <p:grpSpPr>
          <a:xfrm>
            <a:off x="1386250" y="2141772"/>
            <a:ext cx="2936722" cy="1470776"/>
            <a:chOff x="270023" y="1638319"/>
            <a:chExt cx="2605242" cy="148548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4F6D916-AE4B-4D1E-8964-5DFEF46BED6D}"/>
                </a:ext>
              </a:extLst>
            </p:cNvPr>
            <p:cNvSpPr txBox="1"/>
            <p:nvPr/>
          </p:nvSpPr>
          <p:spPr>
            <a:xfrm>
              <a:off x="270024" y="1911471"/>
              <a:ext cx="2605241" cy="1212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87B58-01EE-4A0A-BA6F-9B124DBC138F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59">
            <a:extLst>
              <a:ext uri="{FF2B5EF4-FFF2-40B4-BE49-F238E27FC236}">
                <a16:creationId xmlns:a16="http://schemas.microsoft.com/office/drawing/2014/main" id="{E9A069EB-CF78-4FD8-B83D-989FFD6BD120}"/>
              </a:ext>
            </a:extLst>
          </p:cNvPr>
          <p:cNvGrpSpPr/>
          <p:nvPr/>
        </p:nvGrpSpPr>
        <p:grpSpPr>
          <a:xfrm>
            <a:off x="1386250" y="4249900"/>
            <a:ext cx="2936722" cy="1470776"/>
            <a:chOff x="270023" y="1638319"/>
            <a:chExt cx="2605242" cy="14854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57C8139-88EF-4907-9AAA-26B9C6B3E82B}"/>
                </a:ext>
              </a:extLst>
            </p:cNvPr>
            <p:cNvSpPr txBox="1"/>
            <p:nvPr/>
          </p:nvSpPr>
          <p:spPr>
            <a:xfrm>
              <a:off x="270024" y="1911471"/>
              <a:ext cx="2605241" cy="1212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65C5661-6A79-4203-8B69-9D46F4B425CE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62">
            <a:extLst>
              <a:ext uri="{FF2B5EF4-FFF2-40B4-BE49-F238E27FC236}">
                <a16:creationId xmlns:a16="http://schemas.microsoft.com/office/drawing/2014/main" id="{36E887BB-E994-46DB-B2C2-1EE2D6C24E7B}"/>
              </a:ext>
            </a:extLst>
          </p:cNvPr>
          <p:cNvGrpSpPr/>
          <p:nvPr/>
        </p:nvGrpSpPr>
        <p:grpSpPr>
          <a:xfrm>
            <a:off x="7854123" y="2141772"/>
            <a:ext cx="2936722" cy="1470776"/>
            <a:chOff x="270023" y="1638319"/>
            <a:chExt cx="2605242" cy="148548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8683CE5-36D0-47D0-9A0E-5BF621A7A243}"/>
                </a:ext>
              </a:extLst>
            </p:cNvPr>
            <p:cNvSpPr txBox="1"/>
            <p:nvPr/>
          </p:nvSpPr>
          <p:spPr>
            <a:xfrm>
              <a:off x="270024" y="1911471"/>
              <a:ext cx="2605241" cy="1212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4E2637-7CA8-42F6-996F-1AE5F85D7741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74">
            <a:extLst>
              <a:ext uri="{FF2B5EF4-FFF2-40B4-BE49-F238E27FC236}">
                <a16:creationId xmlns:a16="http://schemas.microsoft.com/office/drawing/2014/main" id="{434FB6D5-69E0-495C-9875-EAC5DB770E72}"/>
              </a:ext>
            </a:extLst>
          </p:cNvPr>
          <p:cNvGrpSpPr/>
          <p:nvPr/>
        </p:nvGrpSpPr>
        <p:grpSpPr>
          <a:xfrm>
            <a:off x="7858316" y="4249900"/>
            <a:ext cx="2936722" cy="1470776"/>
            <a:chOff x="270023" y="1638319"/>
            <a:chExt cx="2605242" cy="148548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0C7B19-1FF4-4503-A0E9-485D4CA10359}"/>
                </a:ext>
              </a:extLst>
            </p:cNvPr>
            <p:cNvSpPr txBox="1"/>
            <p:nvPr/>
          </p:nvSpPr>
          <p:spPr>
            <a:xfrm>
              <a:off x="270024" y="1911471"/>
              <a:ext cx="2605241" cy="1212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E698087-4027-4531-B992-ED2767312291}"/>
                </a:ext>
              </a:extLst>
            </p:cNvPr>
            <p:cNvSpPr txBox="1"/>
            <p:nvPr/>
          </p:nvSpPr>
          <p:spPr>
            <a:xfrm>
              <a:off x="270023" y="1638319"/>
              <a:ext cx="2605241" cy="31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Rectangle 9">
            <a:extLst>
              <a:ext uri="{FF2B5EF4-FFF2-40B4-BE49-F238E27FC236}">
                <a16:creationId xmlns:a16="http://schemas.microsoft.com/office/drawing/2014/main" id="{4D5C898C-52F2-410F-A4AE-5F5F851E9C37}"/>
              </a:ext>
            </a:extLst>
          </p:cNvPr>
          <p:cNvSpPr/>
          <p:nvPr/>
        </p:nvSpPr>
        <p:spPr>
          <a:xfrm>
            <a:off x="4521777" y="4873985"/>
            <a:ext cx="420559" cy="39368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8" name="Rectangle 36">
            <a:extLst>
              <a:ext uri="{FF2B5EF4-FFF2-40B4-BE49-F238E27FC236}">
                <a16:creationId xmlns:a16="http://schemas.microsoft.com/office/drawing/2014/main" id="{45B07ECA-9145-4E8D-9F5E-A3B587546817}"/>
              </a:ext>
            </a:extLst>
          </p:cNvPr>
          <p:cNvSpPr/>
          <p:nvPr/>
        </p:nvSpPr>
        <p:spPr>
          <a:xfrm>
            <a:off x="7075021" y="2554583"/>
            <a:ext cx="466329" cy="38981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" name="Oval 21">
            <a:extLst>
              <a:ext uri="{FF2B5EF4-FFF2-40B4-BE49-F238E27FC236}">
                <a16:creationId xmlns:a16="http://schemas.microsoft.com/office/drawing/2014/main" id="{A16A3447-4790-4D81-A937-5F0CE8F9E7AE}"/>
              </a:ext>
            </a:extLst>
          </p:cNvPr>
          <p:cNvSpPr>
            <a:spLocks noChangeAspect="1"/>
          </p:cNvSpPr>
          <p:nvPr/>
        </p:nvSpPr>
        <p:spPr>
          <a:xfrm>
            <a:off x="4477219" y="2554583"/>
            <a:ext cx="452743" cy="45652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7F2B2D87-4B37-477A-9604-12597B47BF5A}"/>
              </a:ext>
            </a:extLst>
          </p:cNvPr>
          <p:cNvSpPr/>
          <p:nvPr/>
        </p:nvSpPr>
        <p:spPr>
          <a:xfrm rot="2700000">
            <a:off x="7226665" y="4761117"/>
            <a:ext cx="339446" cy="60856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38284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9AD3094-DAC5-4417-927C-1673B85FB10C}"/>
              </a:ext>
            </a:extLst>
          </p:cNvPr>
          <p:cNvGrpSpPr/>
          <p:nvPr/>
        </p:nvGrpSpPr>
        <p:grpSpPr>
          <a:xfrm>
            <a:off x="9208982" y="3468699"/>
            <a:ext cx="2006603" cy="896255"/>
            <a:chOff x="6683638" y="3478363"/>
            <a:chExt cx="1773386" cy="792088"/>
          </a:xfrm>
          <a:solidFill>
            <a:schemeClr val="accent3"/>
          </a:solidFill>
        </p:grpSpPr>
        <p:sp>
          <p:nvSpPr>
            <p:cNvPr id="31" name="Chevron 7">
              <a:extLst>
                <a:ext uri="{FF2B5EF4-FFF2-40B4-BE49-F238E27FC236}">
                  <a16:creationId xmlns:a16="http://schemas.microsoft.com/office/drawing/2014/main" id="{1B936EC3-C5D2-43A9-844B-F4D56895459B}"/>
                </a:ext>
              </a:extLst>
            </p:cNvPr>
            <p:cNvSpPr/>
            <p:nvPr/>
          </p:nvSpPr>
          <p:spPr>
            <a:xfrm rot="10800000">
              <a:off x="6683638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Chevron 9">
              <a:extLst>
                <a:ext uri="{FF2B5EF4-FFF2-40B4-BE49-F238E27FC236}">
                  <a16:creationId xmlns:a16="http://schemas.microsoft.com/office/drawing/2014/main" id="{FC43A6AD-8B4A-424C-BCC7-AE9D31040EB7}"/>
                </a:ext>
              </a:extLst>
            </p:cNvPr>
            <p:cNvSpPr/>
            <p:nvPr/>
          </p:nvSpPr>
          <p:spPr>
            <a:xfrm rot="10800000">
              <a:off x="7880960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672EA60-E04D-4305-A66F-A1E64E4577BA}"/>
              </a:ext>
            </a:extLst>
          </p:cNvPr>
          <p:cNvGrpSpPr/>
          <p:nvPr/>
        </p:nvGrpSpPr>
        <p:grpSpPr>
          <a:xfrm>
            <a:off x="8684442" y="3976294"/>
            <a:ext cx="896255" cy="2014965"/>
            <a:chOff x="6220062" y="3926963"/>
            <a:chExt cx="792088" cy="1780776"/>
          </a:xfrm>
          <a:solidFill>
            <a:schemeClr val="accent2"/>
          </a:solidFill>
        </p:grpSpPr>
        <p:sp>
          <p:nvSpPr>
            <p:cNvPr id="34" name="Chevron 8">
              <a:extLst>
                <a:ext uri="{FF2B5EF4-FFF2-40B4-BE49-F238E27FC236}">
                  <a16:creationId xmlns:a16="http://schemas.microsoft.com/office/drawing/2014/main" id="{8D557217-512E-4A63-A4A7-9AAD0F6899ED}"/>
                </a:ext>
              </a:extLst>
            </p:cNvPr>
            <p:cNvSpPr/>
            <p:nvPr/>
          </p:nvSpPr>
          <p:spPr>
            <a:xfrm rot="16200000">
              <a:off x="5869734" y="4277291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Chevron 10">
              <a:extLst>
                <a:ext uri="{FF2B5EF4-FFF2-40B4-BE49-F238E27FC236}">
                  <a16:creationId xmlns:a16="http://schemas.microsoft.com/office/drawing/2014/main" id="{95B0CB9B-20FB-459A-BE2F-E3CCCFC82BE8}"/>
                </a:ext>
              </a:extLst>
            </p:cNvPr>
            <p:cNvSpPr/>
            <p:nvPr/>
          </p:nvSpPr>
          <p:spPr>
            <a:xfrm rot="16200000">
              <a:off x="6328074" y="50236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DC554CB-C399-430A-A3BA-A62454EA7A8F}"/>
              </a:ext>
            </a:extLst>
          </p:cNvPr>
          <p:cNvGrpSpPr/>
          <p:nvPr/>
        </p:nvGrpSpPr>
        <p:grpSpPr>
          <a:xfrm>
            <a:off x="7060221" y="3468699"/>
            <a:ext cx="1996530" cy="896255"/>
            <a:chOff x="4784616" y="3478363"/>
            <a:chExt cx="1764484" cy="792088"/>
          </a:xfrm>
          <a:solidFill>
            <a:schemeClr val="accent1"/>
          </a:solidFill>
        </p:grpSpPr>
        <p:sp>
          <p:nvSpPr>
            <p:cNvPr id="37" name="Chevron 5">
              <a:extLst>
                <a:ext uri="{FF2B5EF4-FFF2-40B4-BE49-F238E27FC236}">
                  <a16:creationId xmlns:a16="http://schemas.microsoft.com/office/drawing/2014/main" id="{3E7BD89C-E4B8-498B-95C1-6338B2705FB4}"/>
                </a:ext>
              </a:extLst>
            </p:cNvPr>
            <p:cNvSpPr/>
            <p:nvPr/>
          </p:nvSpPr>
          <p:spPr>
            <a:xfrm>
              <a:off x="5056356" y="347836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Chevron 11">
              <a:extLst>
                <a:ext uri="{FF2B5EF4-FFF2-40B4-BE49-F238E27FC236}">
                  <a16:creationId xmlns:a16="http://schemas.microsoft.com/office/drawing/2014/main" id="{BEDC1110-39F4-4D79-8BA3-8067405C2025}"/>
                </a:ext>
              </a:extLst>
            </p:cNvPr>
            <p:cNvSpPr/>
            <p:nvPr/>
          </p:nvSpPr>
          <p:spPr>
            <a:xfrm>
              <a:off x="4784616" y="3478363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3E58F9F-54FB-4B14-925A-781BB0E08A02}"/>
              </a:ext>
            </a:extLst>
          </p:cNvPr>
          <p:cNvGrpSpPr/>
          <p:nvPr/>
        </p:nvGrpSpPr>
        <p:grpSpPr>
          <a:xfrm>
            <a:off x="8684442" y="1853594"/>
            <a:ext cx="896255" cy="2014965"/>
            <a:chOff x="6220062" y="2050973"/>
            <a:chExt cx="792088" cy="1780776"/>
          </a:xfrm>
          <a:solidFill>
            <a:schemeClr val="accent4"/>
          </a:solidFill>
        </p:grpSpPr>
        <p:sp>
          <p:nvSpPr>
            <p:cNvPr id="40" name="Chevron 6">
              <a:extLst>
                <a:ext uri="{FF2B5EF4-FFF2-40B4-BE49-F238E27FC236}">
                  <a16:creationId xmlns:a16="http://schemas.microsoft.com/office/drawing/2014/main" id="{83051FC1-12B1-4B27-A6A2-B45F68A283E7}"/>
                </a:ext>
              </a:extLst>
            </p:cNvPr>
            <p:cNvSpPr/>
            <p:nvPr/>
          </p:nvSpPr>
          <p:spPr>
            <a:xfrm rot="5400000">
              <a:off x="5869734" y="2689333"/>
              <a:ext cx="1492744" cy="792088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Chevron 12">
              <a:extLst>
                <a:ext uri="{FF2B5EF4-FFF2-40B4-BE49-F238E27FC236}">
                  <a16:creationId xmlns:a16="http://schemas.microsoft.com/office/drawing/2014/main" id="{BA0D8CBA-5419-46E0-A6CE-556FEA551D45}"/>
                </a:ext>
              </a:extLst>
            </p:cNvPr>
            <p:cNvSpPr/>
            <p:nvPr/>
          </p:nvSpPr>
          <p:spPr>
            <a:xfrm rot="5400000">
              <a:off x="6328074" y="1942961"/>
              <a:ext cx="576064" cy="792088"/>
            </a:xfrm>
            <a:prstGeom prst="chevron">
              <a:avLst>
                <a:gd name="adj" fmla="val 6368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Rectangle 13">
            <a:extLst>
              <a:ext uri="{FF2B5EF4-FFF2-40B4-BE49-F238E27FC236}">
                <a16:creationId xmlns:a16="http://schemas.microsoft.com/office/drawing/2014/main" id="{DD64D174-3312-46A3-8ABE-359D750181FA}"/>
              </a:ext>
            </a:extLst>
          </p:cNvPr>
          <p:cNvSpPr/>
          <p:nvPr/>
        </p:nvSpPr>
        <p:spPr>
          <a:xfrm>
            <a:off x="8771519" y="2700867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S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3" name="Rectangle 14">
            <a:extLst>
              <a:ext uri="{FF2B5EF4-FFF2-40B4-BE49-F238E27FC236}">
                <a16:creationId xmlns:a16="http://schemas.microsoft.com/office/drawing/2014/main" id="{34A7FF29-F842-4305-8DD4-E4D82EFBD65D}"/>
              </a:ext>
            </a:extLst>
          </p:cNvPr>
          <p:cNvSpPr/>
          <p:nvPr/>
        </p:nvSpPr>
        <p:spPr>
          <a:xfrm>
            <a:off x="7851174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T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287BAA3C-EF55-434A-9049-E7CF157E4636}"/>
              </a:ext>
            </a:extLst>
          </p:cNvPr>
          <p:cNvSpPr/>
          <p:nvPr/>
        </p:nvSpPr>
        <p:spPr>
          <a:xfrm>
            <a:off x="9692458" y="3604124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W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5" name="Rectangle 16">
            <a:extLst>
              <a:ext uri="{FF2B5EF4-FFF2-40B4-BE49-F238E27FC236}">
                <a16:creationId xmlns:a16="http://schemas.microsoft.com/office/drawing/2014/main" id="{3D9E8D97-6068-4CBE-9711-05EFAB09B1FE}"/>
              </a:ext>
            </a:extLst>
          </p:cNvPr>
          <p:cNvSpPr/>
          <p:nvPr/>
        </p:nvSpPr>
        <p:spPr>
          <a:xfrm>
            <a:off x="8771519" y="4497655"/>
            <a:ext cx="722101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O</a:t>
            </a:r>
            <a:endParaRPr lang="ko-KR" altLang="en-US" sz="3600" dirty="0"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C6C9F7-383A-4F61-A369-5B617BC896A7}"/>
              </a:ext>
            </a:extLst>
          </p:cNvPr>
          <p:cNvSpPr txBox="1"/>
          <p:nvPr/>
        </p:nvSpPr>
        <p:spPr>
          <a:xfrm>
            <a:off x="850213" y="188063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4"/>
                </a:solidFill>
                <a:cs typeface="Arial" pitchFamily="34" charset="0"/>
              </a:rPr>
              <a:t>STRENGTHS</a:t>
            </a:r>
            <a:endParaRPr lang="ko-KR" altLang="en-US" sz="12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EEECAD-9F76-4682-8914-15DE33DFBE3A}"/>
              </a:ext>
            </a:extLst>
          </p:cNvPr>
          <p:cNvSpPr txBox="1"/>
          <p:nvPr/>
        </p:nvSpPr>
        <p:spPr>
          <a:xfrm>
            <a:off x="2859287" y="1786368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</a:p>
        </p:txBody>
      </p:sp>
      <p:sp>
        <p:nvSpPr>
          <p:cNvPr id="48" name="Chevron 25">
            <a:extLst>
              <a:ext uri="{FF2B5EF4-FFF2-40B4-BE49-F238E27FC236}">
                <a16:creationId xmlns:a16="http://schemas.microsoft.com/office/drawing/2014/main" id="{8C946910-8917-42EC-9744-5DB0E43697D0}"/>
              </a:ext>
            </a:extLst>
          </p:cNvPr>
          <p:cNvSpPr/>
          <p:nvPr/>
        </p:nvSpPr>
        <p:spPr>
          <a:xfrm>
            <a:off x="2474703" y="1920773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6F89FA-9C2A-4B8C-A006-DE1B0A2E3DFB}"/>
              </a:ext>
            </a:extLst>
          </p:cNvPr>
          <p:cNvSpPr txBox="1"/>
          <p:nvPr/>
        </p:nvSpPr>
        <p:spPr>
          <a:xfrm>
            <a:off x="850213" y="3088757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3"/>
                </a:solidFill>
                <a:cs typeface="Arial" pitchFamily="34" charset="0"/>
              </a:rPr>
              <a:t>WEAKNESS</a:t>
            </a:r>
            <a:endParaRPr lang="ko-KR" altLang="en-US" sz="12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032740-4247-4D2D-B208-CE17BBDC423A}"/>
              </a:ext>
            </a:extLst>
          </p:cNvPr>
          <p:cNvSpPr txBox="1"/>
          <p:nvPr/>
        </p:nvSpPr>
        <p:spPr>
          <a:xfrm>
            <a:off x="2859287" y="2993069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</a:p>
        </p:txBody>
      </p:sp>
      <p:sp>
        <p:nvSpPr>
          <p:cNvPr id="51" name="Chevron 26">
            <a:extLst>
              <a:ext uri="{FF2B5EF4-FFF2-40B4-BE49-F238E27FC236}">
                <a16:creationId xmlns:a16="http://schemas.microsoft.com/office/drawing/2014/main" id="{46B1BD2D-B490-4A9A-8661-7E40A01B31A2}"/>
              </a:ext>
            </a:extLst>
          </p:cNvPr>
          <p:cNvSpPr/>
          <p:nvPr/>
        </p:nvSpPr>
        <p:spPr>
          <a:xfrm>
            <a:off x="2480645" y="3127474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00E425-44F2-4457-9FF8-DD2325A63862}"/>
              </a:ext>
            </a:extLst>
          </p:cNvPr>
          <p:cNvSpPr txBox="1"/>
          <p:nvPr/>
        </p:nvSpPr>
        <p:spPr>
          <a:xfrm>
            <a:off x="850213" y="4296878"/>
            <a:ext cx="1513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2"/>
                </a:solidFill>
                <a:cs typeface="Arial" pitchFamily="34" charset="0"/>
              </a:rPr>
              <a:t>OPPORTUNITIES</a:t>
            </a:r>
            <a:endParaRPr lang="ko-KR" altLang="en-US" sz="12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632585-57CB-45A4-A0F1-C21368FDB92E}"/>
              </a:ext>
            </a:extLst>
          </p:cNvPr>
          <p:cNvSpPr txBox="1"/>
          <p:nvPr/>
        </p:nvSpPr>
        <p:spPr>
          <a:xfrm>
            <a:off x="2859287" y="4199770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</a:p>
        </p:txBody>
      </p:sp>
      <p:sp>
        <p:nvSpPr>
          <p:cNvPr id="54" name="Chevron 27">
            <a:extLst>
              <a:ext uri="{FF2B5EF4-FFF2-40B4-BE49-F238E27FC236}">
                <a16:creationId xmlns:a16="http://schemas.microsoft.com/office/drawing/2014/main" id="{C2B46BDD-122B-4FAE-B09F-F5DF6175B0B9}"/>
              </a:ext>
            </a:extLst>
          </p:cNvPr>
          <p:cNvSpPr/>
          <p:nvPr/>
        </p:nvSpPr>
        <p:spPr>
          <a:xfrm>
            <a:off x="2486587" y="4334175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AB6A6D-93C8-47C2-9889-AE12981FCD17}"/>
              </a:ext>
            </a:extLst>
          </p:cNvPr>
          <p:cNvSpPr txBox="1"/>
          <p:nvPr/>
        </p:nvSpPr>
        <p:spPr>
          <a:xfrm>
            <a:off x="850213" y="5500741"/>
            <a:ext cx="1513664" cy="28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accent1"/>
                </a:solidFill>
                <a:cs typeface="Arial" pitchFamily="34" charset="0"/>
              </a:rPr>
              <a:t>THREATS</a:t>
            </a:r>
            <a:endParaRPr lang="ko-KR" alt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6711CA-38D2-4DB9-A0C1-F9C6A7E61F0B}"/>
              </a:ext>
            </a:extLst>
          </p:cNvPr>
          <p:cNvSpPr txBox="1"/>
          <p:nvPr/>
        </p:nvSpPr>
        <p:spPr>
          <a:xfrm>
            <a:off x="2859287" y="5406472"/>
            <a:ext cx="362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</a:p>
        </p:txBody>
      </p:sp>
      <p:sp>
        <p:nvSpPr>
          <p:cNvPr id="57" name="Chevron 28">
            <a:extLst>
              <a:ext uri="{FF2B5EF4-FFF2-40B4-BE49-F238E27FC236}">
                <a16:creationId xmlns:a16="http://schemas.microsoft.com/office/drawing/2014/main" id="{71D1F768-C6D1-4B47-A08C-E327180A76EC}"/>
              </a:ext>
            </a:extLst>
          </p:cNvPr>
          <p:cNvSpPr/>
          <p:nvPr/>
        </p:nvSpPr>
        <p:spPr>
          <a:xfrm>
            <a:off x="2492529" y="5540877"/>
            <a:ext cx="194565" cy="200987"/>
          </a:xfrm>
          <a:prstGeom prst="chevron">
            <a:avLst>
              <a:gd name="adj" fmla="val 5486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9716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768" y="269852"/>
            <a:ext cx="10849205" cy="710877"/>
          </a:xfrm>
        </p:spPr>
        <p:txBody>
          <a:bodyPr/>
          <a:lstStyle/>
          <a:p>
            <a:pPr algn="l"/>
            <a:r>
              <a:rPr lang="en-US" altLang="ko-KR" dirty="0">
                <a:latin typeface="+mj-lt"/>
              </a:rPr>
              <a:t>Portfolio Presentation</a:t>
            </a:r>
            <a:endParaRPr lang="en-US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4769" y="4869161"/>
            <a:ext cx="108492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HY견명조" pitchFamily="18" charset="-127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Get a modern PowerPoint  Presentation that is beautifully designed. You can simply impress your audience and add a unique zing and appeal to your Presentations.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HY견명조" pitchFamily="18" charset="-127"/>
                <a:cs typeface="Arial" pitchFamily="34" charset="0"/>
              </a:rPr>
              <a:t>I hope and I believe that this Template will your Time, Money and Reputation.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Easy to change colors, photos and Text. Get a modern PowerPoint  Presentation that is beautifully designed. 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/>
          </p:nvPr>
        </p:nvSpPr>
        <p:spPr/>
      </p:sp>
    </p:spTree>
    <p:extLst>
      <p:ext uri="{BB962C8B-B14F-4D97-AF65-F5344CB8AC3E}">
        <p14:creationId xmlns:p14="http://schemas.microsoft.com/office/powerpoint/2010/main" val="3978238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Chart 7">
            <a:extLst>
              <a:ext uri="{FF2B5EF4-FFF2-40B4-BE49-F238E27FC236}">
                <a16:creationId xmlns:a16="http://schemas.microsoft.com/office/drawing/2014/main" id="{91C7E20A-B17E-4A26-9CE7-783974BAF9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194788"/>
              </p:ext>
            </p:extLst>
          </p:nvPr>
        </p:nvGraphicFramePr>
        <p:xfrm>
          <a:off x="922059" y="4275556"/>
          <a:ext cx="1660648" cy="1721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5">
            <a:extLst>
              <a:ext uri="{FF2B5EF4-FFF2-40B4-BE49-F238E27FC236}">
                <a16:creationId xmlns:a16="http://schemas.microsoft.com/office/drawing/2014/main" id="{D4D8AC86-EF37-4BEF-8355-E24F5BF70F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217741"/>
              </p:ext>
            </p:extLst>
          </p:nvPr>
        </p:nvGraphicFramePr>
        <p:xfrm>
          <a:off x="6254837" y="4275556"/>
          <a:ext cx="1660648" cy="1721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F523B1E-D9A8-489D-9946-601EE1EECE56}"/>
              </a:ext>
            </a:extLst>
          </p:cNvPr>
          <p:cNvSpPr txBox="1"/>
          <p:nvPr/>
        </p:nvSpPr>
        <p:spPr>
          <a:xfrm>
            <a:off x="8164060" y="4106604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40%</a:t>
            </a:r>
            <a:endParaRPr lang="ko-KR" altLang="en-US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60A96-6CA2-4DC7-8866-81D0A5579351}"/>
              </a:ext>
            </a:extLst>
          </p:cNvPr>
          <p:cNvSpPr txBox="1"/>
          <p:nvPr/>
        </p:nvSpPr>
        <p:spPr>
          <a:xfrm>
            <a:off x="2830830" y="4106604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80%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E43EF-58DD-49C6-8459-A665F2F20760}"/>
              </a:ext>
            </a:extLst>
          </p:cNvPr>
          <p:cNvSpPr txBox="1"/>
          <p:nvPr/>
        </p:nvSpPr>
        <p:spPr>
          <a:xfrm>
            <a:off x="2830830" y="1748250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4"/>
                </a:solidFill>
                <a:cs typeface="Arial" pitchFamily="34" charset="0"/>
              </a:rPr>
              <a:t>60%</a:t>
            </a:r>
            <a:endParaRPr lang="ko-KR" altLang="en-US" sz="24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4E161-C556-476A-9D85-2D896F6343B3}"/>
              </a:ext>
            </a:extLst>
          </p:cNvPr>
          <p:cNvSpPr txBox="1"/>
          <p:nvPr/>
        </p:nvSpPr>
        <p:spPr>
          <a:xfrm>
            <a:off x="8164060" y="1748249"/>
            <a:ext cx="9361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3"/>
                </a:solidFill>
                <a:cs typeface="Arial" pitchFamily="34" charset="0"/>
              </a:rPr>
              <a:t>50%</a:t>
            </a:r>
            <a:endParaRPr lang="ko-KR" altLang="en-US" sz="2400" b="1" dirty="0">
              <a:solidFill>
                <a:schemeClr val="accent3"/>
              </a:solidFill>
              <a:cs typeface="Arial" pitchFamily="34" charset="0"/>
            </a:endParaRPr>
          </a:p>
        </p:txBody>
      </p:sp>
      <p:graphicFrame>
        <p:nvGraphicFramePr>
          <p:cNvPr id="9" name="Chart 10">
            <a:extLst>
              <a:ext uri="{FF2B5EF4-FFF2-40B4-BE49-F238E27FC236}">
                <a16:creationId xmlns:a16="http://schemas.microsoft.com/office/drawing/2014/main" id="{7B2717E0-D445-4560-8B94-353D8F641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20954"/>
              </p:ext>
            </p:extLst>
          </p:nvPr>
        </p:nvGraphicFramePr>
        <p:xfrm>
          <a:off x="6466300" y="4477118"/>
          <a:ext cx="1243450" cy="1224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0" name="Group 14">
            <a:extLst>
              <a:ext uri="{FF2B5EF4-FFF2-40B4-BE49-F238E27FC236}">
                <a16:creationId xmlns:a16="http://schemas.microsoft.com/office/drawing/2014/main" id="{9D43AAD1-F61B-4655-ADEC-D32AA3340087}"/>
              </a:ext>
            </a:extLst>
          </p:cNvPr>
          <p:cNvGrpSpPr/>
          <p:nvPr/>
        </p:nvGrpSpPr>
        <p:grpSpPr>
          <a:xfrm>
            <a:off x="2830830" y="2266227"/>
            <a:ext cx="3265170" cy="1232690"/>
            <a:chOff x="803640" y="3362835"/>
            <a:chExt cx="2059657" cy="12326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72027B-F891-4675-900C-4D3B8840EDE5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1230D8-2151-458C-92D2-F4581F2211EC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id="{859B72F0-BB7E-488A-9A3F-41711376578B}"/>
              </a:ext>
            </a:extLst>
          </p:cNvPr>
          <p:cNvGrpSpPr/>
          <p:nvPr/>
        </p:nvGrpSpPr>
        <p:grpSpPr>
          <a:xfrm>
            <a:off x="8164060" y="2266227"/>
            <a:ext cx="3265170" cy="1232690"/>
            <a:chOff x="803640" y="3362835"/>
            <a:chExt cx="2059657" cy="12326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8A5774-47FD-4FC4-B711-9729BFE61CB8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A48732-E3B6-4082-9ED2-C7D66445377F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20">
            <a:extLst>
              <a:ext uri="{FF2B5EF4-FFF2-40B4-BE49-F238E27FC236}">
                <a16:creationId xmlns:a16="http://schemas.microsoft.com/office/drawing/2014/main" id="{D4C7A3AF-9D6D-410A-B0C8-E1BE95E64A11}"/>
              </a:ext>
            </a:extLst>
          </p:cNvPr>
          <p:cNvGrpSpPr/>
          <p:nvPr/>
        </p:nvGrpSpPr>
        <p:grpSpPr>
          <a:xfrm>
            <a:off x="2830830" y="4620014"/>
            <a:ext cx="3265170" cy="1232690"/>
            <a:chOff x="803640" y="3362835"/>
            <a:chExt cx="2059657" cy="123269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73D1176-8F3F-4201-9130-D02015677295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22C29A-6360-4CDC-AE53-D1E5FD561172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23">
            <a:extLst>
              <a:ext uri="{FF2B5EF4-FFF2-40B4-BE49-F238E27FC236}">
                <a16:creationId xmlns:a16="http://schemas.microsoft.com/office/drawing/2014/main" id="{6F51A82A-8823-4D0D-86AD-B001CEC1E24E}"/>
              </a:ext>
            </a:extLst>
          </p:cNvPr>
          <p:cNvGrpSpPr/>
          <p:nvPr/>
        </p:nvGrpSpPr>
        <p:grpSpPr>
          <a:xfrm>
            <a:off x="8164060" y="4620014"/>
            <a:ext cx="3265170" cy="1232690"/>
            <a:chOff x="803640" y="3362835"/>
            <a:chExt cx="2059657" cy="12326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E172C57-896A-4C77-9D76-EF151A7B632D}"/>
                </a:ext>
              </a:extLst>
            </p:cNvPr>
            <p:cNvSpPr txBox="1"/>
            <p:nvPr/>
          </p:nvSpPr>
          <p:spPr>
            <a:xfrm>
              <a:off x="803640" y="3579862"/>
              <a:ext cx="2059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Get a modern PowerPoint  Presentation that is beautifully designed.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76C576-BA72-4687-978C-EAFB289CF115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aphicFrame>
        <p:nvGraphicFramePr>
          <p:cNvPr id="22" name="Chart 5">
            <a:extLst>
              <a:ext uri="{FF2B5EF4-FFF2-40B4-BE49-F238E27FC236}">
                <a16:creationId xmlns:a16="http://schemas.microsoft.com/office/drawing/2014/main" id="{8F9B7991-F601-4CDF-A980-A1AC14ABC9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5386527"/>
              </p:ext>
            </p:extLst>
          </p:nvPr>
        </p:nvGraphicFramePr>
        <p:xfrm>
          <a:off x="922059" y="4316206"/>
          <a:ext cx="1660648" cy="1721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Chart 10">
            <a:extLst>
              <a:ext uri="{FF2B5EF4-FFF2-40B4-BE49-F238E27FC236}">
                <a16:creationId xmlns:a16="http://schemas.microsoft.com/office/drawing/2014/main" id="{19BF1422-2F2B-40C6-91C9-2EEB3F24EB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1662617"/>
              </p:ext>
            </p:extLst>
          </p:nvPr>
        </p:nvGraphicFramePr>
        <p:xfrm>
          <a:off x="1138083" y="4517768"/>
          <a:ext cx="1243450" cy="1224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4" name="Chart 5">
            <a:extLst>
              <a:ext uri="{FF2B5EF4-FFF2-40B4-BE49-F238E27FC236}">
                <a16:creationId xmlns:a16="http://schemas.microsoft.com/office/drawing/2014/main" id="{0CE288E9-A3B2-4954-A1AE-C862DE238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3244340"/>
              </p:ext>
            </p:extLst>
          </p:nvPr>
        </p:nvGraphicFramePr>
        <p:xfrm>
          <a:off x="6254837" y="1892265"/>
          <a:ext cx="1660648" cy="1721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5" name="Chart 10">
            <a:extLst>
              <a:ext uri="{FF2B5EF4-FFF2-40B4-BE49-F238E27FC236}">
                <a16:creationId xmlns:a16="http://schemas.microsoft.com/office/drawing/2014/main" id="{067714B7-E019-4005-9E23-FE413443B1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5304155"/>
              </p:ext>
            </p:extLst>
          </p:nvPr>
        </p:nvGraphicFramePr>
        <p:xfrm>
          <a:off x="6470861" y="2093827"/>
          <a:ext cx="1243450" cy="1224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Chart 5">
            <a:extLst>
              <a:ext uri="{FF2B5EF4-FFF2-40B4-BE49-F238E27FC236}">
                <a16:creationId xmlns:a16="http://schemas.microsoft.com/office/drawing/2014/main" id="{D842DB92-1E71-432A-B422-9C6FD93F19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81013"/>
              </p:ext>
            </p:extLst>
          </p:nvPr>
        </p:nvGraphicFramePr>
        <p:xfrm>
          <a:off x="922059" y="1892265"/>
          <a:ext cx="1660648" cy="1721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7" name="Chart 10">
            <a:extLst>
              <a:ext uri="{FF2B5EF4-FFF2-40B4-BE49-F238E27FC236}">
                <a16:creationId xmlns:a16="http://schemas.microsoft.com/office/drawing/2014/main" id="{571B589C-614F-47DC-AB07-78093B32FA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7204928"/>
              </p:ext>
            </p:extLst>
          </p:nvPr>
        </p:nvGraphicFramePr>
        <p:xfrm>
          <a:off x="1138083" y="2093827"/>
          <a:ext cx="1243450" cy="1224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1077250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91589" y="461556"/>
            <a:ext cx="11747863" cy="719909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sz="5400" dirty="0">
                <a:latin typeface="+mj-lt"/>
              </a:rPr>
              <a:t>Infographic Style</a:t>
            </a: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54D0A5FC-AD7E-4BA4-AD05-957442900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332530"/>
              </p:ext>
            </p:extLst>
          </p:nvPr>
        </p:nvGraphicFramePr>
        <p:xfrm>
          <a:off x="3666680" y="2035192"/>
          <a:ext cx="2133906" cy="391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accent4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2000" b="1" dirty="0">
                        <a:solidFill>
                          <a:schemeClr val="accent4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462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accent4"/>
                          </a:solidFill>
                          <a:latin typeface="+mn-lt"/>
                          <a:cs typeface="Arial" pitchFamily="34" charset="0"/>
                        </a:rPr>
                        <a:t>$100</a:t>
                      </a:r>
                      <a:endParaRPr lang="ko-KR" altLang="en-US" sz="2400" b="1" dirty="0">
                        <a:solidFill>
                          <a:schemeClr val="accent4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170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1C615242-2B48-4406-8E4A-768FBC1CB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163662"/>
              </p:ext>
            </p:extLst>
          </p:nvPr>
        </p:nvGraphicFramePr>
        <p:xfrm>
          <a:off x="6378395" y="2035192"/>
          <a:ext cx="2133906" cy="391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accent1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2000" b="1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462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accent1"/>
                          </a:solidFill>
                          <a:latin typeface="+mn-lt"/>
                          <a:cs typeface="Arial" pitchFamily="34" charset="0"/>
                        </a:rPr>
                        <a:t>$95</a:t>
                      </a:r>
                      <a:endParaRPr lang="ko-KR" altLang="en-US" sz="2400" b="1" dirty="0">
                        <a:solidFill>
                          <a:schemeClr val="accent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170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C87028B8-8C00-456B-AB74-96309C64F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227764"/>
              </p:ext>
            </p:extLst>
          </p:nvPr>
        </p:nvGraphicFramePr>
        <p:xfrm>
          <a:off x="9090110" y="2035192"/>
          <a:ext cx="2133906" cy="391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accent2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2000" b="1" dirty="0">
                        <a:solidFill>
                          <a:schemeClr val="accent2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 Title</a:t>
                      </a:r>
                      <a:endParaRPr lang="ko-KR" altLang="en-US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 Here</a:t>
                      </a:r>
                      <a:endParaRPr lang="ko-KR" altLang="en-US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462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accent2"/>
                          </a:solidFill>
                          <a:latin typeface="+mn-lt"/>
                          <a:cs typeface="Arial" pitchFamily="34" charset="0"/>
                        </a:rPr>
                        <a:t>$150</a:t>
                      </a:r>
                      <a:endParaRPr lang="ko-KR" altLang="en-US" sz="2400" b="1" dirty="0">
                        <a:solidFill>
                          <a:schemeClr val="accent2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335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 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170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" name="Rectangle 5">
            <a:extLst>
              <a:ext uri="{FF2B5EF4-FFF2-40B4-BE49-F238E27FC236}">
                <a16:creationId xmlns:a16="http://schemas.microsoft.com/office/drawing/2014/main" id="{382A0DB6-CA60-45ED-A74C-628FAB95AAF8}"/>
              </a:ext>
            </a:extLst>
          </p:cNvPr>
          <p:cNvSpPr/>
          <p:nvPr/>
        </p:nvSpPr>
        <p:spPr>
          <a:xfrm>
            <a:off x="4435033" y="1736161"/>
            <a:ext cx="597201" cy="597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DFA8FEE5-2D48-448C-8E25-DE1FB89CBD57}"/>
              </a:ext>
            </a:extLst>
          </p:cNvPr>
          <p:cNvSpPr/>
          <p:nvPr/>
        </p:nvSpPr>
        <p:spPr>
          <a:xfrm>
            <a:off x="7146748" y="1736161"/>
            <a:ext cx="597201" cy="597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036760C8-F71E-4EF7-B219-3E55EE8AD580}"/>
              </a:ext>
            </a:extLst>
          </p:cNvPr>
          <p:cNvSpPr/>
          <p:nvPr/>
        </p:nvSpPr>
        <p:spPr>
          <a:xfrm>
            <a:off x="9858463" y="1736161"/>
            <a:ext cx="597201" cy="597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ound Same Side Corner Rectangle 11">
            <a:extLst>
              <a:ext uri="{FF2B5EF4-FFF2-40B4-BE49-F238E27FC236}">
                <a16:creationId xmlns:a16="http://schemas.microsoft.com/office/drawing/2014/main" id="{A2656B48-19E4-4CAE-9F51-D399726DC791}"/>
              </a:ext>
            </a:extLst>
          </p:cNvPr>
          <p:cNvSpPr>
            <a:spLocks noChangeAspect="1"/>
          </p:cNvSpPr>
          <p:nvPr/>
        </p:nvSpPr>
        <p:spPr>
          <a:xfrm rot="9900000">
            <a:off x="4533976" y="1857019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A9163703-8088-4C19-AD5B-363A4C48C0F1}"/>
              </a:ext>
            </a:extLst>
          </p:cNvPr>
          <p:cNvSpPr/>
          <p:nvPr/>
        </p:nvSpPr>
        <p:spPr>
          <a:xfrm>
            <a:off x="9955926" y="1894579"/>
            <a:ext cx="394118" cy="25902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BF6078F9-EE18-4D1F-B5AC-2F34667DC70D}"/>
              </a:ext>
            </a:extLst>
          </p:cNvPr>
          <p:cNvSpPr>
            <a:spLocks noChangeAspect="1"/>
          </p:cNvSpPr>
          <p:nvPr/>
        </p:nvSpPr>
        <p:spPr>
          <a:xfrm>
            <a:off x="7257847" y="1842645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0EA711-FFFA-4360-92E6-3CFC96415200}"/>
              </a:ext>
            </a:extLst>
          </p:cNvPr>
          <p:cNvSpPr txBox="1"/>
          <p:nvPr/>
        </p:nvSpPr>
        <p:spPr>
          <a:xfrm>
            <a:off x="657059" y="2146741"/>
            <a:ext cx="2730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2A3E29-3B52-446A-9AEB-EE7C45B63E79}"/>
              </a:ext>
            </a:extLst>
          </p:cNvPr>
          <p:cNvSpPr txBox="1"/>
          <p:nvPr/>
        </p:nvSpPr>
        <p:spPr>
          <a:xfrm>
            <a:off x="657059" y="1630379"/>
            <a:ext cx="2730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Arial" pitchFamily="34" charset="0"/>
              </a:rPr>
              <a:t>Get a Modern PowerPoint  Presentation </a:t>
            </a:r>
            <a:endParaRPr lang="ko-KR" altLang="en-US" sz="1400" b="1" dirty="0">
              <a:solidFill>
                <a:schemeClr val="accent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1634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10">
            <a:extLst>
              <a:ext uri="{FF2B5EF4-FFF2-40B4-BE49-F238E27FC236}">
                <a16:creationId xmlns:a16="http://schemas.microsoft.com/office/drawing/2014/main" id="{26E4A629-2D77-415B-A126-2A089613B404}"/>
              </a:ext>
            </a:extLst>
          </p:cNvPr>
          <p:cNvSpPr/>
          <p:nvPr/>
        </p:nvSpPr>
        <p:spPr>
          <a:xfrm>
            <a:off x="5389481" y="4539459"/>
            <a:ext cx="683886" cy="6838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Oval 11">
            <a:extLst>
              <a:ext uri="{FF2B5EF4-FFF2-40B4-BE49-F238E27FC236}">
                <a16:creationId xmlns:a16="http://schemas.microsoft.com/office/drawing/2014/main" id="{479EAA25-942F-491F-8AA8-C5E814380B12}"/>
              </a:ext>
            </a:extLst>
          </p:cNvPr>
          <p:cNvSpPr/>
          <p:nvPr/>
        </p:nvSpPr>
        <p:spPr>
          <a:xfrm>
            <a:off x="5389481" y="3692610"/>
            <a:ext cx="683886" cy="6838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Straight Connector 14">
            <a:extLst>
              <a:ext uri="{FF2B5EF4-FFF2-40B4-BE49-F238E27FC236}">
                <a16:creationId xmlns:a16="http://schemas.microsoft.com/office/drawing/2014/main" id="{F8FD521D-8B47-4CC3-AA07-5748F4116CA5}"/>
              </a:ext>
            </a:extLst>
          </p:cNvPr>
          <p:cNvCxnSpPr/>
          <p:nvPr/>
        </p:nvCxnSpPr>
        <p:spPr>
          <a:xfrm>
            <a:off x="6494348" y="4010271"/>
            <a:ext cx="1144141" cy="0"/>
          </a:xfrm>
          <a:prstGeom prst="line">
            <a:avLst/>
          </a:prstGeom>
          <a:ln w="25400">
            <a:solidFill>
              <a:schemeClr val="bg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15">
            <a:extLst>
              <a:ext uri="{FF2B5EF4-FFF2-40B4-BE49-F238E27FC236}">
                <a16:creationId xmlns:a16="http://schemas.microsoft.com/office/drawing/2014/main" id="{9E9686CD-3C43-4779-859D-0FCDCCC80902}"/>
              </a:ext>
            </a:extLst>
          </p:cNvPr>
          <p:cNvCxnSpPr/>
          <p:nvPr/>
        </p:nvCxnSpPr>
        <p:spPr>
          <a:xfrm>
            <a:off x="6494348" y="4879700"/>
            <a:ext cx="1144141" cy="0"/>
          </a:xfrm>
          <a:prstGeom prst="line">
            <a:avLst/>
          </a:prstGeom>
          <a:ln w="25400">
            <a:solidFill>
              <a:schemeClr val="bg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50F28A5-1694-49A6-9F81-101369114F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B30AB5-84D2-40C3-9AF5-40FEE409AF4E}"/>
              </a:ext>
            </a:extLst>
          </p:cNvPr>
          <p:cNvSpPr/>
          <p:nvPr/>
        </p:nvSpPr>
        <p:spPr>
          <a:xfrm>
            <a:off x="8059470" y="3695572"/>
            <a:ext cx="35727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CA04D78-6FBE-477B-9741-99485BCAC1B4}"/>
              </a:ext>
            </a:extLst>
          </p:cNvPr>
          <p:cNvSpPr/>
          <p:nvPr/>
        </p:nvSpPr>
        <p:spPr>
          <a:xfrm>
            <a:off x="8059470" y="4550143"/>
            <a:ext cx="35727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F0D236-CC1A-4CF6-9D15-B3B847F4FEC0}"/>
              </a:ext>
            </a:extLst>
          </p:cNvPr>
          <p:cNvSpPr/>
          <p:nvPr/>
        </p:nvSpPr>
        <p:spPr>
          <a:xfrm>
            <a:off x="8059470" y="2330099"/>
            <a:ext cx="357275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0FD594-A9C1-4C11-9D27-F095CD94F275}"/>
              </a:ext>
            </a:extLst>
          </p:cNvPr>
          <p:cNvSpPr/>
          <p:nvPr/>
        </p:nvSpPr>
        <p:spPr>
          <a:xfrm>
            <a:off x="5315418" y="2373755"/>
            <a:ext cx="232307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</a:rPr>
              <a:t>Content  Here</a:t>
            </a:r>
          </a:p>
        </p:txBody>
      </p:sp>
      <p:sp>
        <p:nvSpPr>
          <p:cNvPr id="22" name="Rectangle 36">
            <a:extLst>
              <a:ext uri="{FF2B5EF4-FFF2-40B4-BE49-F238E27FC236}">
                <a16:creationId xmlns:a16="http://schemas.microsoft.com/office/drawing/2014/main" id="{BBF38586-C9F9-4667-9DC5-603506EAAE42}"/>
              </a:ext>
            </a:extLst>
          </p:cNvPr>
          <p:cNvSpPr/>
          <p:nvPr/>
        </p:nvSpPr>
        <p:spPr>
          <a:xfrm>
            <a:off x="5554214" y="4741708"/>
            <a:ext cx="370505" cy="30971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1C945948-A0EB-44BD-A655-B207EA9EB32B}"/>
              </a:ext>
            </a:extLst>
          </p:cNvPr>
          <p:cNvSpPr/>
          <p:nvPr/>
        </p:nvSpPr>
        <p:spPr>
          <a:xfrm>
            <a:off x="5544990" y="3919014"/>
            <a:ext cx="389014" cy="255665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5080149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44" name="Group 3">
            <a:extLst>
              <a:ext uri="{FF2B5EF4-FFF2-40B4-BE49-F238E27FC236}">
                <a16:creationId xmlns:a16="http://schemas.microsoft.com/office/drawing/2014/main" id="{86C531F8-6AF0-4D12-9D4B-6EA885F19723}"/>
              </a:ext>
            </a:extLst>
          </p:cNvPr>
          <p:cNvGrpSpPr/>
          <p:nvPr/>
        </p:nvGrpSpPr>
        <p:grpSpPr>
          <a:xfrm rot="3510818">
            <a:off x="2870953" y="2023271"/>
            <a:ext cx="2230148" cy="4276991"/>
            <a:chOff x="1346080" y="1679019"/>
            <a:chExt cx="2230148" cy="4276991"/>
          </a:xfrm>
        </p:grpSpPr>
        <p:sp>
          <p:nvSpPr>
            <p:cNvPr id="45" name="Oval 4">
              <a:extLst>
                <a:ext uri="{FF2B5EF4-FFF2-40B4-BE49-F238E27FC236}">
                  <a16:creationId xmlns:a16="http://schemas.microsoft.com/office/drawing/2014/main" id="{5EBE1533-0ABF-460B-BE41-22CC911C7FBA}"/>
                </a:ext>
              </a:extLst>
            </p:cNvPr>
            <p:cNvSpPr/>
            <p:nvPr/>
          </p:nvSpPr>
          <p:spPr>
            <a:xfrm>
              <a:off x="1346080" y="3725862"/>
              <a:ext cx="2230148" cy="2230148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Oval 5">
              <a:extLst>
                <a:ext uri="{FF2B5EF4-FFF2-40B4-BE49-F238E27FC236}">
                  <a16:creationId xmlns:a16="http://schemas.microsoft.com/office/drawing/2014/main" id="{AD85B329-CB61-4083-B00E-05D185DAA590}"/>
                </a:ext>
              </a:extLst>
            </p:cNvPr>
            <p:cNvSpPr/>
            <p:nvPr/>
          </p:nvSpPr>
          <p:spPr>
            <a:xfrm>
              <a:off x="2047154" y="1679019"/>
              <a:ext cx="828000" cy="82800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Trapezoid 18">
              <a:extLst>
                <a:ext uri="{FF2B5EF4-FFF2-40B4-BE49-F238E27FC236}">
                  <a16:creationId xmlns:a16="http://schemas.microsoft.com/office/drawing/2014/main" id="{995491F7-4EEB-4267-B8FF-B28ADA1A4CBD}"/>
                </a:ext>
              </a:extLst>
            </p:cNvPr>
            <p:cNvSpPr/>
            <p:nvPr/>
          </p:nvSpPr>
          <p:spPr>
            <a:xfrm rot="10800000">
              <a:off x="2181508" y="2446187"/>
              <a:ext cx="561625" cy="1287278"/>
            </a:xfrm>
            <a:custGeom>
              <a:avLst/>
              <a:gdLst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5624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51725 w 561625"/>
                <a:gd name="connsiteY7" fmla="*/ 751601 h 1493920"/>
                <a:gd name="connsiteX8" fmla="*/ 561624 w 561625"/>
                <a:gd name="connsiteY8" fmla="*/ 1493920 h 1493920"/>
                <a:gd name="connsiteX0" fmla="*/ 561624 w 569514"/>
                <a:gd name="connsiteY0" fmla="*/ 1493920 h 1493920"/>
                <a:gd name="connsiteX1" fmla="*/ 0 w 569514"/>
                <a:gd name="connsiteY1" fmla="*/ 1493920 h 1493920"/>
                <a:gd name="connsiteX2" fmla="*/ 217214 w 569514"/>
                <a:gd name="connsiteY2" fmla="*/ 746960 h 1493920"/>
                <a:gd name="connsiteX3" fmla="*/ 217215 w 569514"/>
                <a:gd name="connsiteY3" fmla="*/ 746960 h 1493920"/>
                <a:gd name="connsiteX4" fmla="*/ 1 w 569514"/>
                <a:gd name="connsiteY4" fmla="*/ 0 h 1493920"/>
                <a:gd name="connsiteX5" fmla="*/ 561625 w 569514"/>
                <a:gd name="connsiteY5" fmla="*/ 0 h 1493920"/>
                <a:gd name="connsiteX6" fmla="*/ 344411 w 569514"/>
                <a:gd name="connsiteY6" fmla="*/ 746960 h 1493920"/>
                <a:gd name="connsiteX7" fmla="*/ 561624 w 569514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625" h="1493920">
                  <a:moveTo>
                    <a:pt x="561624" y="1493920"/>
                  </a:moveTo>
                  <a:cubicBezTo>
                    <a:pt x="359012" y="1372360"/>
                    <a:pt x="211131" y="1397337"/>
                    <a:pt x="0" y="1493920"/>
                  </a:cubicBezTo>
                  <a:cubicBezTo>
                    <a:pt x="141899" y="1370371"/>
                    <a:pt x="214303" y="1056261"/>
                    <a:pt x="217214" y="746960"/>
                  </a:cubicBezTo>
                  <a:cubicBezTo>
                    <a:pt x="206989" y="446938"/>
                    <a:pt x="163845" y="100411"/>
                    <a:pt x="1" y="0"/>
                  </a:cubicBezTo>
                  <a:lnTo>
                    <a:pt x="561625" y="0"/>
                  </a:lnTo>
                  <a:cubicBezTo>
                    <a:pt x="405095" y="72746"/>
                    <a:pt x="343664" y="516531"/>
                    <a:pt x="344411" y="746960"/>
                  </a:cubicBezTo>
                  <a:cubicBezTo>
                    <a:pt x="355383" y="1023785"/>
                    <a:pt x="439804" y="1383402"/>
                    <a:pt x="561624" y="1493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Group 7">
            <a:extLst>
              <a:ext uri="{FF2B5EF4-FFF2-40B4-BE49-F238E27FC236}">
                <a16:creationId xmlns:a16="http://schemas.microsoft.com/office/drawing/2014/main" id="{D4B0EABC-3955-4B13-948E-E9DC6AF81150}"/>
              </a:ext>
            </a:extLst>
          </p:cNvPr>
          <p:cNvGrpSpPr/>
          <p:nvPr/>
        </p:nvGrpSpPr>
        <p:grpSpPr>
          <a:xfrm rot="14310818">
            <a:off x="7120257" y="1519215"/>
            <a:ext cx="2230148" cy="4276991"/>
            <a:chOff x="1346080" y="1679019"/>
            <a:chExt cx="2230148" cy="4276991"/>
          </a:xfrm>
          <a:solidFill>
            <a:schemeClr val="accent1"/>
          </a:solidFill>
        </p:grpSpPr>
        <p:sp>
          <p:nvSpPr>
            <p:cNvPr id="49" name="Oval 8">
              <a:extLst>
                <a:ext uri="{FF2B5EF4-FFF2-40B4-BE49-F238E27FC236}">
                  <a16:creationId xmlns:a16="http://schemas.microsoft.com/office/drawing/2014/main" id="{52266194-18F9-4385-82EB-5B0305C05724}"/>
                </a:ext>
              </a:extLst>
            </p:cNvPr>
            <p:cNvSpPr/>
            <p:nvPr/>
          </p:nvSpPr>
          <p:spPr>
            <a:xfrm>
              <a:off x="1346080" y="3725862"/>
              <a:ext cx="2230148" cy="2230148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Oval 9">
              <a:extLst>
                <a:ext uri="{FF2B5EF4-FFF2-40B4-BE49-F238E27FC236}">
                  <a16:creationId xmlns:a16="http://schemas.microsoft.com/office/drawing/2014/main" id="{BF137EED-ED60-430A-8540-82E88E79ABEA}"/>
                </a:ext>
              </a:extLst>
            </p:cNvPr>
            <p:cNvSpPr/>
            <p:nvPr/>
          </p:nvSpPr>
          <p:spPr>
            <a:xfrm>
              <a:off x="2047154" y="1679019"/>
              <a:ext cx="828000" cy="828000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Trapezoid 18">
              <a:extLst>
                <a:ext uri="{FF2B5EF4-FFF2-40B4-BE49-F238E27FC236}">
                  <a16:creationId xmlns:a16="http://schemas.microsoft.com/office/drawing/2014/main" id="{A6A36379-AB8C-4719-8874-287EE7B9BB21}"/>
                </a:ext>
              </a:extLst>
            </p:cNvPr>
            <p:cNvSpPr/>
            <p:nvPr/>
          </p:nvSpPr>
          <p:spPr>
            <a:xfrm rot="10800000">
              <a:off x="2180336" y="2427428"/>
              <a:ext cx="561625" cy="1313819"/>
            </a:xfrm>
            <a:custGeom>
              <a:avLst/>
              <a:gdLst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4696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44410 w 561625"/>
                <a:gd name="connsiteY7" fmla="*/ 756240 h 1493920"/>
                <a:gd name="connsiteX8" fmla="*/ 561624 w 561625"/>
                <a:gd name="connsiteY8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351725 w 561625"/>
                <a:gd name="connsiteY7" fmla="*/ 751601 h 1493920"/>
                <a:gd name="connsiteX8" fmla="*/ 561624 w 561625"/>
                <a:gd name="connsiteY8" fmla="*/ 1493920 h 1493920"/>
                <a:gd name="connsiteX0" fmla="*/ 561624 w 569514"/>
                <a:gd name="connsiteY0" fmla="*/ 1493920 h 1493920"/>
                <a:gd name="connsiteX1" fmla="*/ 0 w 569514"/>
                <a:gd name="connsiteY1" fmla="*/ 1493920 h 1493920"/>
                <a:gd name="connsiteX2" fmla="*/ 217214 w 569514"/>
                <a:gd name="connsiteY2" fmla="*/ 746960 h 1493920"/>
                <a:gd name="connsiteX3" fmla="*/ 217215 w 569514"/>
                <a:gd name="connsiteY3" fmla="*/ 746960 h 1493920"/>
                <a:gd name="connsiteX4" fmla="*/ 1 w 569514"/>
                <a:gd name="connsiteY4" fmla="*/ 0 h 1493920"/>
                <a:gd name="connsiteX5" fmla="*/ 561625 w 569514"/>
                <a:gd name="connsiteY5" fmla="*/ 0 h 1493920"/>
                <a:gd name="connsiteX6" fmla="*/ 344411 w 569514"/>
                <a:gd name="connsiteY6" fmla="*/ 746960 h 1493920"/>
                <a:gd name="connsiteX7" fmla="*/ 561624 w 569514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217215 w 561625"/>
                <a:gd name="connsiteY3" fmla="*/ 746960 h 1493920"/>
                <a:gd name="connsiteX4" fmla="*/ 1 w 561625"/>
                <a:gd name="connsiteY4" fmla="*/ 0 h 1493920"/>
                <a:gd name="connsiteX5" fmla="*/ 561625 w 561625"/>
                <a:gd name="connsiteY5" fmla="*/ 0 h 1493920"/>
                <a:gd name="connsiteX6" fmla="*/ 344411 w 561625"/>
                <a:gd name="connsiteY6" fmla="*/ 746960 h 1493920"/>
                <a:gd name="connsiteX7" fmla="*/ 561624 w 561625"/>
                <a:gd name="connsiteY7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  <a:gd name="connsiteX0" fmla="*/ 561624 w 561625"/>
                <a:gd name="connsiteY0" fmla="*/ 1493920 h 1493920"/>
                <a:gd name="connsiteX1" fmla="*/ 0 w 561625"/>
                <a:gd name="connsiteY1" fmla="*/ 1493920 h 1493920"/>
                <a:gd name="connsiteX2" fmla="*/ 217214 w 561625"/>
                <a:gd name="connsiteY2" fmla="*/ 746960 h 1493920"/>
                <a:gd name="connsiteX3" fmla="*/ 1 w 561625"/>
                <a:gd name="connsiteY3" fmla="*/ 0 h 1493920"/>
                <a:gd name="connsiteX4" fmla="*/ 561625 w 561625"/>
                <a:gd name="connsiteY4" fmla="*/ 0 h 1493920"/>
                <a:gd name="connsiteX5" fmla="*/ 344411 w 561625"/>
                <a:gd name="connsiteY5" fmla="*/ 746960 h 1493920"/>
                <a:gd name="connsiteX6" fmla="*/ 561624 w 561625"/>
                <a:gd name="connsiteY6" fmla="*/ 1493920 h 1493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625" h="1493920">
                  <a:moveTo>
                    <a:pt x="561624" y="1493920"/>
                  </a:moveTo>
                  <a:cubicBezTo>
                    <a:pt x="326418" y="1356768"/>
                    <a:pt x="245041" y="1353336"/>
                    <a:pt x="0" y="1493920"/>
                  </a:cubicBezTo>
                  <a:cubicBezTo>
                    <a:pt x="141899" y="1370371"/>
                    <a:pt x="214303" y="1056261"/>
                    <a:pt x="217214" y="746960"/>
                  </a:cubicBezTo>
                  <a:cubicBezTo>
                    <a:pt x="206989" y="446938"/>
                    <a:pt x="163845" y="100411"/>
                    <a:pt x="1" y="0"/>
                  </a:cubicBezTo>
                  <a:lnTo>
                    <a:pt x="561625" y="0"/>
                  </a:lnTo>
                  <a:cubicBezTo>
                    <a:pt x="405095" y="72746"/>
                    <a:pt x="343664" y="516531"/>
                    <a:pt x="344411" y="746960"/>
                  </a:cubicBezTo>
                  <a:cubicBezTo>
                    <a:pt x="355383" y="1023785"/>
                    <a:pt x="439804" y="1383402"/>
                    <a:pt x="561624" y="14939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68573E9-BA7A-414A-B65F-D49FA045A1F2}"/>
              </a:ext>
            </a:extLst>
          </p:cNvPr>
          <p:cNvSpPr txBox="1"/>
          <p:nvPr/>
        </p:nvSpPr>
        <p:spPr>
          <a:xfrm>
            <a:off x="5281506" y="2926810"/>
            <a:ext cx="3770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Arial" pitchFamily="34" charset="0"/>
              </a:rPr>
              <a:t>A</a:t>
            </a:r>
            <a:endParaRPr lang="ko-KR" altLang="en-US" sz="3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FB8310-5D34-4043-9242-9EF0FF933768}"/>
              </a:ext>
            </a:extLst>
          </p:cNvPr>
          <p:cNvSpPr txBox="1"/>
          <p:nvPr/>
        </p:nvSpPr>
        <p:spPr>
          <a:xfrm>
            <a:off x="6580916" y="4243383"/>
            <a:ext cx="37704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4"/>
                </a:solidFill>
                <a:cs typeface="Arial" pitchFamily="34" charset="0"/>
              </a:rPr>
              <a:t>B</a:t>
            </a:r>
            <a:endParaRPr lang="ko-KR" altLang="en-US" sz="3600" b="1" dirty="0"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54" name="Group 13">
            <a:extLst>
              <a:ext uri="{FF2B5EF4-FFF2-40B4-BE49-F238E27FC236}">
                <a16:creationId xmlns:a16="http://schemas.microsoft.com/office/drawing/2014/main" id="{F7C21025-1BC1-4F95-9F7E-2FCE0BD372AB}"/>
              </a:ext>
            </a:extLst>
          </p:cNvPr>
          <p:cNvGrpSpPr/>
          <p:nvPr/>
        </p:nvGrpSpPr>
        <p:grpSpPr>
          <a:xfrm>
            <a:off x="7956700" y="2790831"/>
            <a:ext cx="2306303" cy="1084161"/>
            <a:chOff x="200945" y="4307149"/>
            <a:chExt cx="3298762" cy="108416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5C4C599-5842-45C5-A27D-3A6705487F04}"/>
                </a:ext>
              </a:extLst>
            </p:cNvPr>
            <p:cNvSpPr txBox="1"/>
            <p:nvPr/>
          </p:nvSpPr>
          <p:spPr>
            <a:xfrm>
              <a:off x="245430" y="4560313"/>
              <a:ext cx="32513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409FD89-5A70-4118-9DF6-82FBD469700F}"/>
                </a:ext>
              </a:extLst>
            </p:cNvPr>
            <p:cNvSpPr txBox="1"/>
            <p:nvPr/>
          </p:nvSpPr>
          <p:spPr>
            <a:xfrm>
              <a:off x="200945" y="4307149"/>
              <a:ext cx="32987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7" name="Group 16">
            <a:extLst>
              <a:ext uri="{FF2B5EF4-FFF2-40B4-BE49-F238E27FC236}">
                <a16:creationId xmlns:a16="http://schemas.microsoft.com/office/drawing/2014/main" id="{947FC19D-ABC3-49A8-8030-B385687B2C3A}"/>
              </a:ext>
            </a:extLst>
          </p:cNvPr>
          <p:cNvGrpSpPr/>
          <p:nvPr/>
        </p:nvGrpSpPr>
        <p:grpSpPr>
          <a:xfrm>
            <a:off x="1960737" y="4443462"/>
            <a:ext cx="2306303" cy="1084161"/>
            <a:chOff x="200945" y="4307149"/>
            <a:chExt cx="3298762" cy="108416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3E8B50-5071-4307-B6B8-9D65FD78290C}"/>
                </a:ext>
              </a:extLst>
            </p:cNvPr>
            <p:cNvSpPr txBox="1"/>
            <p:nvPr/>
          </p:nvSpPr>
          <p:spPr>
            <a:xfrm>
              <a:off x="245430" y="4560313"/>
              <a:ext cx="32513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5C15EAA-3942-448A-BF37-7565382850D4}"/>
                </a:ext>
              </a:extLst>
            </p:cNvPr>
            <p:cNvSpPr txBox="1"/>
            <p:nvPr/>
          </p:nvSpPr>
          <p:spPr>
            <a:xfrm>
              <a:off x="200945" y="4307149"/>
              <a:ext cx="32987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0" name="Group 21">
            <a:extLst>
              <a:ext uri="{FF2B5EF4-FFF2-40B4-BE49-F238E27FC236}">
                <a16:creationId xmlns:a16="http://schemas.microsoft.com/office/drawing/2014/main" id="{5DB67EC7-8CB4-4D6F-96B6-F433DF56C206}"/>
              </a:ext>
            </a:extLst>
          </p:cNvPr>
          <p:cNvGrpSpPr/>
          <p:nvPr/>
        </p:nvGrpSpPr>
        <p:grpSpPr>
          <a:xfrm>
            <a:off x="4443533" y="4017359"/>
            <a:ext cx="1727068" cy="678649"/>
            <a:chOff x="3233964" y="1954419"/>
            <a:chExt cx="1410044" cy="678649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E612715-00F3-45CF-8CE9-BECE48C05BC1}"/>
                </a:ext>
              </a:extLst>
            </p:cNvPr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3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1F50BC-F832-4665-AD95-0618C4E5FF05}"/>
                </a:ext>
              </a:extLst>
            </p:cNvPr>
            <p:cNvSpPr txBox="1"/>
            <p:nvPr/>
          </p:nvSpPr>
          <p:spPr>
            <a:xfrm>
              <a:off x="3243489" y="2171403"/>
              <a:ext cx="14005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262626"/>
                  </a:solidFill>
                  <a:cs typeface="Arial" pitchFamily="34" charset="0"/>
                </a:rPr>
                <a:t>Simple PowerPoint Presentation</a:t>
              </a:r>
              <a:endParaRPr lang="ko-KR" altLang="en-US" sz="1200" dirty="0">
                <a:solidFill>
                  <a:srgbClr val="262626"/>
                </a:solidFill>
                <a:cs typeface="Arial" pitchFamily="34" charset="0"/>
              </a:endParaRPr>
            </a:p>
          </p:txBody>
        </p:sp>
      </p:grpSp>
      <p:grpSp>
        <p:nvGrpSpPr>
          <p:cNvPr id="63" name="Group 24">
            <a:extLst>
              <a:ext uri="{FF2B5EF4-FFF2-40B4-BE49-F238E27FC236}">
                <a16:creationId xmlns:a16="http://schemas.microsoft.com/office/drawing/2014/main" id="{E854817D-F610-4A48-9890-2F3DD85B394F}"/>
              </a:ext>
            </a:extLst>
          </p:cNvPr>
          <p:cNvGrpSpPr/>
          <p:nvPr/>
        </p:nvGrpSpPr>
        <p:grpSpPr>
          <a:xfrm>
            <a:off x="6050756" y="3182625"/>
            <a:ext cx="1727068" cy="678649"/>
            <a:chOff x="3233964" y="1954419"/>
            <a:chExt cx="1410044" cy="678649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BF436B5-F90F-4A62-8E1B-E71A0CA4B1B5}"/>
                </a:ext>
              </a:extLst>
            </p:cNvPr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4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07C174D-14F1-4CDE-81F3-ED466657CCF2}"/>
                </a:ext>
              </a:extLst>
            </p:cNvPr>
            <p:cNvSpPr txBox="1"/>
            <p:nvPr/>
          </p:nvSpPr>
          <p:spPr>
            <a:xfrm>
              <a:off x="3243489" y="2171403"/>
              <a:ext cx="14005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262626"/>
                  </a:solidFill>
                  <a:cs typeface="Arial" pitchFamily="34" charset="0"/>
                </a:rPr>
                <a:t>Simple PowerPoint Presentation</a:t>
              </a:r>
              <a:endParaRPr lang="ko-KR" altLang="en-US" sz="1200" dirty="0">
                <a:solidFill>
                  <a:srgbClr val="262626"/>
                </a:solidFill>
                <a:cs typeface="Arial" pitchFamily="34" charset="0"/>
              </a:endParaRPr>
            </a:p>
          </p:txBody>
        </p:sp>
      </p:grpSp>
      <p:grpSp>
        <p:nvGrpSpPr>
          <p:cNvPr id="66" name="Group 27">
            <a:extLst>
              <a:ext uri="{FF2B5EF4-FFF2-40B4-BE49-F238E27FC236}">
                <a16:creationId xmlns:a16="http://schemas.microsoft.com/office/drawing/2014/main" id="{6C8BB1F9-38DD-4375-B319-9B6B81832970}"/>
              </a:ext>
            </a:extLst>
          </p:cNvPr>
          <p:cNvGrpSpPr/>
          <p:nvPr/>
        </p:nvGrpSpPr>
        <p:grpSpPr>
          <a:xfrm>
            <a:off x="7140843" y="5289762"/>
            <a:ext cx="3451008" cy="871880"/>
            <a:chOff x="-740680" y="1114177"/>
            <a:chExt cx="4125026" cy="87188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52EA446-C9BD-4B7B-BD4C-E2A254AB7115}"/>
                </a:ext>
              </a:extLst>
            </p:cNvPr>
            <p:cNvSpPr txBox="1"/>
            <p:nvPr/>
          </p:nvSpPr>
          <p:spPr>
            <a:xfrm>
              <a:off x="-740680" y="1114177"/>
              <a:ext cx="4125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0E413DD-05CF-49EC-AE46-08BCE43ABB2E}"/>
                </a:ext>
              </a:extLst>
            </p:cNvPr>
            <p:cNvSpPr txBox="1"/>
            <p:nvPr/>
          </p:nvSpPr>
          <p:spPr>
            <a:xfrm>
              <a:off x="-725681" y="1339726"/>
              <a:ext cx="41100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pSp>
        <p:nvGrpSpPr>
          <p:cNvPr id="69" name="Group 30">
            <a:extLst>
              <a:ext uri="{FF2B5EF4-FFF2-40B4-BE49-F238E27FC236}">
                <a16:creationId xmlns:a16="http://schemas.microsoft.com/office/drawing/2014/main" id="{C79D8751-B7DF-4CDC-A78C-A06C771ABD01}"/>
              </a:ext>
            </a:extLst>
          </p:cNvPr>
          <p:cNvGrpSpPr/>
          <p:nvPr/>
        </p:nvGrpSpPr>
        <p:grpSpPr>
          <a:xfrm>
            <a:off x="868920" y="1774265"/>
            <a:ext cx="3451008" cy="871880"/>
            <a:chOff x="-740680" y="1114177"/>
            <a:chExt cx="4125026" cy="87188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469A1A7-3A91-4B49-B277-5008D26F811C}"/>
                </a:ext>
              </a:extLst>
            </p:cNvPr>
            <p:cNvSpPr txBox="1"/>
            <p:nvPr/>
          </p:nvSpPr>
          <p:spPr>
            <a:xfrm>
              <a:off x="-740680" y="1114177"/>
              <a:ext cx="4125026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4837E5D-1F5F-4C8D-A3CE-EB7172EC247E}"/>
                </a:ext>
              </a:extLst>
            </p:cNvPr>
            <p:cNvSpPr txBox="1"/>
            <p:nvPr/>
          </p:nvSpPr>
          <p:spPr>
            <a:xfrm>
              <a:off x="-725681" y="1339726"/>
              <a:ext cx="41100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sp>
        <p:nvSpPr>
          <p:cNvPr id="72" name="Rounded Rectangle 25">
            <a:extLst>
              <a:ext uri="{FF2B5EF4-FFF2-40B4-BE49-F238E27FC236}">
                <a16:creationId xmlns:a16="http://schemas.microsoft.com/office/drawing/2014/main" id="{E2AC6ED8-F032-41E2-8381-3D7475DBCCC6}"/>
              </a:ext>
            </a:extLst>
          </p:cNvPr>
          <p:cNvSpPr/>
          <p:nvPr/>
        </p:nvSpPr>
        <p:spPr>
          <a:xfrm>
            <a:off x="2871805" y="3959170"/>
            <a:ext cx="435772" cy="319352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3" name="Freeform 53">
            <a:extLst>
              <a:ext uri="{FF2B5EF4-FFF2-40B4-BE49-F238E27FC236}">
                <a16:creationId xmlns:a16="http://schemas.microsoft.com/office/drawing/2014/main" id="{D539B61A-934F-403D-90D8-11A3AE388A8D}"/>
              </a:ext>
            </a:extLst>
          </p:cNvPr>
          <p:cNvSpPr/>
          <p:nvPr/>
        </p:nvSpPr>
        <p:spPr>
          <a:xfrm>
            <a:off x="8938927" y="2262511"/>
            <a:ext cx="370902" cy="380272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80220 w 2296986"/>
              <a:gd name="connsiteY0" fmla="*/ 1747818 h 2354521"/>
              <a:gd name="connsiteX1" fmla="*/ 1828126 w 2296986"/>
              <a:gd name="connsiteY1" fmla="*/ 1826304 h 2354521"/>
              <a:gd name="connsiteX2" fmla="*/ 1955684 w 2296986"/>
              <a:gd name="connsiteY2" fmla="*/ 2095900 h 2354521"/>
              <a:gd name="connsiteX3" fmla="*/ 1683117 w 2296986"/>
              <a:gd name="connsiteY3" fmla="*/ 1962549 h 2354521"/>
              <a:gd name="connsiteX4" fmla="*/ 1529193 w 2296986"/>
              <a:gd name="connsiteY4" fmla="*/ 2354521 h 2354521"/>
              <a:gd name="connsiteX5" fmla="*/ 1381062 w 2296986"/>
              <a:gd name="connsiteY5" fmla="*/ 2120816 h 2354521"/>
              <a:gd name="connsiteX6" fmla="*/ 1496122 w 2296986"/>
              <a:gd name="connsiteY6" fmla="*/ 1788127 h 2354521"/>
              <a:gd name="connsiteX7" fmla="*/ 910069 w 2296986"/>
              <a:gd name="connsiteY7" fmla="*/ 1225390 h 2354521"/>
              <a:gd name="connsiteX8" fmla="*/ 415531 w 2296986"/>
              <a:gd name="connsiteY8" fmla="*/ 2322212 h 2354521"/>
              <a:gd name="connsiteX9" fmla="*/ 293764 w 2296986"/>
              <a:gd name="connsiteY9" fmla="*/ 2052845 h 2354521"/>
              <a:gd name="connsiteX10" fmla="*/ 497994 w 2296986"/>
              <a:gd name="connsiteY10" fmla="*/ 836420 h 2354521"/>
              <a:gd name="connsiteX11" fmla="*/ 11747 w 2296986"/>
              <a:gd name="connsiteY11" fmla="*/ 5505 h 2354521"/>
              <a:gd name="connsiteX12" fmla="*/ 772299 w 2296986"/>
              <a:gd name="connsiteY12" fmla="*/ 578452 h 2354521"/>
              <a:gd name="connsiteX13" fmla="*/ 2042020 w 2296986"/>
              <a:gd name="connsiteY13" fmla="*/ 514597 h 2354521"/>
              <a:gd name="connsiteX14" fmla="*/ 2296986 w 2296986"/>
              <a:gd name="connsiteY14" fmla="*/ 662729 h 2354521"/>
              <a:gd name="connsiteX15" fmla="*/ 1125486 w 2296986"/>
              <a:gd name="connsiteY15" fmla="*/ 1004182 h 2354521"/>
              <a:gd name="connsiteX16" fmla="*/ 1677097 w 2296986"/>
              <a:gd name="connsiteY16" fmla="*/ 1608523 h 2354521"/>
              <a:gd name="connsiteX17" fmla="*/ 2095511 w 2296986"/>
              <a:gd name="connsiteY17" fmla="*/ 1557316 h 2354521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910069 w 2296986"/>
              <a:gd name="connsiteY7" fmla="*/ 1225483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209809 w 2296986"/>
              <a:gd name="connsiteY15" fmla="*/ 996610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63683 w 2296594"/>
              <a:gd name="connsiteY7" fmla="*/ 1325138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56016 w 2296594"/>
              <a:gd name="connsiteY7" fmla="*/ 1302141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594" h="2354614">
                <a:moveTo>
                  <a:pt x="2279828" y="1747911"/>
                </a:moveTo>
                <a:lnTo>
                  <a:pt x="1827734" y="1826397"/>
                </a:lnTo>
                <a:cubicBezTo>
                  <a:pt x="1873911" y="1907728"/>
                  <a:pt x="1985925" y="2047581"/>
                  <a:pt x="1955292" y="2095993"/>
                </a:cubicBezTo>
                <a:cubicBezTo>
                  <a:pt x="1897354" y="2139325"/>
                  <a:pt x="1773581" y="2007092"/>
                  <a:pt x="1682725" y="1962642"/>
                </a:cubicBezTo>
                <a:lnTo>
                  <a:pt x="1528801" y="2354614"/>
                </a:lnTo>
                <a:lnTo>
                  <a:pt x="1380670" y="2120909"/>
                </a:lnTo>
                <a:lnTo>
                  <a:pt x="1495730" y="1788220"/>
                </a:lnTo>
                <a:lnTo>
                  <a:pt x="856016" y="1302141"/>
                </a:lnTo>
                <a:lnTo>
                  <a:pt x="415139" y="2322305"/>
                </a:lnTo>
                <a:lnTo>
                  <a:pt x="293372" y="2052938"/>
                </a:lnTo>
                <a:cubicBezTo>
                  <a:pt x="369114" y="1624466"/>
                  <a:pt x="437192" y="1303314"/>
                  <a:pt x="512934" y="874842"/>
                </a:cubicBezTo>
                <a:cubicBezTo>
                  <a:pt x="317583" y="650129"/>
                  <a:pt x="-71270" y="102295"/>
                  <a:pt x="11355" y="5598"/>
                </a:cubicBezTo>
                <a:cubicBezTo>
                  <a:pt x="111253" y="-52136"/>
                  <a:pt x="623957" y="350637"/>
                  <a:pt x="840899" y="570880"/>
                </a:cubicBezTo>
                <a:lnTo>
                  <a:pt x="2041628" y="514690"/>
                </a:lnTo>
                <a:lnTo>
                  <a:pt x="2296594" y="662822"/>
                </a:lnTo>
                <a:lnTo>
                  <a:pt x="1209417" y="996610"/>
                </a:lnTo>
                <a:lnTo>
                  <a:pt x="1676705" y="1608616"/>
                </a:lnTo>
                <a:cubicBezTo>
                  <a:pt x="1795450" y="1589109"/>
                  <a:pt x="2095119" y="1557409"/>
                  <a:pt x="2095119" y="1557409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6394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aphicFrame>
        <p:nvGraphicFramePr>
          <p:cNvPr id="3" name="Chart 33">
            <a:extLst>
              <a:ext uri="{FF2B5EF4-FFF2-40B4-BE49-F238E27FC236}">
                <a16:creationId xmlns:a16="http://schemas.microsoft.com/office/drawing/2014/main" id="{E9DCE16A-D529-486F-8CFA-E2823E927C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5213973"/>
              </p:ext>
            </p:extLst>
          </p:nvPr>
        </p:nvGraphicFramePr>
        <p:xfrm>
          <a:off x="897065" y="1731918"/>
          <a:ext cx="10392508" cy="2743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" name="Group 37">
            <a:extLst>
              <a:ext uri="{FF2B5EF4-FFF2-40B4-BE49-F238E27FC236}">
                <a16:creationId xmlns:a16="http://schemas.microsoft.com/office/drawing/2014/main" id="{0A0B57C8-08BE-4D8C-8368-D9378DB92A0E}"/>
              </a:ext>
            </a:extLst>
          </p:cNvPr>
          <p:cNvGrpSpPr/>
          <p:nvPr/>
        </p:nvGrpSpPr>
        <p:grpSpPr>
          <a:xfrm>
            <a:off x="2690818" y="4798190"/>
            <a:ext cx="3358403" cy="1261884"/>
            <a:chOff x="1353016" y="1766707"/>
            <a:chExt cx="2452106" cy="12618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5C5D70B-1230-4E1E-A235-BE644C349FC4}"/>
                </a:ext>
              </a:extLst>
            </p:cNvPr>
            <p:cNvSpPr txBox="1"/>
            <p:nvPr/>
          </p:nvSpPr>
          <p:spPr>
            <a:xfrm>
              <a:off x="1364066" y="2012928"/>
              <a:ext cx="2439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Time, Money and Reputation. You can simply impress your audience and add a unique zing.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AF2E33-A69F-44A7-B9D5-4DEC7D4F5BEB}"/>
                </a:ext>
              </a:extLst>
            </p:cNvPr>
            <p:cNvSpPr txBox="1"/>
            <p:nvPr/>
          </p:nvSpPr>
          <p:spPr>
            <a:xfrm>
              <a:off x="1353016" y="1766707"/>
              <a:ext cx="2452106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4FAC499-71AC-472C-BE29-D1934F2AE898}"/>
              </a:ext>
            </a:extLst>
          </p:cNvPr>
          <p:cNvSpPr txBox="1"/>
          <p:nvPr/>
        </p:nvSpPr>
        <p:spPr>
          <a:xfrm>
            <a:off x="1354966" y="4681037"/>
            <a:ext cx="115721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accent2"/>
                </a:solidFill>
                <a:cs typeface="Arial" pitchFamily="34" charset="0"/>
              </a:rPr>
              <a:t>57</a:t>
            </a:r>
            <a:r>
              <a:rPr lang="en-US" altLang="ko-KR" sz="2400" b="1" dirty="0">
                <a:solidFill>
                  <a:schemeClr val="accent2"/>
                </a:solidFill>
                <a:cs typeface="Arial" pitchFamily="34" charset="0"/>
              </a:rPr>
              <a:t>%</a:t>
            </a:r>
          </a:p>
        </p:txBody>
      </p:sp>
      <p:grpSp>
        <p:nvGrpSpPr>
          <p:cNvPr id="8" name="Group 41">
            <a:extLst>
              <a:ext uri="{FF2B5EF4-FFF2-40B4-BE49-F238E27FC236}">
                <a16:creationId xmlns:a16="http://schemas.microsoft.com/office/drawing/2014/main" id="{C9F26287-E5AC-432A-8474-EDB2D5DDA865}"/>
              </a:ext>
            </a:extLst>
          </p:cNvPr>
          <p:cNvGrpSpPr/>
          <p:nvPr/>
        </p:nvGrpSpPr>
        <p:grpSpPr>
          <a:xfrm>
            <a:off x="7843246" y="4798190"/>
            <a:ext cx="3358403" cy="1261884"/>
            <a:chOff x="1353016" y="1766707"/>
            <a:chExt cx="2452106" cy="126188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B996C0-E5EA-4FC2-ACD3-49AFF4647E10}"/>
                </a:ext>
              </a:extLst>
            </p:cNvPr>
            <p:cNvSpPr txBox="1"/>
            <p:nvPr/>
          </p:nvSpPr>
          <p:spPr>
            <a:xfrm>
              <a:off x="1364066" y="2012928"/>
              <a:ext cx="243914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I hope and I believe that this Template will your Time, Money and Reputation. You can simply impress your audience and add a unique zing.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EF3CB0-8328-4FCE-94B9-F7341C50D48C}"/>
                </a:ext>
              </a:extLst>
            </p:cNvPr>
            <p:cNvSpPr txBox="1"/>
            <p:nvPr/>
          </p:nvSpPr>
          <p:spPr>
            <a:xfrm>
              <a:off x="1353016" y="1766707"/>
              <a:ext cx="2452106" cy="30777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Contents Title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7C3207D-A2C6-4794-8125-32306DE6D042}"/>
              </a:ext>
            </a:extLst>
          </p:cNvPr>
          <p:cNvSpPr txBox="1"/>
          <p:nvPr/>
        </p:nvSpPr>
        <p:spPr>
          <a:xfrm>
            <a:off x="6507394" y="4681037"/>
            <a:ext cx="115721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accent1"/>
                </a:solidFill>
                <a:cs typeface="Arial" pitchFamily="34" charset="0"/>
              </a:rPr>
              <a:t>79</a:t>
            </a:r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995709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C0C7276-74FC-435E-8CD5-D06E8225F726}"/>
              </a:ext>
            </a:extLst>
          </p:cNvPr>
          <p:cNvGrpSpPr/>
          <p:nvPr/>
        </p:nvGrpSpPr>
        <p:grpSpPr>
          <a:xfrm>
            <a:off x="876305" y="4039208"/>
            <a:ext cx="2808001" cy="1823545"/>
            <a:chOff x="876305" y="3995663"/>
            <a:chExt cx="2808001" cy="182354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632D26D-95EA-418B-8713-147A5FC7B231}"/>
                </a:ext>
              </a:extLst>
            </p:cNvPr>
            <p:cNvSpPr/>
            <p:nvPr/>
          </p:nvSpPr>
          <p:spPr>
            <a:xfrm>
              <a:off x="876306" y="3995663"/>
              <a:ext cx="2808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Project Title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93C3D22-40D5-4F84-810A-FCD3A20AA000}"/>
                </a:ext>
              </a:extLst>
            </p:cNvPr>
            <p:cNvSpPr/>
            <p:nvPr/>
          </p:nvSpPr>
          <p:spPr>
            <a:xfrm>
              <a:off x="876305" y="4429049"/>
              <a:ext cx="28080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You can simply impress your audience and add a unique zing and appeal to your Reports and Presentations.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9B51D39-07AB-48C0-814A-678868318846}"/>
                </a:ext>
              </a:extLst>
            </p:cNvPr>
            <p:cNvSpPr/>
            <p:nvPr/>
          </p:nvSpPr>
          <p:spPr>
            <a:xfrm>
              <a:off x="876306" y="5249791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D436441-2645-4B22-A0F3-B5A981CA8BF1}"/>
                </a:ext>
              </a:extLst>
            </p:cNvPr>
            <p:cNvSpPr/>
            <p:nvPr/>
          </p:nvSpPr>
          <p:spPr>
            <a:xfrm>
              <a:off x="876306" y="5542209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801930A-80A6-44E2-BABB-A06DCA5236D5}"/>
              </a:ext>
            </a:extLst>
          </p:cNvPr>
          <p:cNvGrpSpPr/>
          <p:nvPr/>
        </p:nvGrpSpPr>
        <p:grpSpPr>
          <a:xfrm>
            <a:off x="4689465" y="4039208"/>
            <a:ext cx="2808001" cy="1823545"/>
            <a:chOff x="876305" y="3995663"/>
            <a:chExt cx="2808001" cy="1823545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72A1FE4-7D03-4D71-8E72-7ED94ED44499}"/>
                </a:ext>
              </a:extLst>
            </p:cNvPr>
            <p:cNvSpPr/>
            <p:nvPr/>
          </p:nvSpPr>
          <p:spPr>
            <a:xfrm>
              <a:off x="876306" y="3995663"/>
              <a:ext cx="2808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Project Title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03224E6-6FE3-41B5-A2C4-AE9A18EE228F}"/>
                </a:ext>
              </a:extLst>
            </p:cNvPr>
            <p:cNvSpPr/>
            <p:nvPr/>
          </p:nvSpPr>
          <p:spPr>
            <a:xfrm>
              <a:off x="876305" y="4429049"/>
              <a:ext cx="28080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You can simply impress your audience and add a unique zing and appeal to your Reports and Presentations.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C8FF1480-DD3F-4DB3-8D1D-AE001E0736C3}"/>
                </a:ext>
              </a:extLst>
            </p:cNvPr>
            <p:cNvSpPr/>
            <p:nvPr/>
          </p:nvSpPr>
          <p:spPr>
            <a:xfrm>
              <a:off x="876306" y="5249791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6E7640-4A80-4DCC-B407-5E066DD2520F}"/>
                </a:ext>
              </a:extLst>
            </p:cNvPr>
            <p:cNvSpPr/>
            <p:nvPr/>
          </p:nvSpPr>
          <p:spPr>
            <a:xfrm>
              <a:off x="876306" y="5542209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12BB9C0-7EAD-489C-B54A-78FEAA38A6A7}"/>
              </a:ext>
            </a:extLst>
          </p:cNvPr>
          <p:cNvGrpSpPr/>
          <p:nvPr/>
        </p:nvGrpSpPr>
        <p:grpSpPr>
          <a:xfrm>
            <a:off x="8466660" y="4039208"/>
            <a:ext cx="2808001" cy="1823545"/>
            <a:chOff x="876305" y="3995663"/>
            <a:chExt cx="2808001" cy="1823545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1A258C3-9A64-473D-BDC1-B50FFD28B57C}"/>
                </a:ext>
              </a:extLst>
            </p:cNvPr>
            <p:cNvSpPr/>
            <p:nvPr/>
          </p:nvSpPr>
          <p:spPr>
            <a:xfrm>
              <a:off x="876306" y="3995663"/>
              <a:ext cx="2808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Project Title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4BB3B73-E453-423B-AA22-3CB62DFC72EA}"/>
                </a:ext>
              </a:extLst>
            </p:cNvPr>
            <p:cNvSpPr/>
            <p:nvPr/>
          </p:nvSpPr>
          <p:spPr>
            <a:xfrm>
              <a:off x="876305" y="4429049"/>
              <a:ext cx="28080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You can simply impress your audience and add a unique zing and appeal to your Reports and Presentations.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06D31CD-E04E-4D77-AA63-CB616948C7C8}"/>
                </a:ext>
              </a:extLst>
            </p:cNvPr>
            <p:cNvSpPr/>
            <p:nvPr/>
          </p:nvSpPr>
          <p:spPr>
            <a:xfrm>
              <a:off x="876306" y="5249791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AE4B049E-498F-4D32-B16B-3D0B1E455A13}"/>
                </a:ext>
              </a:extLst>
            </p:cNvPr>
            <p:cNvSpPr/>
            <p:nvPr/>
          </p:nvSpPr>
          <p:spPr>
            <a:xfrm>
              <a:off x="876306" y="5542209"/>
              <a:ext cx="280800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Simple Presentation </a:t>
              </a: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56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61"/>
          </p:nvPr>
        </p:nvSpPr>
        <p:spPr/>
      </p:sp>
    </p:spTree>
    <p:extLst>
      <p:ext uri="{BB962C8B-B14F-4D97-AF65-F5344CB8AC3E}">
        <p14:creationId xmlns:p14="http://schemas.microsoft.com/office/powerpoint/2010/main" val="28884266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35BF10F5-C490-431F-9EF2-0DC7ABA7BB9A}"/>
              </a:ext>
            </a:extLst>
          </p:cNvPr>
          <p:cNvGrpSpPr/>
          <p:nvPr/>
        </p:nvGrpSpPr>
        <p:grpSpPr>
          <a:xfrm>
            <a:off x="7677039" y="5158612"/>
            <a:ext cx="2943819" cy="863315"/>
            <a:chOff x="993672" y="3698889"/>
            <a:chExt cx="1998939" cy="8633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03D25E2-0638-4887-B259-28EC64C9C8F5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6FC725-C7E1-4544-8362-AC994A76BEBA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" name="Group 16">
            <a:extLst>
              <a:ext uri="{FF2B5EF4-FFF2-40B4-BE49-F238E27FC236}">
                <a16:creationId xmlns:a16="http://schemas.microsoft.com/office/drawing/2014/main" id="{345CC239-56A8-49CE-9D88-1117145F3625}"/>
              </a:ext>
            </a:extLst>
          </p:cNvPr>
          <p:cNvGrpSpPr/>
          <p:nvPr/>
        </p:nvGrpSpPr>
        <p:grpSpPr>
          <a:xfrm>
            <a:off x="1569109" y="5158612"/>
            <a:ext cx="2930470" cy="863315"/>
            <a:chOff x="993672" y="3698889"/>
            <a:chExt cx="1998939" cy="8633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D051BF-FDAB-41B9-864A-88F1D7AD55AE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6A6D37-9D17-4D6B-A926-FDEA8DD7F1E6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9" name="Group 19">
            <a:extLst>
              <a:ext uri="{FF2B5EF4-FFF2-40B4-BE49-F238E27FC236}">
                <a16:creationId xmlns:a16="http://schemas.microsoft.com/office/drawing/2014/main" id="{1ED36922-4B0D-47E4-A922-6A9ED936B974}"/>
              </a:ext>
            </a:extLst>
          </p:cNvPr>
          <p:cNvGrpSpPr/>
          <p:nvPr/>
        </p:nvGrpSpPr>
        <p:grpSpPr>
          <a:xfrm>
            <a:off x="8433427" y="3472047"/>
            <a:ext cx="2943819" cy="863315"/>
            <a:chOff x="993672" y="3698889"/>
            <a:chExt cx="1998939" cy="86331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5FFC64-42AA-4678-A243-0E322AFCD00E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93A2F0-BF81-4440-86F7-FDA5411F67B4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98858A90-DFFD-4E3C-8911-3A81704A64B7}"/>
              </a:ext>
            </a:extLst>
          </p:cNvPr>
          <p:cNvGrpSpPr/>
          <p:nvPr/>
        </p:nvGrpSpPr>
        <p:grpSpPr>
          <a:xfrm>
            <a:off x="1569109" y="1807985"/>
            <a:ext cx="2930470" cy="863315"/>
            <a:chOff x="993672" y="3698889"/>
            <a:chExt cx="1998939" cy="86331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AFA031-5699-41E2-9595-FC460DBCD33E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C9B429B-6AF2-41FB-8D46-663E4BEDAFDE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25">
            <a:extLst>
              <a:ext uri="{FF2B5EF4-FFF2-40B4-BE49-F238E27FC236}">
                <a16:creationId xmlns:a16="http://schemas.microsoft.com/office/drawing/2014/main" id="{C08B358C-B118-4796-AB89-62EB3430A7D5}"/>
              </a:ext>
            </a:extLst>
          </p:cNvPr>
          <p:cNvGrpSpPr/>
          <p:nvPr/>
        </p:nvGrpSpPr>
        <p:grpSpPr>
          <a:xfrm>
            <a:off x="7677039" y="1807985"/>
            <a:ext cx="2943819" cy="863315"/>
            <a:chOff x="993672" y="3698889"/>
            <a:chExt cx="1998939" cy="86331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62F023B-5421-46A7-8A43-23081CDD40D4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C17FD2-2C0E-4B81-85CB-7CAFA42F136B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28">
            <a:extLst>
              <a:ext uri="{FF2B5EF4-FFF2-40B4-BE49-F238E27FC236}">
                <a16:creationId xmlns:a16="http://schemas.microsoft.com/office/drawing/2014/main" id="{57CEAC72-A8AA-4E48-8EA1-32A84D1A7841}"/>
              </a:ext>
            </a:extLst>
          </p:cNvPr>
          <p:cNvGrpSpPr/>
          <p:nvPr/>
        </p:nvGrpSpPr>
        <p:grpSpPr>
          <a:xfrm>
            <a:off x="805047" y="3472047"/>
            <a:ext cx="2930470" cy="863315"/>
            <a:chOff x="993672" y="3698889"/>
            <a:chExt cx="1998939" cy="8633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A65A88-73BA-4622-9D17-98322FE12F2C}"/>
                </a:ext>
              </a:extLst>
            </p:cNvPr>
            <p:cNvSpPr txBox="1"/>
            <p:nvPr/>
          </p:nvSpPr>
          <p:spPr>
            <a:xfrm>
              <a:off x="993672" y="3698889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6D51EF3-0AE0-482F-A25B-B2CA6629E931}"/>
                </a:ext>
              </a:extLst>
            </p:cNvPr>
            <p:cNvSpPr txBox="1"/>
            <p:nvPr/>
          </p:nvSpPr>
          <p:spPr>
            <a:xfrm>
              <a:off x="1003197" y="3915873"/>
              <a:ext cx="1989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FZShuTi" pitchFamily="2" charset="-122"/>
                  <a:cs typeface="Arial" pitchFamily="34" charset="0"/>
                </a:rPr>
                <a:t> Easy to change colors, photos.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1" name="Oval 2">
            <a:extLst>
              <a:ext uri="{FF2B5EF4-FFF2-40B4-BE49-F238E27FC236}">
                <a16:creationId xmlns:a16="http://schemas.microsoft.com/office/drawing/2014/main" id="{EA3FE34A-2E18-47E1-9978-CF2ADD86DB3C}"/>
              </a:ext>
            </a:extLst>
          </p:cNvPr>
          <p:cNvSpPr/>
          <p:nvPr/>
        </p:nvSpPr>
        <p:spPr>
          <a:xfrm>
            <a:off x="5345537" y="3161271"/>
            <a:ext cx="1484865" cy="148486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Donut 6">
            <a:extLst>
              <a:ext uri="{FF2B5EF4-FFF2-40B4-BE49-F238E27FC236}">
                <a16:creationId xmlns:a16="http://schemas.microsoft.com/office/drawing/2014/main" id="{7E5F1C61-27FA-4CA8-A5A8-E2CF48C9A4DF}"/>
              </a:ext>
            </a:extLst>
          </p:cNvPr>
          <p:cNvSpPr/>
          <p:nvPr/>
        </p:nvSpPr>
        <p:spPr>
          <a:xfrm>
            <a:off x="4448343" y="2264075"/>
            <a:ext cx="3279253" cy="3279255"/>
          </a:xfrm>
          <a:prstGeom prst="donut">
            <a:avLst>
              <a:gd name="adj" fmla="val 190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Oval 41">
            <a:extLst>
              <a:ext uri="{FF2B5EF4-FFF2-40B4-BE49-F238E27FC236}">
                <a16:creationId xmlns:a16="http://schemas.microsoft.com/office/drawing/2014/main" id="{EB9D3D41-CEFE-4BA5-AFB5-BF8DE6F8838B}"/>
              </a:ext>
            </a:extLst>
          </p:cNvPr>
          <p:cNvSpPr/>
          <p:nvPr/>
        </p:nvSpPr>
        <p:spPr>
          <a:xfrm>
            <a:off x="4722774" y="2041223"/>
            <a:ext cx="975518" cy="975518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43">
            <a:extLst>
              <a:ext uri="{FF2B5EF4-FFF2-40B4-BE49-F238E27FC236}">
                <a16:creationId xmlns:a16="http://schemas.microsoft.com/office/drawing/2014/main" id="{3576432F-A6F7-4650-97E5-92996598BE6B}"/>
              </a:ext>
            </a:extLst>
          </p:cNvPr>
          <p:cNvSpPr/>
          <p:nvPr/>
        </p:nvSpPr>
        <p:spPr>
          <a:xfrm>
            <a:off x="6478793" y="2041223"/>
            <a:ext cx="975518" cy="975518"/>
          </a:xfrm>
          <a:prstGeom prst="ellipse">
            <a:avLst/>
          </a:prstGeom>
          <a:solidFill>
            <a:schemeClr val="accent6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Oval 44">
            <a:extLst>
              <a:ext uri="{FF2B5EF4-FFF2-40B4-BE49-F238E27FC236}">
                <a16:creationId xmlns:a16="http://schemas.microsoft.com/office/drawing/2014/main" id="{6C0A4215-01D4-4F51-8CD5-6C79985D9819}"/>
              </a:ext>
            </a:extLst>
          </p:cNvPr>
          <p:cNvSpPr/>
          <p:nvPr/>
        </p:nvSpPr>
        <p:spPr>
          <a:xfrm>
            <a:off x="4038591" y="3415945"/>
            <a:ext cx="975518" cy="975518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Oval 45">
            <a:extLst>
              <a:ext uri="{FF2B5EF4-FFF2-40B4-BE49-F238E27FC236}">
                <a16:creationId xmlns:a16="http://schemas.microsoft.com/office/drawing/2014/main" id="{F4C9ECB8-03F3-4D22-9015-EDA1D91B2D53}"/>
              </a:ext>
            </a:extLst>
          </p:cNvPr>
          <p:cNvSpPr/>
          <p:nvPr/>
        </p:nvSpPr>
        <p:spPr>
          <a:xfrm>
            <a:off x="7177891" y="3415945"/>
            <a:ext cx="975518" cy="975518"/>
          </a:xfrm>
          <a:prstGeom prst="ellipse">
            <a:avLst/>
          </a:prstGeom>
          <a:solidFill>
            <a:schemeClr val="accent3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Oval 46">
            <a:extLst>
              <a:ext uri="{FF2B5EF4-FFF2-40B4-BE49-F238E27FC236}">
                <a16:creationId xmlns:a16="http://schemas.microsoft.com/office/drawing/2014/main" id="{F9504E55-0364-4F9F-9A0D-E3C3919EA6A6}"/>
              </a:ext>
            </a:extLst>
          </p:cNvPr>
          <p:cNvSpPr/>
          <p:nvPr/>
        </p:nvSpPr>
        <p:spPr>
          <a:xfrm>
            <a:off x="6478793" y="4778637"/>
            <a:ext cx="975518" cy="975518"/>
          </a:xfrm>
          <a:prstGeom prst="ellipse">
            <a:avLst/>
          </a:prstGeom>
          <a:solidFill>
            <a:schemeClr val="accent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Oval 47">
            <a:extLst>
              <a:ext uri="{FF2B5EF4-FFF2-40B4-BE49-F238E27FC236}">
                <a16:creationId xmlns:a16="http://schemas.microsoft.com/office/drawing/2014/main" id="{01EC42F2-DAFC-4B16-BE72-009FA45B37B2}"/>
              </a:ext>
            </a:extLst>
          </p:cNvPr>
          <p:cNvSpPr/>
          <p:nvPr/>
        </p:nvSpPr>
        <p:spPr>
          <a:xfrm>
            <a:off x="4722774" y="4778637"/>
            <a:ext cx="975518" cy="975518"/>
          </a:xfrm>
          <a:prstGeom prst="ellipse">
            <a:avLst/>
          </a:prstGeom>
          <a:solidFill>
            <a:schemeClr val="accent5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CF1F3B42-EFBA-4786-8223-BA3E1CB88F4E}"/>
              </a:ext>
            </a:extLst>
          </p:cNvPr>
          <p:cNvSpPr/>
          <p:nvPr/>
        </p:nvSpPr>
        <p:spPr>
          <a:xfrm>
            <a:off x="5041314" y="2369768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3152AA44-E393-4CC9-9258-71A66243DE1D}"/>
              </a:ext>
            </a:extLst>
          </p:cNvPr>
          <p:cNvSpPr/>
          <p:nvPr/>
        </p:nvSpPr>
        <p:spPr>
          <a:xfrm>
            <a:off x="4386615" y="3760593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9F43140C-EC50-4076-AC70-6FD31141F282}"/>
              </a:ext>
            </a:extLst>
          </p:cNvPr>
          <p:cNvSpPr/>
          <p:nvPr/>
        </p:nvSpPr>
        <p:spPr>
          <a:xfrm flipH="1">
            <a:off x="5018087" y="5136108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Round Same Side Corner Rectangle 11">
            <a:extLst>
              <a:ext uri="{FF2B5EF4-FFF2-40B4-BE49-F238E27FC236}">
                <a16:creationId xmlns:a16="http://schemas.microsoft.com/office/drawing/2014/main" id="{94B5E3C2-95EF-4500-9C18-8261557C1B44}"/>
              </a:ext>
            </a:extLst>
          </p:cNvPr>
          <p:cNvSpPr>
            <a:spLocks noChangeAspect="1"/>
          </p:cNvSpPr>
          <p:nvPr/>
        </p:nvSpPr>
        <p:spPr>
          <a:xfrm rot="9900000">
            <a:off x="6829153" y="5098941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3" name="Block Arc 10">
            <a:extLst>
              <a:ext uri="{FF2B5EF4-FFF2-40B4-BE49-F238E27FC236}">
                <a16:creationId xmlns:a16="http://schemas.microsoft.com/office/drawing/2014/main" id="{54107E9A-7D1B-45C9-AA2F-0D29F97EDF8F}"/>
              </a:ext>
            </a:extLst>
          </p:cNvPr>
          <p:cNvSpPr/>
          <p:nvPr/>
        </p:nvSpPr>
        <p:spPr>
          <a:xfrm>
            <a:off x="7475311" y="3782628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Round Same Side Corner Rectangle 36">
            <a:extLst>
              <a:ext uri="{FF2B5EF4-FFF2-40B4-BE49-F238E27FC236}">
                <a16:creationId xmlns:a16="http://schemas.microsoft.com/office/drawing/2014/main" id="{A0495F86-B139-4647-AA09-371D5BAEF26E}"/>
              </a:ext>
            </a:extLst>
          </p:cNvPr>
          <p:cNvSpPr>
            <a:spLocks noChangeAspect="1"/>
          </p:cNvSpPr>
          <p:nvPr/>
        </p:nvSpPr>
        <p:spPr>
          <a:xfrm>
            <a:off x="6783583" y="2344504"/>
            <a:ext cx="396000" cy="313084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5" name="Donut 24">
            <a:extLst>
              <a:ext uri="{FF2B5EF4-FFF2-40B4-BE49-F238E27FC236}">
                <a16:creationId xmlns:a16="http://schemas.microsoft.com/office/drawing/2014/main" id="{74BCEAF2-EDF6-4C46-89B9-ADF0335D7298}"/>
              </a:ext>
            </a:extLst>
          </p:cNvPr>
          <p:cNvSpPr/>
          <p:nvPr/>
        </p:nvSpPr>
        <p:spPr>
          <a:xfrm>
            <a:off x="5731519" y="3518670"/>
            <a:ext cx="728962" cy="734896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9877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0FF31B-2EE9-44C0-83AC-A77897007F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932E38D1-33BC-4A8A-82C9-A1D8CCEFD68C}"/>
              </a:ext>
            </a:extLst>
          </p:cNvPr>
          <p:cNvSpPr>
            <a:spLocks noEditPoints="1"/>
          </p:cNvSpPr>
          <p:nvPr/>
        </p:nvSpPr>
        <p:spPr bwMode="auto">
          <a:xfrm>
            <a:off x="8060677" y="1524326"/>
            <a:ext cx="3343119" cy="4790368"/>
          </a:xfrm>
          <a:custGeom>
            <a:avLst/>
            <a:gdLst>
              <a:gd name="T0" fmla="*/ 1307 w 2407"/>
              <a:gd name="T1" fmla="*/ 3296 h 3449"/>
              <a:gd name="T2" fmla="*/ 1393 w 2407"/>
              <a:gd name="T3" fmla="*/ 3433 h 3449"/>
              <a:gd name="T4" fmla="*/ 1318 w 2407"/>
              <a:gd name="T5" fmla="*/ 3430 h 3449"/>
              <a:gd name="T6" fmla="*/ 1232 w 2407"/>
              <a:gd name="T7" fmla="*/ 3392 h 3449"/>
              <a:gd name="T8" fmla="*/ 1634 w 2407"/>
              <a:gd name="T9" fmla="*/ 3254 h 3449"/>
              <a:gd name="T10" fmla="*/ 1670 w 2407"/>
              <a:gd name="T11" fmla="*/ 3273 h 3449"/>
              <a:gd name="T12" fmla="*/ 1271 w 2407"/>
              <a:gd name="T13" fmla="*/ 2772 h 3449"/>
              <a:gd name="T14" fmla="*/ 1634 w 2407"/>
              <a:gd name="T15" fmla="*/ 719 h 3449"/>
              <a:gd name="T16" fmla="*/ 1040 w 2407"/>
              <a:gd name="T17" fmla="*/ 126 h 3449"/>
              <a:gd name="T18" fmla="*/ 543 w 2407"/>
              <a:gd name="T19" fmla="*/ 2 h 3449"/>
              <a:gd name="T20" fmla="*/ 509 w 2407"/>
              <a:gd name="T21" fmla="*/ 156 h 3449"/>
              <a:gd name="T22" fmla="*/ 550 w 2407"/>
              <a:gd name="T23" fmla="*/ 68 h 3449"/>
              <a:gd name="T24" fmla="*/ 672 w 2407"/>
              <a:gd name="T25" fmla="*/ 51 h 3449"/>
              <a:gd name="T26" fmla="*/ 1009 w 2407"/>
              <a:gd name="T27" fmla="*/ 100 h 3449"/>
              <a:gd name="T28" fmla="*/ 1065 w 2407"/>
              <a:gd name="T29" fmla="*/ 182 h 3449"/>
              <a:gd name="T30" fmla="*/ 1234 w 2407"/>
              <a:gd name="T31" fmla="*/ 302 h 3449"/>
              <a:gd name="T32" fmla="*/ 1454 w 2407"/>
              <a:gd name="T33" fmla="*/ 346 h 3449"/>
              <a:gd name="T34" fmla="*/ 1562 w 2407"/>
              <a:gd name="T35" fmla="*/ 475 h 3449"/>
              <a:gd name="T36" fmla="*/ 1613 w 2407"/>
              <a:gd name="T37" fmla="*/ 548 h 3449"/>
              <a:gd name="T38" fmla="*/ 1576 w 2407"/>
              <a:gd name="T39" fmla="*/ 711 h 3449"/>
              <a:gd name="T40" fmla="*/ 1869 w 2407"/>
              <a:gd name="T41" fmla="*/ 714 h 3449"/>
              <a:gd name="T42" fmla="*/ 2220 w 2407"/>
              <a:gd name="T43" fmla="*/ 840 h 3449"/>
              <a:gd name="T44" fmla="*/ 2292 w 2407"/>
              <a:gd name="T45" fmla="*/ 1194 h 3449"/>
              <a:gd name="T46" fmla="*/ 2206 w 2407"/>
              <a:gd name="T47" fmla="*/ 1477 h 3449"/>
              <a:gd name="T48" fmla="*/ 2136 w 2407"/>
              <a:gd name="T49" fmla="*/ 1733 h 3449"/>
              <a:gd name="T50" fmla="*/ 1948 w 2407"/>
              <a:gd name="T51" fmla="*/ 1824 h 3449"/>
              <a:gd name="T52" fmla="*/ 1787 w 2407"/>
              <a:gd name="T53" fmla="*/ 1924 h 3449"/>
              <a:gd name="T54" fmla="*/ 1716 w 2407"/>
              <a:gd name="T55" fmla="*/ 2220 h 3449"/>
              <a:gd name="T56" fmla="*/ 1658 w 2407"/>
              <a:gd name="T57" fmla="*/ 2231 h 3449"/>
              <a:gd name="T58" fmla="*/ 1618 w 2407"/>
              <a:gd name="T59" fmla="*/ 2379 h 3449"/>
              <a:gd name="T60" fmla="*/ 1454 w 2407"/>
              <a:gd name="T61" fmla="*/ 2418 h 3449"/>
              <a:gd name="T62" fmla="*/ 1339 w 2407"/>
              <a:gd name="T63" fmla="*/ 2615 h 3449"/>
              <a:gd name="T64" fmla="*/ 1288 w 2407"/>
              <a:gd name="T65" fmla="*/ 2718 h 3449"/>
              <a:gd name="T66" fmla="*/ 1220 w 2407"/>
              <a:gd name="T67" fmla="*/ 2777 h 3449"/>
              <a:gd name="T68" fmla="*/ 1236 w 2407"/>
              <a:gd name="T69" fmla="*/ 2882 h 3449"/>
              <a:gd name="T70" fmla="*/ 1166 w 2407"/>
              <a:gd name="T71" fmla="*/ 2960 h 3449"/>
              <a:gd name="T72" fmla="*/ 1213 w 2407"/>
              <a:gd name="T73" fmla="*/ 3201 h 3449"/>
              <a:gd name="T74" fmla="*/ 1197 w 2407"/>
              <a:gd name="T75" fmla="*/ 3297 h 3449"/>
              <a:gd name="T76" fmla="*/ 1099 w 2407"/>
              <a:gd name="T77" fmla="*/ 3341 h 3449"/>
              <a:gd name="T78" fmla="*/ 1033 w 2407"/>
              <a:gd name="T79" fmla="*/ 3273 h 3449"/>
              <a:gd name="T80" fmla="*/ 983 w 2407"/>
              <a:gd name="T81" fmla="*/ 3219 h 3449"/>
              <a:gd name="T82" fmla="*/ 921 w 2407"/>
              <a:gd name="T83" fmla="*/ 3156 h 3449"/>
              <a:gd name="T84" fmla="*/ 871 w 2407"/>
              <a:gd name="T85" fmla="*/ 3022 h 3449"/>
              <a:gd name="T86" fmla="*/ 817 w 2407"/>
              <a:gd name="T87" fmla="*/ 2964 h 3449"/>
              <a:gd name="T88" fmla="*/ 832 w 2407"/>
              <a:gd name="T89" fmla="*/ 2861 h 3449"/>
              <a:gd name="T90" fmla="*/ 832 w 2407"/>
              <a:gd name="T91" fmla="*/ 2795 h 3449"/>
              <a:gd name="T92" fmla="*/ 775 w 2407"/>
              <a:gd name="T93" fmla="*/ 2803 h 3449"/>
              <a:gd name="T94" fmla="*/ 733 w 2407"/>
              <a:gd name="T95" fmla="*/ 2624 h 3449"/>
              <a:gd name="T96" fmla="*/ 715 w 2407"/>
              <a:gd name="T97" fmla="*/ 2306 h 3449"/>
              <a:gd name="T98" fmla="*/ 672 w 2407"/>
              <a:gd name="T99" fmla="*/ 2086 h 3449"/>
              <a:gd name="T100" fmla="*/ 667 w 2407"/>
              <a:gd name="T101" fmla="*/ 1894 h 3449"/>
              <a:gd name="T102" fmla="*/ 611 w 2407"/>
              <a:gd name="T103" fmla="*/ 1555 h 3449"/>
              <a:gd name="T104" fmla="*/ 349 w 2407"/>
              <a:gd name="T105" fmla="*/ 1397 h 3449"/>
              <a:gd name="T106" fmla="*/ 215 w 2407"/>
              <a:gd name="T107" fmla="*/ 1198 h 3449"/>
              <a:gd name="T108" fmla="*/ 45 w 2407"/>
              <a:gd name="T109" fmla="*/ 962 h 3449"/>
              <a:gd name="T110" fmla="*/ 31 w 2407"/>
              <a:gd name="T111" fmla="*/ 770 h 3449"/>
              <a:gd name="T112" fmla="*/ 61 w 2407"/>
              <a:gd name="T113" fmla="*/ 618 h 3449"/>
              <a:gd name="T114" fmla="*/ 208 w 2407"/>
              <a:gd name="T115" fmla="*/ 414 h 3449"/>
              <a:gd name="T116" fmla="*/ 230 w 2407"/>
              <a:gd name="T117" fmla="*/ 227 h 3449"/>
              <a:gd name="T118" fmla="*/ 244 w 2407"/>
              <a:gd name="T119" fmla="*/ 215 h 3449"/>
              <a:gd name="T120" fmla="*/ 380 w 2407"/>
              <a:gd name="T121" fmla="*/ 73 h 3449"/>
              <a:gd name="T122" fmla="*/ 494 w 2407"/>
              <a:gd name="T123" fmla="*/ 14 h 3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407" h="3449">
                <a:moveTo>
                  <a:pt x="1489" y="3376"/>
                </a:moveTo>
                <a:lnTo>
                  <a:pt x="1539" y="3376"/>
                </a:lnTo>
                <a:lnTo>
                  <a:pt x="1541" y="3379"/>
                </a:lnTo>
                <a:lnTo>
                  <a:pt x="1541" y="3383"/>
                </a:lnTo>
                <a:lnTo>
                  <a:pt x="1543" y="3388"/>
                </a:lnTo>
                <a:lnTo>
                  <a:pt x="1543" y="3395"/>
                </a:lnTo>
                <a:lnTo>
                  <a:pt x="1536" y="3397"/>
                </a:lnTo>
                <a:lnTo>
                  <a:pt x="1527" y="3399"/>
                </a:lnTo>
                <a:lnTo>
                  <a:pt x="1517" y="3399"/>
                </a:lnTo>
                <a:lnTo>
                  <a:pt x="1511" y="3397"/>
                </a:lnTo>
                <a:lnTo>
                  <a:pt x="1506" y="3395"/>
                </a:lnTo>
                <a:lnTo>
                  <a:pt x="1501" y="3395"/>
                </a:lnTo>
                <a:lnTo>
                  <a:pt x="1492" y="3395"/>
                </a:lnTo>
                <a:lnTo>
                  <a:pt x="1489" y="3376"/>
                </a:lnTo>
                <a:close/>
                <a:moveTo>
                  <a:pt x="1271" y="3275"/>
                </a:moveTo>
                <a:lnTo>
                  <a:pt x="1279" y="3282"/>
                </a:lnTo>
                <a:lnTo>
                  <a:pt x="1290" y="3283"/>
                </a:lnTo>
                <a:lnTo>
                  <a:pt x="1300" y="3287"/>
                </a:lnTo>
                <a:lnTo>
                  <a:pt x="1307" y="3296"/>
                </a:lnTo>
                <a:lnTo>
                  <a:pt x="1312" y="3308"/>
                </a:lnTo>
                <a:lnTo>
                  <a:pt x="1319" y="3318"/>
                </a:lnTo>
                <a:lnTo>
                  <a:pt x="1353" y="3337"/>
                </a:lnTo>
                <a:lnTo>
                  <a:pt x="1393" y="3355"/>
                </a:lnTo>
                <a:lnTo>
                  <a:pt x="1436" y="3369"/>
                </a:lnTo>
                <a:lnTo>
                  <a:pt x="1482" y="3379"/>
                </a:lnTo>
                <a:lnTo>
                  <a:pt x="1482" y="3395"/>
                </a:lnTo>
                <a:lnTo>
                  <a:pt x="1473" y="3395"/>
                </a:lnTo>
                <a:lnTo>
                  <a:pt x="1459" y="3400"/>
                </a:lnTo>
                <a:lnTo>
                  <a:pt x="1445" y="3400"/>
                </a:lnTo>
                <a:lnTo>
                  <a:pt x="1431" y="3400"/>
                </a:lnTo>
                <a:lnTo>
                  <a:pt x="1421" y="3402"/>
                </a:lnTo>
                <a:lnTo>
                  <a:pt x="1415" y="3406"/>
                </a:lnTo>
                <a:lnTo>
                  <a:pt x="1412" y="3407"/>
                </a:lnTo>
                <a:lnTo>
                  <a:pt x="1408" y="3411"/>
                </a:lnTo>
                <a:lnTo>
                  <a:pt x="1401" y="3413"/>
                </a:lnTo>
                <a:lnTo>
                  <a:pt x="1389" y="3414"/>
                </a:lnTo>
                <a:lnTo>
                  <a:pt x="1389" y="3433"/>
                </a:lnTo>
                <a:lnTo>
                  <a:pt x="1393" y="3433"/>
                </a:lnTo>
                <a:lnTo>
                  <a:pt x="1396" y="3428"/>
                </a:lnTo>
                <a:lnTo>
                  <a:pt x="1398" y="3425"/>
                </a:lnTo>
                <a:lnTo>
                  <a:pt x="1400" y="3423"/>
                </a:lnTo>
                <a:lnTo>
                  <a:pt x="1403" y="3423"/>
                </a:lnTo>
                <a:lnTo>
                  <a:pt x="1408" y="3421"/>
                </a:lnTo>
                <a:lnTo>
                  <a:pt x="1415" y="3421"/>
                </a:lnTo>
                <a:lnTo>
                  <a:pt x="1415" y="3430"/>
                </a:lnTo>
                <a:lnTo>
                  <a:pt x="1419" y="3433"/>
                </a:lnTo>
                <a:lnTo>
                  <a:pt x="1419" y="3437"/>
                </a:lnTo>
                <a:lnTo>
                  <a:pt x="1419" y="3442"/>
                </a:lnTo>
                <a:lnTo>
                  <a:pt x="1421" y="3449"/>
                </a:lnTo>
                <a:lnTo>
                  <a:pt x="1401" y="3446"/>
                </a:lnTo>
                <a:lnTo>
                  <a:pt x="1387" y="3439"/>
                </a:lnTo>
                <a:lnTo>
                  <a:pt x="1375" y="3432"/>
                </a:lnTo>
                <a:lnTo>
                  <a:pt x="1363" y="3425"/>
                </a:lnTo>
                <a:lnTo>
                  <a:pt x="1354" y="3425"/>
                </a:lnTo>
                <a:lnTo>
                  <a:pt x="1342" y="3427"/>
                </a:lnTo>
                <a:lnTo>
                  <a:pt x="1330" y="3428"/>
                </a:lnTo>
                <a:lnTo>
                  <a:pt x="1318" y="3430"/>
                </a:lnTo>
                <a:lnTo>
                  <a:pt x="1309" y="3430"/>
                </a:lnTo>
                <a:lnTo>
                  <a:pt x="1304" y="3427"/>
                </a:lnTo>
                <a:lnTo>
                  <a:pt x="1300" y="3423"/>
                </a:lnTo>
                <a:lnTo>
                  <a:pt x="1295" y="3418"/>
                </a:lnTo>
                <a:lnTo>
                  <a:pt x="1290" y="3413"/>
                </a:lnTo>
                <a:lnTo>
                  <a:pt x="1286" y="3409"/>
                </a:lnTo>
                <a:lnTo>
                  <a:pt x="1281" y="3406"/>
                </a:lnTo>
                <a:lnTo>
                  <a:pt x="1279" y="3406"/>
                </a:lnTo>
                <a:lnTo>
                  <a:pt x="1277" y="3406"/>
                </a:lnTo>
                <a:lnTo>
                  <a:pt x="1277" y="3407"/>
                </a:lnTo>
                <a:lnTo>
                  <a:pt x="1277" y="3409"/>
                </a:lnTo>
                <a:lnTo>
                  <a:pt x="1277" y="3411"/>
                </a:lnTo>
                <a:lnTo>
                  <a:pt x="1277" y="3413"/>
                </a:lnTo>
                <a:lnTo>
                  <a:pt x="1277" y="3414"/>
                </a:lnTo>
                <a:lnTo>
                  <a:pt x="1262" y="3414"/>
                </a:lnTo>
                <a:lnTo>
                  <a:pt x="1246" y="3409"/>
                </a:lnTo>
                <a:lnTo>
                  <a:pt x="1236" y="3402"/>
                </a:lnTo>
                <a:lnTo>
                  <a:pt x="1232" y="3402"/>
                </a:lnTo>
                <a:lnTo>
                  <a:pt x="1232" y="3392"/>
                </a:lnTo>
                <a:lnTo>
                  <a:pt x="1251" y="3392"/>
                </a:lnTo>
                <a:lnTo>
                  <a:pt x="1251" y="3388"/>
                </a:lnTo>
                <a:lnTo>
                  <a:pt x="1253" y="3386"/>
                </a:lnTo>
                <a:lnTo>
                  <a:pt x="1253" y="3386"/>
                </a:lnTo>
                <a:lnTo>
                  <a:pt x="1253" y="3385"/>
                </a:lnTo>
                <a:lnTo>
                  <a:pt x="1255" y="3383"/>
                </a:lnTo>
                <a:lnTo>
                  <a:pt x="1250" y="3371"/>
                </a:lnTo>
                <a:lnTo>
                  <a:pt x="1243" y="3358"/>
                </a:lnTo>
                <a:lnTo>
                  <a:pt x="1236" y="3346"/>
                </a:lnTo>
                <a:lnTo>
                  <a:pt x="1230" y="3332"/>
                </a:lnTo>
                <a:lnTo>
                  <a:pt x="1232" y="3322"/>
                </a:lnTo>
                <a:lnTo>
                  <a:pt x="1236" y="3310"/>
                </a:lnTo>
                <a:lnTo>
                  <a:pt x="1241" y="3297"/>
                </a:lnTo>
                <a:lnTo>
                  <a:pt x="1246" y="3287"/>
                </a:lnTo>
                <a:lnTo>
                  <a:pt x="1257" y="3278"/>
                </a:lnTo>
                <a:lnTo>
                  <a:pt x="1271" y="3275"/>
                </a:lnTo>
                <a:close/>
                <a:moveTo>
                  <a:pt x="1642" y="3222"/>
                </a:moveTo>
                <a:lnTo>
                  <a:pt x="1641" y="3238"/>
                </a:lnTo>
                <a:lnTo>
                  <a:pt x="1634" y="3254"/>
                </a:lnTo>
                <a:lnTo>
                  <a:pt x="1623" y="3264"/>
                </a:lnTo>
                <a:lnTo>
                  <a:pt x="1621" y="3266"/>
                </a:lnTo>
                <a:lnTo>
                  <a:pt x="1618" y="3269"/>
                </a:lnTo>
                <a:lnTo>
                  <a:pt x="1616" y="3271"/>
                </a:lnTo>
                <a:lnTo>
                  <a:pt x="1581" y="3264"/>
                </a:lnTo>
                <a:lnTo>
                  <a:pt x="1578" y="3238"/>
                </a:lnTo>
                <a:lnTo>
                  <a:pt x="1593" y="3233"/>
                </a:lnTo>
                <a:lnTo>
                  <a:pt x="1606" y="3228"/>
                </a:lnTo>
                <a:lnTo>
                  <a:pt x="1621" y="3224"/>
                </a:lnTo>
                <a:lnTo>
                  <a:pt x="1642" y="3222"/>
                </a:lnTo>
                <a:close/>
                <a:moveTo>
                  <a:pt x="1689" y="3217"/>
                </a:moveTo>
                <a:lnTo>
                  <a:pt x="1728" y="3217"/>
                </a:lnTo>
                <a:lnTo>
                  <a:pt x="1730" y="3228"/>
                </a:lnTo>
                <a:lnTo>
                  <a:pt x="1733" y="3236"/>
                </a:lnTo>
                <a:lnTo>
                  <a:pt x="1735" y="3248"/>
                </a:lnTo>
                <a:lnTo>
                  <a:pt x="1716" y="3254"/>
                </a:lnTo>
                <a:lnTo>
                  <a:pt x="1702" y="3261"/>
                </a:lnTo>
                <a:lnTo>
                  <a:pt x="1688" y="3268"/>
                </a:lnTo>
                <a:lnTo>
                  <a:pt x="1670" y="3273"/>
                </a:lnTo>
                <a:lnTo>
                  <a:pt x="1651" y="3275"/>
                </a:lnTo>
                <a:lnTo>
                  <a:pt x="1649" y="3271"/>
                </a:lnTo>
                <a:lnTo>
                  <a:pt x="1648" y="3269"/>
                </a:lnTo>
                <a:lnTo>
                  <a:pt x="1648" y="3266"/>
                </a:lnTo>
                <a:lnTo>
                  <a:pt x="1646" y="3261"/>
                </a:lnTo>
                <a:lnTo>
                  <a:pt x="1651" y="3255"/>
                </a:lnTo>
                <a:lnTo>
                  <a:pt x="1655" y="3250"/>
                </a:lnTo>
                <a:lnTo>
                  <a:pt x="1656" y="3245"/>
                </a:lnTo>
                <a:lnTo>
                  <a:pt x="1658" y="3240"/>
                </a:lnTo>
                <a:lnTo>
                  <a:pt x="1661" y="3233"/>
                </a:lnTo>
                <a:lnTo>
                  <a:pt x="1665" y="3229"/>
                </a:lnTo>
                <a:lnTo>
                  <a:pt x="1670" y="3228"/>
                </a:lnTo>
                <a:lnTo>
                  <a:pt x="1675" y="3226"/>
                </a:lnTo>
                <a:lnTo>
                  <a:pt x="1681" y="3222"/>
                </a:lnTo>
                <a:lnTo>
                  <a:pt x="1684" y="3221"/>
                </a:lnTo>
                <a:lnTo>
                  <a:pt x="1689" y="3217"/>
                </a:lnTo>
                <a:close/>
                <a:moveTo>
                  <a:pt x="1248" y="2761"/>
                </a:moveTo>
                <a:lnTo>
                  <a:pt x="1267" y="2761"/>
                </a:lnTo>
                <a:lnTo>
                  <a:pt x="1271" y="2772"/>
                </a:lnTo>
                <a:lnTo>
                  <a:pt x="1276" y="2782"/>
                </a:lnTo>
                <a:lnTo>
                  <a:pt x="1277" y="2795"/>
                </a:lnTo>
                <a:lnTo>
                  <a:pt x="1277" y="2810"/>
                </a:lnTo>
                <a:lnTo>
                  <a:pt x="1255" y="2814"/>
                </a:lnTo>
                <a:lnTo>
                  <a:pt x="1251" y="2800"/>
                </a:lnTo>
                <a:lnTo>
                  <a:pt x="1250" y="2788"/>
                </a:lnTo>
                <a:lnTo>
                  <a:pt x="1246" y="2775"/>
                </a:lnTo>
                <a:lnTo>
                  <a:pt x="1248" y="2761"/>
                </a:lnTo>
                <a:close/>
                <a:moveTo>
                  <a:pt x="1635" y="622"/>
                </a:moveTo>
                <a:lnTo>
                  <a:pt x="1635" y="634"/>
                </a:lnTo>
                <a:lnTo>
                  <a:pt x="1665" y="643"/>
                </a:lnTo>
                <a:lnTo>
                  <a:pt x="1696" y="653"/>
                </a:lnTo>
                <a:lnTo>
                  <a:pt x="1696" y="676"/>
                </a:lnTo>
                <a:lnTo>
                  <a:pt x="1688" y="688"/>
                </a:lnTo>
                <a:lnTo>
                  <a:pt x="1682" y="700"/>
                </a:lnTo>
                <a:lnTo>
                  <a:pt x="1674" y="711"/>
                </a:lnTo>
                <a:lnTo>
                  <a:pt x="1661" y="718"/>
                </a:lnTo>
                <a:lnTo>
                  <a:pt x="1649" y="721"/>
                </a:lnTo>
                <a:lnTo>
                  <a:pt x="1634" y="719"/>
                </a:lnTo>
                <a:lnTo>
                  <a:pt x="1618" y="716"/>
                </a:lnTo>
                <a:lnTo>
                  <a:pt x="1602" y="711"/>
                </a:lnTo>
                <a:lnTo>
                  <a:pt x="1588" y="707"/>
                </a:lnTo>
                <a:lnTo>
                  <a:pt x="1588" y="679"/>
                </a:lnTo>
                <a:lnTo>
                  <a:pt x="1586" y="672"/>
                </a:lnTo>
                <a:lnTo>
                  <a:pt x="1585" y="660"/>
                </a:lnTo>
                <a:lnTo>
                  <a:pt x="1585" y="649"/>
                </a:lnTo>
                <a:lnTo>
                  <a:pt x="1604" y="649"/>
                </a:lnTo>
                <a:lnTo>
                  <a:pt x="1607" y="637"/>
                </a:lnTo>
                <a:lnTo>
                  <a:pt x="1613" y="630"/>
                </a:lnTo>
                <a:lnTo>
                  <a:pt x="1621" y="625"/>
                </a:lnTo>
                <a:lnTo>
                  <a:pt x="1635" y="622"/>
                </a:lnTo>
                <a:close/>
                <a:moveTo>
                  <a:pt x="1075" y="89"/>
                </a:moveTo>
                <a:lnTo>
                  <a:pt x="1073" y="100"/>
                </a:lnTo>
                <a:lnTo>
                  <a:pt x="1070" y="114"/>
                </a:lnTo>
                <a:lnTo>
                  <a:pt x="1066" y="124"/>
                </a:lnTo>
                <a:lnTo>
                  <a:pt x="1059" y="131"/>
                </a:lnTo>
                <a:lnTo>
                  <a:pt x="1051" y="128"/>
                </a:lnTo>
                <a:lnTo>
                  <a:pt x="1040" y="126"/>
                </a:lnTo>
                <a:lnTo>
                  <a:pt x="1028" y="126"/>
                </a:lnTo>
                <a:lnTo>
                  <a:pt x="1024" y="119"/>
                </a:lnTo>
                <a:lnTo>
                  <a:pt x="1047" y="119"/>
                </a:lnTo>
                <a:lnTo>
                  <a:pt x="1047" y="112"/>
                </a:lnTo>
                <a:lnTo>
                  <a:pt x="1047" y="107"/>
                </a:lnTo>
                <a:lnTo>
                  <a:pt x="1045" y="101"/>
                </a:lnTo>
                <a:lnTo>
                  <a:pt x="1045" y="98"/>
                </a:lnTo>
                <a:lnTo>
                  <a:pt x="1044" y="93"/>
                </a:lnTo>
                <a:lnTo>
                  <a:pt x="1075" y="89"/>
                </a:lnTo>
                <a:close/>
                <a:moveTo>
                  <a:pt x="925" y="68"/>
                </a:moveTo>
                <a:lnTo>
                  <a:pt x="925" y="89"/>
                </a:lnTo>
                <a:lnTo>
                  <a:pt x="897" y="89"/>
                </a:lnTo>
                <a:lnTo>
                  <a:pt x="897" y="80"/>
                </a:lnTo>
                <a:lnTo>
                  <a:pt x="904" y="77"/>
                </a:lnTo>
                <a:lnTo>
                  <a:pt x="909" y="73"/>
                </a:lnTo>
                <a:lnTo>
                  <a:pt x="916" y="72"/>
                </a:lnTo>
                <a:lnTo>
                  <a:pt x="925" y="68"/>
                </a:lnTo>
                <a:close/>
                <a:moveTo>
                  <a:pt x="527" y="0"/>
                </a:moveTo>
                <a:lnTo>
                  <a:pt x="543" y="2"/>
                </a:lnTo>
                <a:lnTo>
                  <a:pt x="557" y="4"/>
                </a:lnTo>
                <a:lnTo>
                  <a:pt x="557" y="12"/>
                </a:lnTo>
                <a:lnTo>
                  <a:pt x="558" y="16"/>
                </a:lnTo>
                <a:lnTo>
                  <a:pt x="558" y="19"/>
                </a:lnTo>
                <a:lnTo>
                  <a:pt x="560" y="25"/>
                </a:lnTo>
                <a:lnTo>
                  <a:pt x="560" y="32"/>
                </a:lnTo>
                <a:lnTo>
                  <a:pt x="539" y="37"/>
                </a:lnTo>
                <a:lnTo>
                  <a:pt x="509" y="39"/>
                </a:lnTo>
                <a:lnTo>
                  <a:pt x="515" y="54"/>
                </a:lnTo>
                <a:lnTo>
                  <a:pt x="520" y="72"/>
                </a:lnTo>
                <a:lnTo>
                  <a:pt x="523" y="89"/>
                </a:lnTo>
                <a:lnTo>
                  <a:pt x="522" y="107"/>
                </a:lnTo>
                <a:lnTo>
                  <a:pt x="516" y="117"/>
                </a:lnTo>
                <a:lnTo>
                  <a:pt x="509" y="124"/>
                </a:lnTo>
                <a:lnTo>
                  <a:pt x="503" y="131"/>
                </a:lnTo>
                <a:lnTo>
                  <a:pt x="499" y="142"/>
                </a:lnTo>
                <a:lnTo>
                  <a:pt x="503" y="147"/>
                </a:lnTo>
                <a:lnTo>
                  <a:pt x="506" y="150"/>
                </a:lnTo>
                <a:lnTo>
                  <a:pt x="509" y="156"/>
                </a:lnTo>
                <a:lnTo>
                  <a:pt x="511" y="159"/>
                </a:lnTo>
                <a:lnTo>
                  <a:pt x="515" y="163"/>
                </a:lnTo>
                <a:lnTo>
                  <a:pt x="520" y="166"/>
                </a:lnTo>
                <a:lnTo>
                  <a:pt x="525" y="169"/>
                </a:lnTo>
                <a:lnTo>
                  <a:pt x="527" y="169"/>
                </a:lnTo>
                <a:lnTo>
                  <a:pt x="527" y="169"/>
                </a:lnTo>
                <a:lnTo>
                  <a:pt x="527" y="171"/>
                </a:lnTo>
                <a:lnTo>
                  <a:pt x="529" y="169"/>
                </a:lnTo>
                <a:lnTo>
                  <a:pt x="529" y="169"/>
                </a:lnTo>
                <a:lnTo>
                  <a:pt x="536" y="164"/>
                </a:lnTo>
                <a:lnTo>
                  <a:pt x="539" y="157"/>
                </a:lnTo>
                <a:lnTo>
                  <a:pt x="543" y="152"/>
                </a:lnTo>
                <a:lnTo>
                  <a:pt x="548" y="147"/>
                </a:lnTo>
                <a:lnTo>
                  <a:pt x="546" y="133"/>
                </a:lnTo>
                <a:lnTo>
                  <a:pt x="541" y="117"/>
                </a:lnTo>
                <a:lnTo>
                  <a:pt x="536" y="101"/>
                </a:lnTo>
                <a:lnTo>
                  <a:pt x="534" y="87"/>
                </a:lnTo>
                <a:lnTo>
                  <a:pt x="537" y="77"/>
                </a:lnTo>
                <a:lnTo>
                  <a:pt x="550" y="68"/>
                </a:lnTo>
                <a:lnTo>
                  <a:pt x="567" y="63"/>
                </a:lnTo>
                <a:lnTo>
                  <a:pt x="585" y="60"/>
                </a:lnTo>
                <a:lnTo>
                  <a:pt x="600" y="54"/>
                </a:lnTo>
                <a:lnTo>
                  <a:pt x="614" y="46"/>
                </a:lnTo>
                <a:lnTo>
                  <a:pt x="607" y="44"/>
                </a:lnTo>
                <a:lnTo>
                  <a:pt x="604" y="42"/>
                </a:lnTo>
                <a:lnTo>
                  <a:pt x="600" y="40"/>
                </a:lnTo>
                <a:lnTo>
                  <a:pt x="599" y="37"/>
                </a:lnTo>
                <a:lnTo>
                  <a:pt x="597" y="33"/>
                </a:lnTo>
                <a:lnTo>
                  <a:pt x="595" y="26"/>
                </a:lnTo>
                <a:lnTo>
                  <a:pt x="595" y="19"/>
                </a:lnTo>
                <a:lnTo>
                  <a:pt x="597" y="18"/>
                </a:lnTo>
                <a:lnTo>
                  <a:pt x="599" y="16"/>
                </a:lnTo>
                <a:lnTo>
                  <a:pt x="600" y="14"/>
                </a:lnTo>
                <a:lnTo>
                  <a:pt x="602" y="12"/>
                </a:lnTo>
                <a:lnTo>
                  <a:pt x="621" y="16"/>
                </a:lnTo>
                <a:lnTo>
                  <a:pt x="625" y="46"/>
                </a:lnTo>
                <a:lnTo>
                  <a:pt x="649" y="47"/>
                </a:lnTo>
                <a:lnTo>
                  <a:pt x="672" y="51"/>
                </a:lnTo>
                <a:lnTo>
                  <a:pt x="691" y="58"/>
                </a:lnTo>
                <a:lnTo>
                  <a:pt x="696" y="75"/>
                </a:lnTo>
                <a:lnTo>
                  <a:pt x="700" y="87"/>
                </a:lnTo>
                <a:lnTo>
                  <a:pt x="707" y="96"/>
                </a:lnTo>
                <a:lnTo>
                  <a:pt x="715" y="100"/>
                </a:lnTo>
                <a:lnTo>
                  <a:pt x="731" y="101"/>
                </a:lnTo>
                <a:lnTo>
                  <a:pt x="756" y="100"/>
                </a:lnTo>
                <a:lnTo>
                  <a:pt x="770" y="93"/>
                </a:lnTo>
                <a:lnTo>
                  <a:pt x="784" y="93"/>
                </a:lnTo>
                <a:lnTo>
                  <a:pt x="801" y="98"/>
                </a:lnTo>
                <a:lnTo>
                  <a:pt x="818" y="107"/>
                </a:lnTo>
                <a:lnTo>
                  <a:pt x="836" y="115"/>
                </a:lnTo>
                <a:lnTo>
                  <a:pt x="852" y="122"/>
                </a:lnTo>
                <a:lnTo>
                  <a:pt x="867" y="126"/>
                </a:lnTo>
                <a:lnTo>
                  <a:pt x="893" y="108"/>
                </a:lnTo>
                <a:lnTo>
                  <a:pt x="925" y="98"/>
                </a:lnTo>
                <a:lnTo>
                  <a:pt x="963" y="93"/>
                </a:lnTo>
                <a:lnTo>
                  <a:pt x="1009" y="93"/>
                </a:lnTo>
                <a:lnTo>
                  <a:pt x="1009" y="100"/>
                </a:lnTo>
                <a:lnTo>
                  <a:pt x="996" y="100"/>
                </a:lnTo>
                <a:lnTo>
                  <a:pt x="986" y="101"/>
                </a:lnTo>
                <a:lnTo>
                  <a:pt x="979" y="107"/>
                </a:lnTo>
                <a:lnTo>
                  <a:pt x="986" y="114"/>
                </a:lnTo>
                <a:lnTo>
                  <a:pt x="991" y="121"/>
                </a:lnTo>
                <a:lnTo>
                  <a:pt x="996" y="128"/>
                </a:lnTo>
                <a:lnTo>
                  <a:pt x="1003" y="131"/>
                </a:lnTo>
                <a:lnTo>
                  <a:pt x="1017" y="135"/>
                </a:lnTo>
                <a:lnTo>
                  <a:pt x="1026" y="142"/>
                </a:lnTo>
                <a:lnTo>
                  <a:pt x="1037" y="142"/>
                </a:lnTo>
                <a:lnTo>
                  <a:pt x="1049" y="142"/>
                </a:lnTo>
                <a:lnTo>
                  <a:pt x="1063" y="147"/>
                </a:lnTo>
                <a:lnTo>
                  <a:pt x="1066" y="149"/>
                </a:lnTo>
                <a:lnTo>
                  <a:pt x="1070" y="154"/>
                </a:lnTo>
                <a:lnTo>
                  <a:pt x="1073" y="157"/>
                </a:lnTo>
                <a:lnTo>
                  <a:pt x="1079" y="161"/>
                </a:lnTo>
                <a:lnTo>
                  <a:pt x="1079" y="166"/>
                </a:lnTo>
                <a:lnTo>
                  <a:pt x="1075" y="166"/>
                </a:lnTo>
                <a:lnTo>
                  <a:pt x="1065" y="182"/>
                </a:lnTo>
                <a:lnTo>
                  <a:pt x="1052" y="196"/>
                </a:lnTo>
                <a:lnTo>
                  <a:pt x="1040" y="211"/>
                </a:lnTo>
                <a:lnTo>
                  <a:pt x="1051" y="211"/>
                </a:lnTo>
                <a:lnTo>
                  <a:pt x="1068" y="203"/>
                </a:lnTo>
                <a:lnTo>
                  <a:pt x="1087" y="199"/>
                </a:lnTo>
                <a:lnTo>
                  <a:pt x="1106" y="201"/>
                </a:lnTo>
                <a:lnTo>
                  <a:pt x="1127" y="206"/>
                </a:lnTo>
                <a:lnTo>
                  <a:pt x="1148" y="215"/>
                </a:lnTo>
                <a:lnTo>
                  <a:pt x="1166" y="225"/>
                </a:lnTo>
                <a:lnTo>
                  <a:pt x="1178" y="238"/>
                </a:lnTo>
                <a:lnTo>
                  <a:pt x="1185" y="250"/>
                </a:lnTo>
                <a:lnTo>
                  <a:pt x="1192" y="264"/>
                </a:lnTo>
                <a:lnTo>
                  <a:pt x="1190" y="278"/>
                </a:lnTo>
                <a:lnTo>
                  <a:pt x="1185" y="292"/>
                </a:lnTo>
                <a:lnTo>
                  <a:pt x="1199" y="292"/>
                </a:lnTo>
                <a:lnTo>
                  <a:pt x="1213" y="292"/>
                </a:lnTo>
                <a:lnTo>
                  <a:pt x="1223" y="293"/>
                </a:lnTo>
                <a:lnTo>
                  <a:pt x="1232" y="300"/>
                </a:lnTo>
                <a:lnTo>
                  <a:pt x="1234" y="302"/>
                </a:lnTo>
                <a:lnTo>
                  <a:pt x="1234" y="304"/>
                </a:lnTo>
                <a:lnTo>
                  <a:pt x="1234" y="306"/>
                </a:lnTo>
                <a:lnTo>
                  <a:pt x="1236" y="307"/>
                </a:lnTo>
                <a:lnTo>
                  <a:pt x="1236" y="311"/>
                </a:lnTo>
                <a:lnTo>
                  <a:pt x="1251" y="311"/>
                </a:lnTo>
                <a:lnTo>
                  <a:pt x="1251" y="321"/>
                </a:lnTo>
                <a:lnTo>
                  <a:pt x="1251" y="332"/>
                </a:lnTo>
                <a:lnTo>
                  <a:pt x="1255" y="342"/>
                </a:lnTo>
                <a:lnTo>
                  <a:pt x="1264" y="334"/>
                </a:lnTo>
                <a:lnTo>
                  <a:pt x="1274" y="332"/>
                </a:lnTo>
                <a:lnTo>
                  <a:pt x="1284" y="335"/>
                </a:lnTo>
                <a:lnTo>
                  <a:pt x="1297" y="337"/>
                </a:lnTo>
                <a:lnTo>
                  <a:pt x="1312" y="337"/>
                </a:lnTo>
                <a:lnTo>
                  <a:pt x="1333" y="335"/>
                </a:lnTo>
                <a:lnTo>
                  <a:pt x="1360" y="334"/>
                </a:lnTo>
                <a:lnTo>
                  <a:pt x="1386" y="332"/>
                </a:lnTo>
                <a:lnTo>
                  <a:pt x="1412" y="334"/>
                </a:lnTo>
                <a:lnTo>
                  <a:pt x="1435" y="337"/>
                </a:lnTo>
                <a:lnTo>
                  <a:pt x="1454" y="346"/>
                </a:lnTo>
                <a:lnTo>
                  <a:pt x="1469" y="356"/>
                </a:lnTo>
                <a:lnTo>
                  <a:pt x="1483" y="367"/>
                </a:lnTo>
                <a:lnTo>
                  <a:pt x="1499" y="377"/>
                </a:lnTo>
                <a:lnTo>
                  <a:pt x="1517" y="384"/>
                </a:lnTo>
                <a:lnTo>
                  <a:pt x="1517" y="395"/>
                </a:lnTo>
                <a:lnTo>
                  <a:pt x="1531" y="395"/>
                </a:lnTo>
                <a:lnTo>
                  <a:pt x="1532" y="407"/>
                </a:lnTo>
                <a:lnTo>
                  <a:pt x="1534" y="416"/>
                </a:lnTo>
                <a:lnTo>
                  <a:pt x="1531" y="426"/>
                </a:lnTo>
                <a:lnTo>
                  <a:pt x="1536" y="426"/>
                </a:lnTo>
                <a:lnTo>
                  <a:pt x="1538" y="424"/>
                </a:lnTo>
                <a:lnTo>
                  <a:pt x="1539" y="423"/>
                </a:lnTo>
                <a:lnTo>
                  <a:pt x="1539" y="423"/>
                </a:lnTo>
                <a:lnTo>
                  <a:pt x="1539" y="423"/>
                </a:lnTo>
                <a:lnTo>
                  <a:pt x="1541" y="423"/>
                </a:lnTo>
                <a:lnTo>
                  <a:pt x="1543" y="423"/>
                </a:lnTo>
                <a:lnTo>
                  <a:pt x="1553" y="437"/>
                </a:lnTo>
                <a:lnTo>
                  <a:pt x="1559" y="454"/>
                </a:lnTo>
                <a:lnTo>
                  <a:pt x="1562" y="475"/>
                </a:lnTo>
                <a:lnTo>
                  <a:pt x="1565" y="494"/>
                </a:lnTo>
                <a:lnTo>
                  <a:pt x="1571" y="513"/>
                </a:lnTo>
                <a:lnTo>
                  <a:pt x="1581" y="526"/>
                </a:lnTo>
                <a:lnTo>
                  <a:pt x="1583" y="527"/>
                </a:lnTo>
                <a:lnTo>
                  <a:pt x="1585" y="527"/>
                </a:lnTo>
                <a:lnTo>
                  <a:pt x="1585" y="527"/>
                </a:lnTo>
                <a:lnTo>
                  <a:pt x="1586" y="527"/>
                </a:lnTo>
                <a:lnTo>
                  <a:pt x="1588" y="527"/>
                </a:lnTo>
                <a:lnTo>
                  <a:pt x="1593" y="526"/>
                </a:lnTo>
                <a:lnTo>
                  <a:pt x="1593" y="533"/>
                </a:lnTo>
                <a:lnTo>
                  <a:pt x="1593" y="536"/>
                </a:lnTo>
                <a:lnTo>
                  <a:pt x="1595" y="540"/>
                </a:lnTo>
                <a:lnTo>
                  <a:pt x="1597" y="541"/>
                </a:lnTo>
                <a:lnTo>
                  <a:pt x="1600" y="543"/>
                </a:lnTo>
                <a:lnTo>
                  <a:pt x="1604" y="545"/>
                </a:lnTo>
                <a:lnTo>
                  <a:pt x="1606" y="547"/>
                </a:lnTo>
                <a:lnTo>
                  <a:pt x="1607" y="548"/>
                </a:lnTo>
                <a:lnTo>
                  <a:pt x="1609" y="548"/>
                </a:lnTo>
                <a:lnTo>
                  <a:pt x="1613" y="548"/>
                </a:lnTo>
                <a:lnTo>
                  <a:pt x="1616" y="550"/>
                </a:lnTo>
                <a:lnTo>
                  <a:pt x="1618" y="571"/>
                </a:lnTo>
                <a:lnTo>
                  <a:pt x="1614" y="588"/>
                </a:lnTo>
                <a:lnTo>
                  <a:pt x="1607" y="608"/>
                </a:lnTo>
                <a:lnTo>
                  <a:pt x="1604" y="606"/>
                </a:lnTo>
                <a:lnTo>
                  <a:pt x="1602" y="604"/>
                </a:lnTo>
                <a:lnTo>
                  <a:pt x="1599" y="604"/>
                </a:lnTo>
                <a:lnTo>
                  <a:pt x="1593" y="602"/>
                </a:lnTo>
                <a:lnTo>
                  <a:pt x="1576" y="623"/>
                </a:lnTo>
                <a:lnTo>
                  <a:pt x="1560" y="644"/>
                </a:lnTo>
                <a:lnTo>
                  <a:pt x="1546" y="669"/>
                </a:lnTo>
                <a:lnTo>
                  <a:pt x="1553" y="670"/>
                </a:lnTo>
                <a:lnTo>
                  <a:pt x="1559" y="670"/>
                </a:lnTo>
                <a:lnTo>
                  <a:pt x="1564" y="674"/>
                </a:lnTo>
                <a:lnTo>
                  <a:pt x="1567" y="677"/>
                </a:lnTo>
                <a:lnTo>
                  <a:pt x="1569" y="684"/>
                </a:lnTo>
                <a:lnTo>
                  <a:pt x="1572" y="693"/>
                </a:lnTo>
                <a:lnTo>
                  <a:pt x="1574" y="702"/>
                </a:lnTo>
                <a:lnTo>
                  <a:pt x="1576" y="711"/>
                </a:lnTo>
                <a:lnTo>
                  <a:pt x="1581" y="718"/>
                </a:lnTo>
                <a:lnTo>
                  <a:pt x="1602" y="730"/>
                </a:lnTo>
                <a:lnTo>
                  <a:pt x="1628" y="735"/>
                </a:lnTo>
                <a:lnTo>
                  <a:pt x="1658" y="737"/>
                </a:lnTo>
                <a:lnTo>
                  <a:pt x="1663" y="733"/>
                </a:lnTo>
                <a:lnTo>
                  <a:pt x="1668" y="732"/>
                </a:lnTo>
                <a:lnTo>
                  <a:pt x="1675" y="730"/>
                </a:lnTo>
                <a:lnTo>
                  <a:pt x="1681" y="726"/>
                </a:lnTo>
                <a:lnTo>
                  <a:pt x="1691" y="716"/>
                </a:lnTo>
                <a:lnTo>
                  <a:pt x="1698" y="704"/>
                </a:lnTo>
                <a:lnTo>
                  <a:pt x="1705" y="693"/>
                </a:lnTo>
                <a:lnTo>
                  <a:pt x="1716" y="684"/>
                </a:lnTo>
                <a:lnTo>
                  <a:pt x="1730" y="677"/>
                </a:lnTo>
                <a:lnTo>
                  <a:pt x="1749" y="677"/>
                </a:lnTo>
                <a:lnTo>
                  <a:pt x="1773" y="681"/>
                </a:lnTo>
                <a:lnTo>
                  <a:pt x="1798" y="686"/>
                </a:lnTo>
                <a:lnTo>
                  <a:pt x="1824" y="695"/>
                </a:lnTo>
                <a:lnTo>
                  <a:pt x="1847" y="705"/>
                </a:lnTo>
                <a:lnTo>
                  <a:pt x="1869" y="714"/>
                </a:lnTo>
                <a:lnTo>
                  <a:pt x="1885" y="725"/>
                </a:lnTo>
                <a:lnTo>
                  <a:pt x="1895" y="733"/>
                </a:lnTo>
                <a:lnTo>
                  <a:pt x="1908" y="765"/>
                </a:lnTo>
                <a:lnTo>
                  <a:pt x="1920" y="761"/>
                </a:lnTo>
                <a:lnTo>
                  <a:pt x="1920" y="768"/>
                </a:lnTo>
                <a:lnTo>
                  <a:pt x="1923" y="772"/>
                </a:lnTo>
                <a:lnTo>
                  <a:pt x="1958" y="761"/>
                </a:lnTo>
                <a:lnTo>
                  <a:pt x="1974" y="766"/>
                </a:lnTo>
                <a:lnTo>
                  <a:pt x="1991" y="777"/>
                </a:lnTo>
                <a:lnTo>
                  <a:pt x="2007" y="784"/>
                </a:lnTo>
                <a:lnTo>
                  <a:pt x="2045" y="779"/>
                </a:lnTo>
                <a:lnTo>
                  <a:pt x="2058" y="787"/>
                </a:lnTo>
                <a:lnTo>
                  <a:pt x="2080" y="789"/>
                </a:lnTo>
                <a:lnTo>
                  <a:pt x="2103" y="786"/>
                </a:lnTo>
                <a:lnTo>
                  <a:pt x="2124" y="784"/>
                </a:lnTo>
                <a:lnTo>
                  <a:pt x="2145" y="787"/>
                </a:lnTo>
                <a:lnTo>
                  <a:pt x="2173" y="801"/>
                </a:lnTo>
                <a:lnTo>
                  <a:pt x="2197" y="821"/>
                </a:lnTo>
                <a:lnTo>
                  <a:pt x="2220" y="840"/>
                </a:lnTo>
                <a:lnTo>
                  <a:pt x="2243" y="859"/>
                </a:lnTo>
                <a:lnTo>
                  <a:pt x="2269" y="876"/>
                </a:lnTo>
                <a:lnTo>
                  <a:pt x="2283" y="880"/>
                </a:lnTo>
                <a:lnTo>
                  <a:pt x="2302" y="883"/>
                </a:lnTo>
                <a:lnTo>
                  <a:pt x="2327" y="887"/>
                </a:lnTo>
                <a:lnTo>
                  <a:pt x="2349" y="892"/>
                </a:lnTo>
                <a:lnTo>
                  <a:pt x="2367" y="897"/>
                </a:lnTo>
                <a:lnTo>
                  <a:pt x="2375" y="903"/>
                </a:lnTo>
                <a:lnTo>
                  <a:pt x="2382" y="918"/>
                </a:lnTo>
                <a:lnTo>
                  <a:pt x="2386" y="936"/>
                </a:lnTo>
                <a:lnTo>
                  <a:pt x="2391" y="953"/>
                </a:lnTo>
                <a:lnTo>
                  <a:pt x="2403" y="988"/>
                </a:lnTo>
                <a:lnTo>
                  <a:pt x="2407" y="1021"/>
                </a:lnTo>
                <a:lnTo>
                  <a:pt x="2405" y="1051"/>
                </a:lnTo>
                <a:lnTo>
                  <a:pt x="2396" y="1079"/>
                </a:lnTo>
                <a:lnTo>
                  <a:pt x="2384" y="1105"/>
                </a:lnTo>
                <a:lnTo>
                  <a:pt x="2368" y="1129"/>
                </a:lnTo>
                <a:lnTo>
                  <a:pt x="2349" y="1156"/>
                </a:lnTo>
                <a:lnTo>
                  <a:pt x="2292" y="1194"/>
                </a:lnTo>
                <a:lnTo>
                  <a:pt x="2281" y="1215"/>
                </a:lnTo>
                <a:lnTo>
                  <a:pt x="2272" y="1236"/>
                </a:lnTo>
                <a:lnTo>
                  <a:pt x="2265" y="1259"/>
                </a:lnTo>
                <a:lnTo>
                  <a:pt x="2257" y="1273"/>
                </a:lnTo>
                <a:lnTo>
                  <a:pt x="2246" y="1285"/>
                </a:lnTo>
                <a:lnTo>
                  <a:pt x="2237" y="1299"/>
                </a:lnTo>
                <a:lnTo>
                  <a:pt x="2218" y="1302"/>
                </a:lnTo>
                <a:lnTo>
                  <a:pt x="2215" y="1283"/>
                </a:lnTo>
                <a:lnTo>
                  <a:pt x="2208" y="1283"/>
                </a:lnTo>
                <a:lnTo>
                  <a:pt x="2208" y="1321"/>
                </a:lnTo>
                <a:lnTo>
                  <a:pt x="2199" y="1339"/>
                </a:lnTo>
                <a:lnTo>
                  <a:pt x="2197" y="1360"/>
                </a:lnTo>
                <a:lnTo>
                  <a:pt x="2201" y="1383"/>
                </a:lnTo>
                <a:lnTo>
                  <a:pt x="2204" y="1404"/>
                </a:lnTo>
                <a:lnTo>
                  <a:pt x="2211" y="1424"/>
                </a:lnTo>
                <a:lnTo>
                  <a:pt x="2215" y="1440"/>
                </a:lnTo>
                <a:lnTo>
                  <a:pt x="2215" y="1454"/>
                </a:lnTo>
                <a:lnTo>
                  <a:pt x="2211" y="1466"/>
                </a:lnTo>
                <a:lnTo>
                  <a:pt x="2206" y="1477"/>
                </a:lnTo>
                <a:lnTo>
                  <a:pt x="2203" y="1486"/>
                </a:lnTo>
                <a:lnTo>
                  <a:pt x="2208" y="1552"/>
                </a:lnTo>
                <a:lnTo>
                  <a:pt x="2196" y="1557"/>
                </a:lnTo>
                <a:lnTo>
                  <a:pt x="2187" y="1564"/>
                </a:lnTo>
                <a:lnTo>
                  <a:pt x="2182" y="1573"/>
                </a:lnTo>
                <a:lnTo>
                  <a:pt x="2180" y="1590"/>
                </a:lnTo>
                <a:lnTo>
                  <a:pt x="2189" y="1606"/>
                </a:lnTo>
                <a:lnTo>
                  <a:pt x="2192" y="1625"/>
                </a:lnTo>
                <a:lnTo>
                  <a:pt x="2180" y="1637"/>
                </a:lnTo>
                <a:lnTo>
                  <a:pt x="2176" y="1650"/>
                </a:lnTo>
                <a:lnTo>
                  <a:pt x="2171" y="1662"/>
                </a:lnTo>
                <a:lnTo>
                  <a:pt x="2164" y="1678"/>
                </a:lnTo>
                <a:lnTo>
                  <a:pt x="2157" y="1688"/>
                </a:lnTo>
                <a:lnTo>
                  <a:pt x="2152" y="1695"/>
                </a:lnTo>
                <a:lnTo>
                  <a:pt x="2145" y="1700"/>
                </a:lnTo>
                <a:lnTo>
                  <a:pt x="2141" y="1704"/>
                </a:lnTo>
                <a:lnTo>
                  <a:pt x="2138" y="1709"/>
                </a:lnTo>
                <a:lnTo>
                  <a:pt x="2136" y="1719"/>
                </a:lnTo>
                <a:lnTo>
                  <a:pt x="2136" y="1733"/>
                </a:lnTo>
                <a:lnTo>
                  <a:pt x="2138" y="1754"/>
                </a:lnTo>
                <a:lnTo>
                  <a:pt x="2112" y="1768"/>
                </a:lnTo>
                <a:lnTo>
                  <a:pt x="2087" y="1782"/>
                </a:lnTo>
                <a:lnTo>
                  <a:pt x="2091" y="1786"/>
                </a:lnTo>
                <a:lnTo>
                  <a:pt x="2093" y="1789"/>
                </a:lnTo>
                <a:lnTo>
                  <a:pt x="2093" y="1791"/>
                </a:lnTo>
                <a:lnTo>
                  <a:pt x="2093" y="1795"/>
                </a:lnTo>
                <a:lnTo>
                  <a:pt x="2093" y="1796"/>
                </a:lnTo>
                <a:lnTo>
                  <a:pt x="2075" y="1805"/>
                </a:lnTo>
                <a:lnTo>
                  <a:pt x="2058" y="1803"/>
                </a:lnTo>
                <a:lnTo>
                  <a:pt x="2040" y="1800"/>
                </a:lnTo>
                <a:lnTo>
                  <a:pt x="2026" y="1793"/>
                </a:lnTo>
                <a:lnTo>
                  <a:pt x="2018" y="1800"/>
                </a:lnTo>
                <a:lnTo>
                  <a:pt x="2004" y="1803"/>
                </a:lnTo>
                <a:lnTo>
                  <a:pt x="1988" y="1805"/>
                </a:lnTo>
                <a:lnTo>
                  <a:pt x="1972" y="1807"/>
                </a:lnTo>
                <a:lnTo>
                  <a:pt x="1958" y="1808"/>
                </a:lnTo>
                <a:lnTo>
                  <a:pt x="1955" y="1815"/>
                </a:lnTo>
                <a:lnTo>
                  <a:pt x="1948" y="1824"/>
                </a:lnTo>
                <a:lnTo>
                  <a:pt x="1939" y="1835"/>
                </a:lnTo>
                <a:lnTo>
                  <a:pt x="1930" y="1842"/>
                </a:lnTo>
                <a:lnTo>
                  <a:pt x="1923" y="1847"/>
                </a:lnTo>
                <a:lnTo>
                  <a:pt x="1892" y="1843"/>
                </a:lnTo>
                <a:lnTo>
                  <a:pt x="1881" y="1849"/>
                </a:lnTo>
                <a:lnTo>
                  <a:pt x="1867" y="1857"/>
                </a:lnTo>
                <a:lnTo>
                  <a:pt x="1850" y="1870"/>
                </a:lnTo>
                <a:lnTo>
                  <a:pt x="1833" y="1882"/>
                </a:lnTo>
                <a:lnTo>
                  <a:pt x="1820" y="1892"/>
                </a:lnTo>
                <a:lnTo>
                  <a:pt x="1812" y="1901"/>
                </a:lnTo>
                <a:lnTo>
                  <a:pt x="1808" y="1901"/>
                </a:lnTo>
                <a:lnTo>
                  <a:pt x="1805" y="1924"/>
                </a:lnTo>
                <a:lnTo>
                  <a:pt x="1801" y="1925"/>
                </a:lnTo>
                <a:lnTo>
                  <a:pt x="1798" y="1927"/>
                </a:lnTo>
                <a:lnTo>
                  <a:pt x="1796" y="1925"/>
                </a:lnTo>
                <a:lnTo>
                  <a:pt x="1794" y="1925"/>
                </a:lnTo>
                <a:lnTo>
                  <a:pt x="1792" y="1924"/>
                </a:lnTo>
                <a:lnTo>
                  <a:pt x="1789" y="1924"/>
                </a:lnTo>
                <a:lnTo>
                  <a:pt x="1787" y="1924"/>
                </a:lnTo>
                <a:lnTo>
                  <a:pt x="1784" y="1927"/>
                </a:lnTo>
                <a:lnTo>
                  <a:pt x="1780" y="1931"/>
                </a:lnTo>
                <a:lnTo>
                  <a:pt x="1785" y="1946"/>
                </a:lnTo>
                <a:lnTo>
                  <a:pt x="1784" y="1964"/>
                </a:lnTo>
                <a:lnTo>
                  <a:pt x="1780" y="1980"/>
                </a:lnTo>
                <a:lnTo>
                  <a:pt x="1780" y="1997"/>
                </a:lnTo>
                <a:lnTo>
                  <a:pt x="1784" y="2000"/>
                </a:lnTo>
                <a:lnTo>
                  <a:pt x="1787" y="2006"/>
                </a:lnTo>
                <a:lnTo>
                  <a:pt x="1791" y="2009"/>
                </a:lnTo>
                <a:lnTo>
                  <a:pt x="1794" y="2013"/>
                </a:lnTo>
                <a:lnTo>
                  <a:pt x="1798" y="2016"/>
                </a:lnTo>
                <a:lnTo>
                  <a:pt x="1799" y="2020"/>
                </a:lnTo>
                <a:lnTo>
                  <a:pt x="1792" y="2089"/>
                </a:lnTo>
                <a:lnTo>
                  <a:pt x="1773" y="2105"/>
                </a:lnTo>
                <a:lnTo>
                  <a:pt x="1757" y="2124"/>
                </a:lnTo>
                <a:lnTo>
                  <a:pt x="1747" y="2147"/>
                </a:lnTo>
                <a:lnTo>
                  <a:pt x="1738" y="2172"/>
                </a:lnTo>
                <a:lnTo>
                  <a:pt x="1728" y="2196"/>
                </a:lnTo>
                <a:lnTo>
                  <a:pt x="1716" y="2220"/>
                </a:lnTo>
                <a:lnTo>
                  <a:pt x="1707" y="2231"/>
                </a:lnTo>
                <a:lnTo>
                  <a:pt x="1695" y="2240"/>
                </a:lnTo>
                <a:lnTo>
                  <a:pt x="1684" y="2250"/>
                </a:lnTo>
                <a:lnTo>
                  <a:pt x="1681" y="2250"/>
                </a:lnTo>
                <a:lnTo>
                  <a:pt x="1681" y="2240"/>
                </a:lnTo>
                <a:lnTo>
                  <a:pt x="1698" y="2222"/>
                </a:lnTo>
                <a:lnTo>
                  <a:pt x="1712" y="2199"/>
                </a:lnTo>
                <a:lnTo>
                  <a:pt x="1719" y="2173"/>
                </a:lnTo>
                <a:lnTo>
                  <a:pt x="1716" y="2173"/>
                </a:lnTo>
                <a:lnTo>
                  <a:pt x="1716" y="2170"/>
                </a:lnTo>
                <a:lnTo>
                  <a:pt x="1709" y="2172"/>
                </a:lnTo>
                <a:lnTo>
                  <a:pt x="1700" y="2173"/>
                </a:lnTo>
                <a:lnTo>
                  <a:pt x="1689" y="2173"/>
                </a:lnTo>
                <a:lnTo>
                  <a:pt x="1688" y="2194"/>
                </a:lnTo>
                <a:lnTo>
                  <a:pt x="1682" y="2206"/>
                </a:lnTo>
                <a:lnTo>
                  <a:pt x="1677" y="2213"/>
                </a:lnTo>
                <a:lnTo>
                  <a:pt x="1670" y="2219"/>
                </a:lnTo>
                <a:lnTo>
                  <a:pt x="1663" y="2222"/>
                </a:lnTo>
                <a:lnTo>
                  <a:pt x="1658" y="2231"/>
                </a:lnTo>
                <a:lnTo>
                  <a:pt x="1655" y="2245"/>
                </a:lnTo>
                <a:lnTo>
                  <a:pt x="1655" y="2262"/>
                </a:lnTo>
                <a:lnTo>
                  <a:pt x="1658" y="2280"/>
                </a:lnTo>
                <a:lnTo>
                  <a:pt x="1658" y="2295"/>
                </a:lnTo>
                <a:lnTo>
                  <a:pt x="1655" y="2308"/>
                </a:lnTo>
                <a:lnTo>
                  <a:pt x="1649" y="2322"/>
                </a:lnTo>
                <a:lnTo>
                  <a:pt x="1642" y="2329"/>
                </a:lnTo>
                <a:lnTo>
                  <a:pt x="1635" y="2332"/>
                </a:lnTo>
                <a:lnTo>
                  <a:pt x="1628" y="2336"/>
                </a:lnTo>
                <a:lnTo>
                  <a:pt x="1620" y="2343"/>
                </a:lnTo>
                <a:lnTo>
                  <a:pt x="1620" y="2343"/>
                </a:lnTo>
                <a:lnTo>
                  <a:pt x="1621" y="2346"/>
                </a:lnTo>
                <a:lnTo>
                  <a:pt x="1623" y="2351"/>
                </a:lnTo>
                <a:lnTo>
                  <a:pt x="1623" y="2357"/>
                </a:lnTo>
                <a:lnTo>
                  <a:pt x="1623" y="2362"/>
                </a:lnTo>
                <a:lnTo>
                  <a:pt x="1625" y="2365"/>
                </a:lnTo>
                <a:lnTo>
                  <a:pt x="1623" y="2369"/>
                </a:lnTo>
                <a:lnTo>
                  <a:pt x="1621" y="2374"/>
                </a:lnTo>
                <a:lnTo>
                  <a:pt x="1618" y="2379"/>
                </a:lnTo>
                <a:lnTo>
                  <a:pt x="1614" y="2384"/>
                </a:lnTo>
                <a:lnTo>
                  <a:pt x="1609" y="2390"/>
                </a:lnTo>
                <a:lnTo>
                  <a:pt x="1606" y="2393"/>
                </a:lnTo>
                <a:lnTo>
                  <a:pt x="1600" y="2397"/>
                </a:lnTo>
                <a:lnTo>
                  <a:pt x="1579" y="2409"/>
                </a:lnTo>
                <a:lnTo>
                  <a:pt x="1555" y="2414"/>
                </a:lnTo>
                <a:lnTo>
                  <a:pt x="1529" y="2414"/>
                </a:lnTo>
                <a:lnTo>
                  <a:pt x="1501" y="2409"/>
                </a:lnTo>
                <a:lnTo>
                  <a:pt x="1471" y="2402"/>
                </a:lnTo>
                <a:lnTo>
                  <a:pt x="1442" y="2393"/>
                </a:lnTo>
                <a:lnTo>
                  <a:pt x="1415" y="2386"/>
                </a:lnTo>
                <a:lnTo>
                  <a:pt x="1389" y="2381"/>
                </a:lnTo>
                <a:lnTo>
                  <a:pt x="1389" y="2384"/>
                </a:lnTo>
                <a:lnTo>
                  <a:pt x="1393" y="2384"/>
                </a:lnTo>
                <a:lnTo>
                  <a:pt x="1393" y="2388"/>
                </a:lnTo>
                <a:lnTo>
                  <a:pt x="1410" y="2393"/>
                </a:lnTo>
                <a:lnTo>
                  <a:pt x="1426" y="2400"/>
                </a:lnTo>
                <a:lnTo>
                  <a:pt x="1442" y="2407"/>
                </a:lnTo>
                <a:lnTo>
                  <a:pt x="1454" y="2418"/>
                </a:lnTo>
                <a:lnTo>
                  <a:pt x="1463" y="2432"/>
                </a:lnTo>
                <a:lnTo>
                  <a:pt x="1464" y="2435"/>
                </a:lnTo>
                <a:lnTo>
                  <a:pt x="1464" y="2440"/>
                </a:lnTo>
                <a:lnTo>
                  <a:pt x="1464" y="2444"/>
                </a:lnTo>
                <a:lnTo>
                  <a:pt x="1463" y="2451"/>
                </a:lnTo>
                <a:lnTo>
                  <a:pt x="1463" y="2458"/>
                </a:lnTo>
                <a:lnTo>
                  <a:pt x="1475" y="2463"/>
                </a:lnTo>
                <a:lnTo>
                  <a:pt x="1489" y="2472"/>
                </a:lnTo>
                <a:lnTo>
                  <a:pt x="1501" y="2482"/>
                </a:lnTo>
                <a:lnTo>
                  <a:pt x="1508" y="2493"/>
                </a:lnTo>
                <a:lnTo>
                  <a:pt x="1503" y="2510"/>
                </a:lnTo>
                <a:lnTo>
                  <a:pt x="1496" y="2533"/>
                </a:lnTo>
                <a:lnTo>
                  <a:pt x="1489" y="2556"/>
                </a:lnTo>
                <a:lnTo>
                  <a:pt x="1478" y="2576"/>
                </a:lnTo>
                <a:lnTo>
                  <a:pt x="1461" y="2589"/>
                </a:lnTo>
                <a:lnTo>
                  <a:pt x="1436" y="2599"/>
                </a:lnTo>
                <a:lnTo>
                  <a:pt x="1407" y="2608"/>
                </a:lnTo>
                <a:lnTo>
                  <a:pt x="1373" y="2613"/>
                </a:lnTo>
                <a:lnTo>
                  <a:pt x="1339" y="2615"/>
                </a:lnTo>
                <a:lnTo>
                  <a:pt x="1305" y="2615"/>
                </a:lnTo>
                <a:lnTo>
                  <a:pt x="1274" y="2611"/>
                </a:lnTo>
                <a:lnTo>
                  <a:pt x="1274" y="2618"/>
                </a:lnTo>
                <a:lnTo>
                  <a:pt x="1279" y="2622"/>
                </a:lnTo>
                <a:lnTo>
                  <a:pt x="1284" y="2624"/>
                </a:lnTo>
                <a:lnTo>
                  <a:pt x="1288" y="2625"/>
                </a:lnTo>
                <a:lnTo>
                  <a:pt x="1290" y="2629"/>
                </a:lnTo>
                <a:lnTo>
                  <a:pt x="1291" y="2634"/>
                </a:lnTo>
                <a:lnTo>
                  <a:pt x="1293" y="2643"/>
                </a:lnTo>
                <a:lnTo>
                  <a:pt x="1295" y="2650"/>
                </a:lnTo>
                <a:lnTo>
                  <a:pt x="1293" y="2657"/>
                </a:lnTo>
                <a:lnTo>
                  <a:pt x="1290" y="2664"/>
                </a:lnTo>
                <a:lnTo>
                  <a:pt x="1288" y="2671"/>
                </a:lnTo>
                <a:lnTo>
                  <a:pt x="1290" y="2679"/>
                </a:lnTo>
                <a:lnTo>
                  <a:pt x="1293" y="2686"/>
                </a:lnTo>
                <a:lnTo>
                  <a:pt x="1298" y="2692"/>
                </a:lnTo>
                <a:lnTo>
                  <a:pt x="1302" y="2699"/>
                </a:lnTo>
                <a:lnTo>
                  <a:pt x="1305" y="2711"/>
                </a:lnTo>
                <a:lnTo>
                  <a:pt x="1288" y="2718"/>
                </a:lnTo>
                <a:lnTo>
                  <a:pt x="1271" y="2723"/>
                </a:lnTo>
                <a:lnTo>
                  <a:pt x="1250" y="2727"/>
                </a:lnTo>
                <a:lnTo>
                  <a:pt x="1223" y="2727"/>
                </a:lnTo>
                <a:lnTo>
                  <a:pt x="1215" y="2720"/>
                </a:lnTo>
                <a:lnTo>
                  <a:pt x="1202" y="2714"/>
                </a:lnTo>
                <a:lnTo>
                  <a:pt x="1187" y="2711"/>
                </a:lnTo>
                <a:lnTo>
                  <a:pt x="1175" y="2707"/>
                </a:lnTo>
                <a:lnTo>
                  <a:pt x="1175" y="2714"/>
                </a:lnTo>
                <a:lnTo>
                  <a:pt x="1187" y="2730"/>
                </a:lnTo>
                <a:lnTo>
                  <a:pt x="1197" y="2749"/>
                </a:lnTo>
                <a:lnTo>
                  <a:pt x="1197" y="2765"/>
                </a:lnTo>
                <a:lnTo>
                  <a:pt x="1201" y="2768"/>
                </a:lnTo>
                <a:lnTo>
                  <a:pt x="1204" y="2770"/>
                </a:lnTo>
                <a:lnTo>
                  <a:pt x="1208" y="2772"/>
                </a:lnTo>
                <a:lnTo>
                  <a:pt x="1211" y="2772"/>
                </a:lnTo>
                <a:lnTo>
                  <a:pt x="1213" y="2772"/>
                </a:lnTo>
                <a:lnTo>
                  <a:pt x="1216" y="2772"/>
                </a:lnTo>
                <a:lnTo>
                  <a:pt x="1218" y="2774"/>
                </a:lnTo>
                <a:lnTo>
                  <a:pt x="1220" y="2777"/>
                </a:lnTo>
                <a:lnTo>
                  <a:pt x="1223" y="2781"/>
                </a:lnTo>
                <a:lnTo>
                  <a:pt x="1223" y="2788"/>
                </a:lnTo>
                <a:lnTo>
                  <a:pt x="1222" y="2791"/>
                </a:lnTo>
                <a:lnTo>
                  <a:pt x="1222" y="2793"/>
                </a:lnTo>
                <a:lnTo>
                  <a:pt x="1222" y="2795"/>
                </a:lnTo>
                <a:lnTo>
                  <a:pt x="1222" y="2796"/>
                </a:lnTo>
                <a:lnTo>
                  <a:pt x="1223" y="2800"/>
                </a:lnTo>
                <a:lnTo>
                  <a:pt x="1223" y="2803"/>
                </a:lnTo>
                <a:lnTo>
                  <a:pt x="1236" y="2803"/>
                </a:lnTo>
                <a:lnTo>
                  <a:pt x="1234" y="2817"/>
                </a:lnTo>
                <a:lnTo>
                  <a:pt x="1229" y="2826"/>
                </a:lnTo>
                <a:lnTo>
                  <a:pt x="1223" y="2833"/>
                </a:lnTo>
                <a:lnTo>
                  <a:pt x="1220" y="2842"/>
                </a:lnTo>
                <a:lnTo>
                  <a:pt x="1222" y="2849"/>
                </a:lnTo>
                <a:lnTo>
                  <a:pt x="1227" y="2857"/>
                </a:lnTo>
                <a:lnTo>
                  <a:pt x="1232" y="2864"/>
                </a:lnTo>
                <a:lnTo>
                  <a:pt x="1236" y="2871"/>
                </a:lnTo>
                <a:lnTo>
                  <a:pt x="1236" y="2878"/>
                </a:lnTo>
                <a:lnTo>
                  <a:pt x="1236" y="2882"/>
                </a:lnTo>
                <a:lnTo>
                  <a:pt x="1234" y="2885"/>
                </a:lnTo>
                <a:lnTo>
                  <a:pt x="1232" y="2889"/>
                </a:lnTo>
                <a:lnTo>
                  <a:pt x="1230" y="2891"/>
                </a:lnTo>
                <a:lnTo>
                  <a:pt x="1229" y="2894"/>
                </a:lnTo>
                <a:lnTo>
                  <a:pt x="1229" y="2896"/>
                </a:lnTo>
                <a:lnTo>
                  <a:pt x="1229" y="2899"/>
                </a:lnTo>
                <a:lnTo>
                  <a:pt x="1229" y="2901"/>
                </a:lnTo>
                <a:lnTo>
                  <a:pt x="1230" y="2905"/>
                </a:lnTo>
                <a:lnTo>
                  <a:pt x="1232" y="2906"/>
                </a:lnTo>
                <a:lnTo>
                  <a:pt x="1234" y="2910"/>
                </a:lnTo>
                <a:lnTo>
                  <a:pt x="1236" y="2915"/>
                </a:lnTo>
                <a:lnTo>
                  <a:pt x="1202" y="2924"/>
                </a:lnTo>
                <a:lnTo>
                  <a:pt x="1175" y="2938"/>
                </a:lnTo>
                <a:lnTo>
                  <a:pt x="1173" y="2943"/>
                </a:lnTo>
                <a:lnTo>
                  <a:pt x="1171" y="2947"/>
                </a:lnTo>
                <a:lnTo>
                  <a:pt x="1169" y="2952"/>
                </a:lnTo>
                <a:lnTo>
                  <a:pt x="1168" y="2955"/>
                </a:lnTo>
                <a:lnTo>
                  <a:pt x="1166" y="2959"/>
                </a:lnTo>
                <a:lnTo>
                  <a:pt x="1166" y="2960"/>
                </a:lnTo>
                <a:lnTo>
                  <a:pt x="1176" y="2978"/>
                </a:lnTo>
                <a:lnTo>
                  <a:pt x="1190" y="2990"/>
                </a:lnTo>
                <a:lnTo>
                  <a:pt x="1209" y="2999"/>
                </a:lnTo>
                <a:lnTo>
                  <a:pt x="1232" y="3006"/>
                </a:lnTo>
                <a:lnTo>
                  <a:pt x="1255" y="3011"/>
                </a:lnTo>
                <a:lnTo>
                  <a:pt x="1277" y="3015"/>
                </a:lnTo>
                <a:lnTo>
                  <a:pt x="1286" y="3069"/>
                </a:lnTo>
                <a:lnTo>
                  <a:pt x="1271" y="3077"/>
                </a:lnTo>
                <a:lnTo>
                  <a:pt x="1255" y="3091"/>
                </a:lnTo>
                <a:lnTo>
                  <a:pt x="1243" y="3107"/>
                </a:lnTo>
                <a:lnTo>
                  <a:pt x="1236" y="3126"/>
                </a:lnTo>
                <a:lnTo>
                  <a:pt x="1241" y="3137"/>
                </a:lnTo>
                <a:lnTo>
                  <a:pt x="1243" y="3151"/>
                </a:lnTo>
                <a:lnTo>
                  <a:pt x="1243" y="3168"/>
                </a:lnTo>
                <a:lnTo>
                  <a:pt x="1229" y="3172"/>
                </a:lnTo>
                <a:lnTo>
                  <a:pt x="1218" y="3175"/>
                </a:lnTo>
                <a:lnTo>
                  <a:pt x="1204" y="3180"/>
                </a:lnTo>
                <a:lnTo>
                  <a:pt x="1204" y="3194"/>
                </a:lnTo>
                <a:lnTo>
                  <a:pt x="1213" y="3201"/>
                </a:lnTo>
                <a:lnTo>
                  <a:pt x="1223" y="3212"/>
                </a:lnTo>
                <a:lnTo>
                  <a:pt x="1234" y="3226"/>
                </a:lnTo>
                <a:lnTo>
                  <a:pt x="1246" y="3240"/>
                </a:lnTo>
                <a:lnTo>
                  <a:pt x="1255" y="3252"/>
                </a:lnTo>
                <a:lnTo>
                  <a:pt x="1258" y="3261"/>
                </a:lnTo>
                <a:lnTo>
                  <a:pt x="1253" y="3262"/>
                </a:lnTo>
                <a:lnTo>
                  <a:pt x="1250" y="3262"/>
                </a:lnTo>
                <a:lnTo>
                  <a:pt x="1243" y="3264"/>
                </a:lnTo>
                <a:lnTo>
                  <a:pt x="1236" y="3264"/>
                </a:lnTo>
                <a:lnTo>
                  <a:pt x="1234" y="3275"/>
                </a:lnTo>
                <a:lnTo>
                  <a:pt x="1230" y="3285"/>
                </a:lnTo>
                <a:lnTo>
                  <a:pt x="1229" y="3296"/>
                </a:lnTo>
                <a:lnTo>
                  <a:pt x="1222" y="3297"/>
                </a:lnTo>
                <a:lnTo>
                  <a:pt x="1215" y="3303"/>
                </a:lnTo>
                <a:lnTo>
                  <a:pt x="1209" y="3306"/>
                </a:lnTo>
                <a:lnTo>
                  <a:pt x="1204" y="3304"/>
                </a:lnTo>
                <a:lnTo>
                  <a:pt x="1201" y="3303"/>
                </a:lnTo>
                <a:lnTo>
                  <a:pt x="1199" y="3299"/>
                </a:lnTo>
                <a:lnTo>
                  <a:pt x="1197" y="3297"/>
                </a:lnTo>
                <a:lnTo>
                  <a:pt x="1194" y="3296"/>
                </a:lnTo>
                <a:lnTo>
                  <a:pt x="1194" y="3315"/>
                </a:lnTo>
                <a:lnTo>
                  <a:pt x="1202" y="3325"/>
                </a:lnTo>
                <a:lnTo>
                  <a:pt x="1208" y="3341"/>
                </a:lnTo>
                <a:lnTo>
                  <a:pt x="1209" y="3360"/>
                </a:lnTo>
                <a:lnTo>
                  <a:pt x="1188" y="3365"/>
                </a:lnTo>
                <a:lnTo>
                  <a:pt x="1171" y="3371"/>
                </a:lnTo>
                <a:lnTo>
                  <a:pt x="1152" y="3376"/>
                </a:lnTo>
                <a:lnTo>
                  <a:pt x="1152" y="3367"/>
                </a:lnTo>
                <a:lnTo>
                  <a:pt x="1150" y="3365"/>
                </a:lnTo>
                <a:lnTo>
                  <a:pt x="1148" y="3364"/>
                </a:lnTo>
                <a:lnTo>
                  <a:pt x="1148" y="3362"/>
                </a:lnTo>
                <a:lnTo>
                  <a:pt x="1148" y="3360"/>
                </a:lnTo>
                <a:lnTo>
                  <a:pt x="1147" y="3357"/>
                </a:lnTo>
                <a:lnTo>
                  <a:pt x="1134" y="3357"/>
                </a:lnTo>
                <a:lnTo>
                  <a:pt x="1126" y="3355"/>
                </a:lnTo>
                <a:lnTo>
                  <a:pt x="1117" y="3357"/>
                </a:lnTo>
                <a:lnTo>
                  <a:pt x="1105" y="3357"/>
                </a:lnTo>
                <a:lnTo>
                  <a:pt x="1099" y="3341"/>
                </a:lnTo>
                <a:lnTo>
                  <a:pt x="1091" y="3331"/>
                </a:lnTo>
                <a:lnTo>
                  <a:pt x="1080" y="3322"/>
                </a:lnTo>
                <a:lnTo>
                  <a:pt x="1063" y="3318"/>
                </a:lnTo>
                <a:lnTo>
                  <a:pt x="1063" y="3311"/>
                </a:lnTo>
                <a:lnTo>
                  <a:pt x="1063" y="3308"/>
                </a:lnTo>
                <a:lnTo>
                  <a:pt x="1065" y="3304"/>
                </a:lnTo>
                <a:lnTo>
                  <a:pt x="1065" y="3301"/>
                </a:lnTo>
                <a:lnTo>
                  <a:pt x="1063" y="3299"/>
                </a:lnTo>
                <a:lnTo>
                  <a:pt x="1058" y="3296"/>
                </a:lnTo>
                <a:lnTo>
                  <a:pt x="1052" y="3296"/>
                </a:lnTo>
                <a:lnTo>
                  <a:pt x="1049" y="3294"/>
                </a:lnTo>
                <a:lnTo>
                  <a:pt x="1044" y="3294"/>
                </a:lnTo>
                <a:lnTo>
                  <a:pt x="1040" y="3290"/>
                </a:lnTo>
                <a:lnTo>
                  <a:pt x="1037" y="3287"/>
                </a:lnTo>
                <a:lnTo>
                  <a:pt x="1033" y="3283"/>
                </a:lnTo>
                <a:lnTo>
                  <a:pt x="1033" y="3280"/>
                </a:lnTo>
                <a:lnTo>
                  <a:pt x="1033" y="3278"/>
                </a:lnTo>
                <a:lnTo>
                  <a:pt x="1033" y="3275"/>
                </a:lnTo>
                <a:lnTo>
                  <a:pt x="1033" y="3273"/>
                </a:lnTo>
                <a:lnTo>
                  <a:pt x="1033" y="3271"/>
                </a:lnTo>
                <a:lnTo>
                  <a:pt x="1031" y="3269"/>
                </a:lnTo>
                <a:lnTo>
                  <a:pt x="1028" y="3268"/>
                </a:lnTo>
                <a:lnTo>
                  <a:pt x="1024" y="3269"/>
                </a:lnTo>
                <a:lnTo>
                  <a:pt x="1019" y="3269"/>
                </a:lnTo>
                <a:lnTo>
                  <a:pt x="1016" y="3269"/>
                </a:lnTo>
                <a:lnTo>
                  <a:pt x="1012" y="3268"/>
                </a:lnTo>
                <a:lnTo>
                  <a:pt x="1007" y="3266"/>
                </a:lnTo>
                <a:lnTo>
                  <a:pt x="1002" y="3264"/>
                </a:lnTo>
                <a:lnTo>
                  <a:pt x="1002" y="3252"/>
                </a:lnTo>
                <a:lnTo>
                  <a:pt x="989" y="3252"/>
                </a:lnTo>
                <a:lnTo>
                  <a:pt x="991" y="3240"/>
                </a:lnTo>
                <a:lnTo>
                  <a:pt x="995" y="3233"/>
                </a:lnTo>
                <a:lnTo>
                  <a:pt x="1000" y="3226"/>
                </a:lnTo>
                <a:lnTo>
                  <a:pt x="1005" y="3217"/>
                </a:lnTo>
                <a:lnTo>
                  <a:pt x="986" y="3217"/>
                </a:lnTo>
                <a:lnTo>
                  <a:pt x="986" y="3214"/>
                </a:lnTo>
                <a:lnTo>
                  <a:pt x="983" y="3214"/>
                </a:lnTo>
                <a:lnTo>
                  <a:pt x="983" y="3219"/>
                </a:lnTo>
                <a:lnTo>
                  <a:pt x="981" y="3222"/>
                </a:lnTo>
                <a:lnTo>
                  <a:pt x="981" y="3224"/>
                </a:lnTo>
                <a:lnTo>
                  <a:pt x="981" y="3226"/>
                </a:lnTo>
                <a:lnTo>
                  <a:pt x="979" y="3226"/>
                </a:lnTo>
                <a:lnTo>
                  <a:pt x="977" y="3228"/>
                </a:lnTo>
                <a:lnTo>
                  <a:pt x="974" y="3229"/>
                </a:lnTo>
                <a:lnTo>
                  <a:pt x="962" y="3236"/>
                </a:lnTo>
                <a:lnTo>
                  <a:pt x="944" y="3241"/>
                </a:lnTo>
                <a:lnTo>
                  <a:pt x="948" y="3207"/>
                </a:lnTo>
                <a:lnTo>
                  <a:pt x="944" y="3198"/>
                </a:lnTo>
                <a:lnTo>
                  <a:pt x="941" y="3194"/>
                </a:lnTo>
                <a:lnTo>
                  <a:pt x="939" y="3193"/>
                </a:lnTo>
                <a:lnTo>
                  <a:pt x="939" y="3189"/>
                </a:lnTo>
                <a:lnTo>
                  <a:pt x="941" y="3184"/>
                </a:lnTo>
                <a:lnTo>
                  <a:pt x="944" y="3172"/>
                </a:lnTo>
                <a:lnTo>
                  <a:pt x="937" y="3168"/>
                </a:lnTo>
                <a:lnTo>
                  <a:pt x="932" y="3165"/>
                </a:lnTo>
                <a:lnTo>
                  <a:pt x="927" y="3159"/>
                </a:lnTo>
                <a:lnTo>
                  <a:pt x="921" y="3156"/>
                </a:lnTo>
                <a:lnTo>
                  <a:pt x="916" y="3152"/>
                </a:lnTo>
                <a:lnTo>
                  <a:pt x="883" y="3149"/>
                </a:lnTo>
                <a:lnTo>
                  <a:pt x="883" y="3140"/>
                </a:lnTo>
                <a:lnTo>
                  <a:pt x="878" y="3132"/>
                </a:lnTo>
                <a:lnTo>
                  <a:pt x="876" y="3123"/>
                </a:lnTo>
                <a:lnTo>
                  <a:pt x="880" y="3114"/>
                </a:lnTo>
                <a:lnTo>
                  <a:pt x="883" y="3105"/>
                </a:lnTo>
                <a:lnTo>
                  <a:pt x="887" y="3095"/>
                </a:lnTo>
                <a:lnTo>
                  <a:pt x="855" y="3098"/>
                </a:lnTo>
                <a:lnTo>
                  <a:pt x="852" y="3088"/>
                </a:lnTo>
                <a:lnTo>
                  <a:pt x="845" y="3072"/>
                </a:lnTo>
                <a:lnTo>
                  <a:pt x="845" y="3055"/>
                </a:lnTo>
                <a:lnTo>
                  <a:pt x="848" y="3037"/>
                </a:lnTo>
                <a:lnTo>
                  <a:pt x="853" y="3039"/>
                </a:lnTo>
                <a:lnTo>
                  <a:pt x="859" y="3039"/>
                </a:lnTo>
                <a:lnTo>
                  <a:pt x="862" y="3041"/>
                </a:lnTo>
                <a:lnTo>
                  <a:pt x="866" y="3043"/>
                </a:lnTo>
                <a:lnTo>
                  <a:pt x="871" y="3046"/>
                </a:lnTo>
                <a:lnTo>
                  <a:pt x="871" y="3022"/>
                </a:lnTo>
                <a:lnTo>
                  <a:pt x="867" y="3020"/>
                </a:lnTo>
                <a:lnTo>
                  <a:pt x="866" y="3016"/>
                </a:lnTo>
                <a:lnTo>
                  <a:pt x="862" y="3015"/>
                </a:lnTo>
                <a:lnTo>
                  <a:pt x="860" y="3013"/>
                </a:lnTo>
                <a:lnTo>
                  <a:pt x="855" y="3011"/>
                </a:lnTo>
                <a:lnTo>
                  <a:pt x="850" y="3008"/>
                </a:lnTo>
                <a:lnTo>
                  <a:pt x="843" y="3004"/>
                </a:lnTo>
                <a:lnTo>
                  <a:pt x="836" y="3002"/>
                </a:lnTo>
                <a:lnTo>
                  <a:pt x="829" y="2999"/>
                </a:lnTo>
                <a:lnTo>
                  <a:pt x="824" y="3008"/>
                </a:lnTo>
                <a:lnTo>
                  <a:pt x="817" y="3009"/>
                </a:lnTo>
                <a:lnTo>
                  <a:pt x="810" y="3009"/>
                </a:lnTo>
                <a:lnTo>
                  <a:pt x="797" y="3006"/>
                </a:lnTo>
                <a:lnTo>
                  <a:pt x="797" y="2983"/>
                </a:lnTo>
                <a:lnTo>
                  <a:pt x="803" y="2981"/>
                </a:lnTo>
                <a:lnTo>
                  <a:pt x="808" y="2978"/>
                </a:lnTo>
                <a:lnTo>
                  <a:pt x="811" y="2974"/>
                </a:lnTo>
                <a:lnTo>
                  <a:pt x="815" y="2971"/>
                </a:lnTo>
                <a:lnTo>
                  <a:pt x="817" y="2964"/>
                </a:lnTo>
                <a:lnTo>
                  <a:pt x="813" y="2953"/>
                </a:lnTo>
                <a:lnTo>
                  <a:pt x="815" y="2941"/>
                </a:lnTo>
                <a:lnTo>
                  <a:pt x="818" y="2926"/>
                </a:lnTo>
                <a:lnTo>
                  <a:pt x="820" y="2906"/>
                </a:lnTo>
                <a:lnTo>
                  <a:pt x="815" y="2906"/>
                </a:lnTo>
                <a:lnTo>
                  <a:pt x="808" y="2905"/>
                </a:lnTo>
                <a:lnTo>
                  <a:pt x="804" y="2903"/>
                </a:lnTo>
                <a:lnTo>
                  <a:pt x="801" y="2899"/>
                </a:lnTo>
                <a:lnTo>
                  <a:pt x="797" y="2896"/>
                </a:lnTo>
                <a:lnTo>
                  <a:pt x="796" y="2891"/>
                </a:lnTo>
                <a:lnTo>
                  <a:pt x="794" y="2884"/>
                </a:lnTo>
                <a:lnTo>
                  <a:pt x="797" y="2882"/>
                </a:lnTo>
                <a:lnTo>
                  <a:pt x="801" y="2880"/>
                </a:lnTo>
                <a:lnTo>
                  <a:pt x="803" y="2880"/>
                </a:lnTo>
                <a:lnTo>
                  <a:pt x="804" y="2878"/>
                </a:lnTo>
                <a:lnTo>
                  <a:pt x="808" y="2877"/>
                </a:lnTo>
                <a:lnTo>
                  <a:pt x="813" y="2877"/>
                </a:lnTo>
                <a:lnTo>
                  <a:pt x="813" y="2861"/>
                </a:lnTo>
                <a:lnTo>
                  <a:pt x="832" y="2861"/>
                </a:lnTo>
                <a:lnTo>
                  <a:pt x="832" y="2864"/>
                </a:lnTo>
                <a:lnTo>
                  <a:pt x="836" y="2864"/>
                </a:lnTo>
                <a:lnTo>
                  <a:pt x="836" y="2870"/>
                </a:lnTo>
                <a:lnTo>
                  <a:pt x="836" y="2873"/>
                </a:lnTo>
                <a:lnTo>
                  <a:pt x="836" y="2875"/>
                </a:lnTo>
                <a:lnTo>
                  <a:pt x="834" y="2877"/>
                </a:lnTo>
                <a:lnTo>
                  <a:pt x="836" y="2878"/>
                </a:lnTo>
                <a:lnTo>
                  <a:pt x="836" y="2880"/>
                </a:lnTo>
                <a:lnTo>
                  <a:pt x="839" y="2884"/>
                </a:lnTo>
                <a:lnTo>
                  <a:pt x="843" y="2885"/>
                </a:lnTo>
                <a:lnTo>
                  <a:pt x="846" y="2885"/>
                </a:lnTo>
                <a:lnTo>
                  <a:pt x="850" y="2887"/>
                </a:lnTo>
                <a:lnTo>
                  <a:pt x="855" y="2887"/>
                </a:lnTo>
                <a:lnTo>
                  <a:pt x="855" y="2880"/>
                </a:lnTo>
                <a:lnTo>
                  <a:pt x="855" y="2871"/>
                </a:lnTo>
                <a:lnTo>
                  <a:pt x="852" y="2856"/>
                </a:lnTo>
                <a:lnTo>
                  <a:pt x="846" y="2837"/>
                </a:lnTo>
                <a:lnTo>
                  <a:pt x="839" y="2816"/>
                </a:lnTo>
                <a:lnTo>
                  <a:pt x="832" y="2795"/>
                </a:lnTo>
                <a:lnTo>
                  <a:pt x="825" y="2774"/>
                </a:lnTo>
                <a:lnTo>
                  <a:pt x="818" y="2760"/>
                </a:lnTo>
                <a:lnTo>
                  <a:pt x="813" y="2749"/>
                </a:lnTo>
                <a:lnTo>
                  <a:pt x="813" y="2756"/>
                </a:lnTo>
                <a:lnTo>
                  <a:pt x="808" y="2763"/>
                </a:lnTo>
                <a:lnTo>
                  <a:pt x="803" y="2774"/>
                </a:lnTo>
                <a:lnTo>
                  <a:pt x="801" y="2782"/>
                </a:lnTo>
                <a:lnTo>
                  <a:pt x="801" y="2788"/>
                </a:lnTo>
                <a:lnTo>
                  <a:pt x="810" y="2796"/>
                </a:lnTo>
                <a:lnTo>
                  <a:pt x="815" y="2803"/>
                </a:lnTo>
                <a:lnTo>
                  <a:pt x="820" y="2814"/>
                </a:lnTo>
                <a:lnTo>
                  <a:pt x="820" y="2830"/>
                </a:lnTo>
                <a:lnTo>
                  <a:pt x="813" y="2830"/>
                </a:lnTo>
                <a:lnTo>
                  <a:pt x="804" y="2833"/>
                </a:lnTo>
                <a:lnTo>
                  <a:pt x="794" y="2835"/>
                </a:lnTo>
                <a:lnTo>
                  <a:pt x="782" y="2835"/>
                </a:lnTo>
                <a:lnTo>
                  <a:pt x="780" y="2824"/>
                </a:lnTo>
                <a:lnTo>
                  <a:pt x="778" y="2816"/>
                </a:lnTo>
                <a:lnTo>
                  <a:pt x="775" y="2803"/>
                </a:lnTo>
                <a:lnTo>
                  <a:pt x="773" y="2800"/>
                </a:lnTo>
                <a:lnTo>
                  <a:pt x="770" y="2796"/>
                </a:lnTo>
                <a:lnTo>
                  <a:pt x="764" y="2791"/>
                </a:lnTo>
                <a:lnTo>
                  <a:pt x="761" y="2788"/>
                </a:lnTo>
                <a:lnTo>
                  <a:pt x="759" y="2784"/>
                </a:lnTo>
                <a:lnTo>
                  <a:pt x="761" y="2774"/>
                </a:lnTo>
                <a:lnTo>
                  <a:pt x="764" y="2763"/>
                </a:lnTo>
                <a:lnTo>
                  <a:pt x="763" y="2749"/>
                </a:lnTo>
                <a:lnTo>
                  <a:pt x="761" y="2746"/>
                </a:lnTo>
                <a:lnTo>
                  <a:pt x="757" y="2742"/>
                </a:lnTo>
                <a:lnTo>
                  <a:pt x="754" y="2741"/>
                </a:lnTo>
                <a:lnTo>
                  <a:pt x="750" y="2739"/>
                </a:lnTo>
                <a:lnTo>
                  <a:pt x="747" y="2737"/>
                </a:lnTo>
                <a:lnTo>
                  <a:pt x="743" y="2734"/>
                </a:lnTo>
                <a:lnTo>
                  <a:pt x="743" y="2692"/>
                </a:lnTo>
                <a:lnTo>
                  <a:pt x="736" y="2688"/>
                </a:lnTo>
                <a:lnTo>
                  <a:pt x="740" y="2634"/>
                </a:lnTo>
                <a:lnTo>
                  <a:pt x="738" y="2629"/>
                </a:lnTo>
                <a:lnTo>
                  <a:pt x="733" y="2624"/>
                </a:lnTo>
                <a:lnTo>
                  <a:pt x="729" y="2620"/>
                </a:lnTo>
                <a:lnTo>
                  <a:pt x="724" y="2615"/>
                </a:lnTo>
                <a:lnTo>
                  <a:pt x="721" y="2611"/>
                </a:lnTo>
                <a:lnTo>
                  <a:pt x="708" y="2592"/>
                </a:lnTo>
                <a:lnTo>
                  <a:pt x="698" y="2568"/>
                </a:lnTo>
                <a:lnTo>
                  <a:pt x="689" y="2542"/>
                </a:lnTo>
                <a:lnTo>
                  <a:pt x="686" y="2515"/>
                </a:lnTo>
                <a:lnTo>
                  <a:pt x="701" y="2515"/>
                </a:lnTo>
                <a:lnTo>
                  <a:pt x="705" y="2498"/>
                </a:lnTo>
                <a:lnTo>
                  <a:pt x="707" y="2475"/>
                </a:lnTo>
                <a:lnTo>
                  <a:pt x="707" y="2453"/>
                </a:lnTo>
                <a:lnTo>
                  <a:pt x="705" y="2432"/>
                </a:lnTo>
                <a:lnTo>
                  <a:pt x="714" y="2414"/>
                </a:lnTo>
                <a:lnTo>
                  <a:pt x="717" y="2395"/>
                </a:lnTo>
                <a:lnTo>
                  <a:pt x="717" y="2374"/>
                </a:lnTo>
                <a:lnTo>
                  <a:pt x="715" y="2353"/>
                </a:lnTo>
                <a:lnTo>
                  <a:pt x="714" y="2332"/>
                </a:lnTo>
                <a:lnTo>
                  <a:pt x="714" y="2316"/>
                </a:lnTo>
                <a:lnTo>
                  <a:pt x="715" y="2306"/>
                </a:lnTo>
                <a:lnTo>
                  <a:pt x="719" y="2295"/>
                </a:lnTo>
                <a:lnTo>
                  <a:pt x="717" y="2285"/>
                </a:lnTo>
                <a:lnTo>
                  <a:pt x="703" y="2254"/>
                </a:lnTo>
                <a:lnTo>
                  <a:pt x="688" y="2222"/>
                </a:lnTo>
                <a:lnTo>
                  <a:pt x="675" y="2189"/>
                </a:lnTo>
                <a:lnTo>
                  <a:pt x="674" y="2175"/>
                </a:lnTo>
                <a:lnTo>
                  <a:pt x="677" y="2166"/>
                </a:lnTo>
                <a:lnTo>
                  <a:pt x="682" y="2158"/>
                </a:lnTo>
                <a:lnTo>
                  <a:pt x="684" y="2147"/>
                </a:lnTo>
                <a:lnTo>
                  <a:pt x="682" y="2135"/>
                </a:lnTo>
                <a:lnTo>
                  <a:pt x="679" y="2128"/>
                </a:lnTo>
                <a:lnTo>
                  <a:pt x="672" y="2123"/>
                </a:lnTo>
                <a:lnTo>
                  <a:pt x="667" y="2116"/>
                </a:lnTo>
                <a:lnTo>
                  <a:pt x="663" y="2109"/>
                </a:lnTo>
                <a:lnTo>
                  <a:pt x="663" y="2096"/>
                </a:lnTo>
                <a:lnTo>
                  <a:pt x="665" y="2095"/>
                </a:lnTo>
                <a:lnTo>
                  <a:pt x="667" y="2091"/>
                </a:lnTo>
                <a:lnTo>
                  <a:pt x="668" y="2089"/>
                </a:lnTo>
                <a:lnTo>
                  <a:pt x="672" y="2086"/>
                </a:lnTo>
                <a:lnTo>
                  <a:pt x="674" y="2083"/>
                </a:lnTo>
                <a:lnTo>
                  <a:pt x="675" y="2081"/>
                </a:lnTo>
                <a:lnTo>
                  <a:pt x="679" y="1959"/>
                </a:lnTo>
                <a:lnTo>
                  <a:pt x="675" y="1950"/>
                </a:lnTo>
                <a:lnTo>
                  <a:pt x="670" y="1939"/>
                </a:lnTo>
                <a:lnTo>
                  <a:pt x="672" y="1924"/>
                </a:lnTo>
                <a:lnTo>
                  <a:pt x="672" y="1922"/>
                </a:lnTo>
                <a:lnTo>
                  <a:pt x="674" y="1920"/>
                </a:lnTo>
                <a:lnTo>
                  <a:pt x="675" y="1920"/>
                </a:lnTo>
                <a:lnTo>
                  <a:pt x="677" y="1918"/>
                </a:lnTo>
                <a:lnTo>
                  <a:pt x="679" y="1917"/>
                </a:lnTo>
                <a:lnTo>
                  <a:pt x="679" y="1913"/>
                </a:lnTo>
                <a:lnTo>
                  <a:pt x="679" y="1908"/>
                </a:lnTo>
                <a:lnTo>
                  <a:pt x="677" y="1906"/>
                </a:lnTo>
                <a:lnTo>
                  <a:pt x="675" y="1904"/>
                </a:lnTo>
                <a:lnTo>
                  <a:pt x="674" y="1901"/>
                </a:lnTo>
                <a:lnTo>
                  <a:pt x="670" y="1897"/>
                </a:lnTo>
                <a:lnTo>
                  <a:pt x="668" y="1896"/>
                </a:lnTo>
                <a:lnTo>
                  <a:pt x="667" y="1894"/>
                </a:lnTo>
                <a:lnTo>
                  <a:pt x="667" y="1836"/>
                </a:lnTo>
                <a:lnTo>
                  <a:pt x="661" y="1828"/>
                </a:lnTo>
                <a:lnTo>
                  <a:pt x="656" y="1819"/>
                </a:lnTo>
                <a:lnTo>
                  <a:pt x="653" y="1805"/>
                </a:lnTo>
                <a:lnTo>
                  <a:pt x="661" y="1796"/>
                </a:lnTo>
                <a:lnTo>
                  <a:pt x="667" y="1784"/>
                </a:lnTo>
                <a:lnTo>
                  <a:pt x="668" y="1768"/>
                </a:lnTo>
                <a:lnTo>
                  <a:pt x="668" y="1751"/>
                </a:lnTo>
                <a:lnTo>
                  <a:pt x="668" y="1733"/>
                </a:lnTo>
                <a:lnTo>
                  <a:pt x="667" y="1716"/>
                </a:lnTo>
                <a:lnTo>
                  <a:pt x="663" y="1709"/>
                </a:lnTo>
                <a:lnTo>
                  <a:pt x="660" y="1692"/>
                </a:lnTo>
                <a:lnTo>
                  <a:pt x="654" y="1671"/>
                </a:lnTo>
                <a:lnTo>
                  <a:pt x="647" y="1644"/>
                </a:lnTo>
                <a:lnTo>
                  <a:pt x="642" y="1620"/>
                </a:lnTo>
                <a:lnTo>
                  <a:pt x="639" y="1597"/>
                </a:lnTo>
                <a:lnTo>
                  <a:pt x="635" y="1578"/>
                </a:lnTo>
                <a:lnTo>
                  <a:pt x="633" y="1568"/>
                </a:lnTo>
                <a:lnTo>
                  <a:pt x="611" y="1555"/>
                </a:lnTo>
                <a:lnTo>
                  <a:pt x="592" y="1540"/>
                </a:lnTo>
                <a:lnTo>
                  <a:pt x="576" y="1526"/>
                </a:lnTo>
                <a:lnTo>
                  <a:pt x="558" y="1510"/>
                </a:lnTo>
                <a:lnTo>
                  <a:pt x="541" y="1498"/>
                </a:lnTo>
                <a:lnTo>
                  <a:pt x="516" y="1487"/>
                </a:lnTo>
                <a:lnTo>
                  <a:pt x="490" y="1480"/>
                </a:lnTo>
                <a:lnTo>
                  <a:pt x="462" y="1473"/>
                </a:lnTo>
                <a:lnTo>
                  <a:pt x="441" y="1463"/>
                </a:lnTo>
                <a:lnTo>
                  <a:pt x="436" y="1459"/>
                </a:lnTo>
                <a:lnTo>
                  <a:pt x="433" y="1454"/>
                </a:lnTo>
                <a:lnTo>
                  <a:pt x="427" y="1449"/>
                </a:lnTo>
                <a:lnTo>
                  <a:pt x="422" y="1444"/>
                </a:lnTo>
                <a:lnTo>
                  <a:pt x="417" y="1440"/>
                </a:lnTo>
                <a:lnTo>
                  <a:pt x="405" y="1435"/>
                </a:lnTo>
                <a:lnTo>
                  <a:pt x="393" y="1433"/>
                </a:lnTo>
                <a:lnTo>
                  <a:pt x="379" y="1430"/>
                </a:lnTo>
                <a:lnTo>
                  <a:pt x="368" y="1424"/>
                </a:lnTo>
                <a:lnTo>
                  <a:pt x="365" y="1409"/>
                </a:lnTo>
                <a:lnTo>
                  <a:pt x="349" y="1397"/>
                </a:lnTo>
                <a:lnTo>
                  <a:pt x="333" y="1383"/>
                </a:lnTo>
                <a:lnTo>
                  <a:pt x="302" y="1356"/>
                </a:lnTo>
                <a:lnTo>
                  <a:pt x="298" y="1309"/>
                </a:lnTo>
                <a:lnTo>
                  <a:pt x="290" y="1295"/>
                </a:lnTo>
                <a:lnTo>
                  <a:pt x="277" y="1283"/>
                </a:lnTo>
                <a:lnTo>
                  <a:pt x="263" y="1271"/>
                </a:lnTo>
                <a:lnTo>
                  <a:pt x="253" y="1259"/>
                </a:lnTo>
                <a:lnTo>
                  <a:pt x="249" y="1250"/>
                </a:lnTo>
                <a:lnTo>
                  <a:pt x="248" y="1239"/>
                </a:lnTo>
                <a:lnTo>
                  <a:pt x="244" y="1229"/>
                </a:lnTo>
                <a:lnTo>
                  <a:pt x="242" y="1225"/>
                </a:lnTo>
                <a:lnTo>
                  <a:pt x="239" y="1222"/>
                </a:lnTo>
                <a:lnTo>
                  <a:pt x="234" y="1220"/>
                </a:lnTo>
                <a:lnTo>
                  <a:pt x="228" y="1219"/>
                </a:lnTo>
                <a:lnTo>
                  <a:pt x="225" y="1217"/>
                </a:lnTo>
                <a:lnTo>
                  <a:pt x="221" y="1213"/>
                </a:lnTo>
                <a:lnTo>
                  <a:pt x="218" y="1208"/>
                </a:lnTo>
                <a:lnTo>
                  <a:pt x="216" y="1203"/>
                </a:lnTo>
                <a:lnTo>
                  <a:pt x="215" y="1198"/>
                </a:lnTo>
                <a:lnTo>
                  <a:pt x="213" y="1192"/>
                </a:lnTo>
                <a:lnTo>
                  <a:pt x="211" y="1187"/>
                </a:lnTo>
                <a:lnTo>
                  <a:pt x="199" y="1182"/>
                </a:lnTo>
                <a:lnTo>
                  <a:pt x="195" y="1159"/>
                </a:lnTo>
                <a:lnTo>
                  <a:pt x="185" y="1142"/>
                </a:lnTo>
                <a:lnTo>
                  <a:pt x="171" y="1124"/>
                </a:lnTo>
                <a:lnTo>
                  <a:pt x="160" y="1107"/>
                </a:lnTo>
                <a:lnTo>
                  <a:pt x="157" y="1095"/>
                </a:lnTo>
                <a:lnTo>
                  <a:pt x="157" y="1086"/>
                </a:lnTo>
                <a:lnTo>
                  <a:pt x="153" y="1075"/>
                </a:lnTo>
                <a:lnTo>
                  <a:pt x="139" y="1060"/>
                </a:lnTo>
                <a:lnTo>
                  <a:pt x="124" y="1047"/>
                </a:lnTo>
                <a:lnTo>
                  <a:pt x="110" y="1033"/>
                </a:lnTo>
                <a:lnTo>
                  <a:pt x="101" y="1018"/>
                </a:lnTo>
                <a:lnTo>
                  <a:pt x="92" y="1000"/>
                </a:lnTo>
                <a:lnTo>
                  <a:pt x="80" y="983"/>
                </a:lnTo>
                <a:lnTo>
                  <a:pt x="68" y="972"/>
                </a:lnTo>
                <a:lnTo>
                  <a:pt x="56" y="965"/>
                </a:lnTo>
                <a:lnTo>
                  <a:pt x="45" y="962"/>
                </a:lnTo>
                <a:lnTo>
                  <a:pt x="35" y="958"/>
                </a:lnTo>
                <a:lnTo>
                  <a:pt x="26" y="951"/>
                </a:lnTo>
                <a:lnTo>
                  <a:pt x="19" y="943"/>
                </a:lnTo>
                <a:lnTo>
                  <a:pt x="14" y="929"/>
                </a:lnTo>
                <a:lnTo>
                  <a:pt x="19" y="918"/>
                </a:lnTo>
                <a:lnTo>
                  <a:pt x="16" y="908"/>
                </a:lnTo>
                <a:lnTo>
                  <a:pt x="9" y="896"/>
                </a:lnTo>
                <a:lnTo>
                  <a:pt x="2" y="882"/>
                </a:lnTo>
                <a:lnTo>
                  <a:pt x="0" y="868"/>
                </a:lnTo>
                <a:lnTo>
                  <a:pt x="3" y="852"/>
                </a:lnTo>
                <a:lnTo>
                  <a:pt x="14" y="833"/>
                </a:lnTo>
                <a:lnTo>
                  <a:pt x="29" y="815"/>
                </a:lnTo>
                <a:lnTo>
                  <a:pt x="50" y="801"/>
                </a:lnTo>
                <a:lnTo>
                  <a:pt x="71" y="791"/>
                </a:lnTo>
                <a:lnTo>
                  <a:pt x="77" y="772"/>
                </a:lnTo>
                <a:lnTo>
                  <a:pt x="64" y="772"/>
                </a:lnTo>
                <a:lnTo>
                  <a:pt x="52" y="777"/>
                </a:lnTo>
                <a:lnTo>
                  <a:pt x="42" y="775"/>
                </a:lnTo>
                <a:lnTo>
                  <a:pt x="31" y="770"/>
                </a:lnTo>
                <a:lnTo>
                  <a:pt x="21" y="765"/>
                </a:lnTo>
                <a:lnTo>
                  <a:pt x="10" y="761"/>
                </a:lnTo>
                <a:lnTo>
                  <a:pt x="10" y="733"/>
                </a:lnTo>
                <a:lnTo>
                  <a:pt x="16" y="733"/>
                </a:lnTo>
                <a:lnTo>
                  <a:pt x="17" y="732"/>
                </a:lnTo>
                <a:lnTo>
                  <a:pt x="19" y="732"/>
                </a:lnTo>
                <a:lnTo>
                  <a:pt x="19" y="732"/>
                </a:lnTo>
                <a:lnTo>
                  <a:pt x="19" y="732"/>
                </a:lnTo>
                <a:lnTo>
                  <a:pt x="21" y="730"/>
                </a:lnTo>
                <a:lnTo>
                  <a:pt x="23" y="726"/>
                </a:lnTo>
                <a:lnTo>
                  <a:pt x="17" y="714"/>
                </a:lnTo>
                <a:lnTo>
                  <a:pt x="14" y="698"/>
                </a:lnTo>
                <a:lnTo>
                  <a:pt x="14" y="679"/>
                </a:lnTo>
                <a:lnTo>
                  <a:pt x="21" y="674"/>
                </a:lnTo>
                <a:lnTo>
                  <a:pt x="29" y="663"/>
                </a:lnTo>
                <a:lnTo>
                  <a:pt x="40" y="651"/>
                </a:lnTo>
                <a:lnTo>
                  <a:pt x="49" y="637"/>
                </a:lnTo>
                <a:lnTo>
                  <a:pt x="57" y="625"/>
                </a:lnTo>
                <a:lnTo>
                  <a:pt x="61" y="618"/>
                </a:lnTo>
                <a:lnTo>
                  <a:pt x="63" y="604"/>
                </a:lnTo>
                <a:lnTo>
                  <a:pt x="64" y="594"/>
                </a:lnTo>
                <a:lnTo>
                  <a:pt x="68" y="583"/>
                </a:lnTo>
                <a:lnTo>
                  <a:pt x="80" y="578"/>
                </a:lnTo>
                <a:lnTo>
                  <a:pt x="92" y="574"/>
                </a:lnTo>
                <a:lnTo>
                  <a:pt x="106" y="571"/>
                </a:lnTo>
                <a:lnTo>
                  <a:pt x="119" y="564"/>
                </a:lnTo>
                <a:lnTo>
                  <a:pt x="124" y="555"/>
                </a:lnTo>
                <a:lnTo>
                  <a:pt x="131" y="543"/>
                </a:lnTo>
                <a:lnTo>
                  <a:pt x="139" y="529"/>
                </a:lnTo>
                <a:lnTo>
                  <a:pt x="146" y="517"/>
                </a:lnTo>
                <a:lnTo>
                  <a:pt x="153" y="510"/>
                </a:lnTo>
                <a:lnTo>
                  <a:pt x="167" y="505"/>
                </a:lnTo>
                <a:lnTo>
                  <a:pt x="187" y="503"/>
                </a:lnTo>
                <a:lnTo>
                  <a:pt x="195" y="482"/>
                </a:lnTo>
                <a:lnTo>
                  <a:pt x="206" y="463"/>
                </a:lnTo>
                <a:lnTo>
                  <a:pt x="218" y="445"/>
                </a:lnTo>
                <a:lnTo>
                  <a:pt x="211" y="433"/>
                </a:lnTo>
                <a:lnTo>
                  <a:pt x="208" y="414"/>
                </a:lnTo>
                <a:lnTo>
                  <a:pt x="206" y="391"/>
                </a:lnTo>
                <a:lnTo>
                  <a:pt x="206" y="367"/>
                </a:lnTo>
                <a:lnTo>
                  <a:pt x="206" y="346"/>
                </a:lnTo>
                <a:lnTo>
                  <a:pt x="211" y="346"/>
                </a:lnTo>
                <a:lnTo>
                  <a:pt x="213" y="344"/>
                </a:lnTo>
                <a:lnTo>
                  <a:pt x="215" y="344"/>
                </a:lnTo>
                <a:lnTo>
                  <a:pt x="216" y="342"/>
                </a:lnTo>
                <a:lnTo>
                  <a:pt x="218" y="342"/>
                </a:lnTo>
                <a:lnTo>
                  <a:pt x="209" y="332"/>
                </a:lnTo>
                <a:lnTo>
                  <a:pt x="208" y="323"/>
                </a:lnTo>
                <a:lnTo>
                  <a:pt x="211" y="318"/>
                </a:lnTo>
                <a:lnTo>
                  <a:pt x="213" y="313"/>
                </a:lnTo>
                <a:lnTo>
                  <a:pt x="215" y="307"/>
                </a:lnTo>
                <a:lnTo>
                  <a:pt x="209" y="297"/>
                </a:lnTo>
                <a:lnTo>
                  <a:pt x="202" y="288"/>
                </a:lnTo>
                <a:lnTo>
                  <a:pt x="195" y="278"/>
                </a:lnTo>
                <a:lnTo>
                  <a:pt x="192" y="265"/>
                </a:lnTo>
                <a:lnTo>
                  <a:pt x="213" y="248"/>
                </a:lnTo>
                <a:lnTo>
                  <a:pt x="230" y="227"/>
                </a:lnTo>
                <a:lnTo>
                  <a:pt x="225" y="225"/>
                </a:lnTo>
                <a:lnTo>
                  <a:pt x="223" y="224"/>
                </a:lnTo>
                <a:lnTo>
                  <a:pt x="221" y="224"/>
                </a:lnTo>
                <a:lnTo>
                  <a:pt x="220" y="222"/>
                </a:lnTo>
                <a:lnTo>
                  <a:pt x="220" y="220"/>
                </a:lnTo>
                <a:lnTo>
                  <a:pt x="220" y="217"/>
                </a:lnTo>
                <a:lnTo>
                  <a:pt x="218" y="211"/>
                </a:lnTo>
                <a:lnTo>
                  <a:pt x="220" y="208"/>
                </a:lnTo>
                <a:lnTo>
                  <a:pt x="223" y="203"/>
                </a:lnTo>
                <a:lnTo>
                  <a:pt x="225" y="199"/>
                </a:lnTo>
                <a:lnTo>
                  <a:pt x="228" y="199"/>
                </a:lnTo>
                <a:lnTo>
                  <a:pt x="228" y="197"/>
                </a:lnTo>
                <a:lnTo>
                  <a:pt x="230" y="197"/>
                </a:lnTo>
                <a:lnTo>
                  <a:pt x="234" y="197"/>
                </a:lnTo>
                <a:lnTo>
                  <a:pt x="237" y="196"/>
                </a:lnTo>
                <a:lnTo>
                  <a:pt x="239" y="201"/>
                </a:lnTo>
                <a:lnTo>
                  <a:pt x="241" y="204"/>
                </a:lnTo>
                <a:lnTo>
                  <a:pt x="242" y="210"/>
                </a:lnTo>
                <a:lnTo>
                  <a:pt x="244" y="215"/>
                </a:lnTo>
                <a:lnTo>
                  <a:pt x="249" y="215"/>
                </a:lnTo>
                <a:lnTo>
                  <a:pt x="244" y="196"/>
                </a:lnTo>
                <a:lnTo>
                  <a:pt x="256" y="196"/>
                </a:lnTo>
                <a:lnTo>
                  <a:pt x="256" y="183"/>
                </a:lnTo>
                <a:lnTo>
                  <a:pt x="272" y="183"/>
                </a:lnTo>
                <a:lnTo>
                  <a:pt x="277" y="171"/>
                </a:lnTo>
                <a:lnTo>
                  <a:pt x="286" y="163"/>
                </a:lnTo>
                <a:lnTo>
                  <a:pt x="295" y="154"/>
                </a:lnTo>
                <a:lnTo>
                  <a:pt x="311" y="154"/>
                </a:lnTo>
                <a:lnTo>
                  <a:pt x="312" y="138"/>
                </a:lnTo>
                <a:lnTo>
                  <a:pt x="314" y="126"/>
                </a:lnTo>
                <a:lnTo>
                  <a:pt x="316" y="115"/>
                </a:lnTo>
                <a:lnTo>
                  <a:pt x="317" y="100"/>
                </a:lnTo>
                <a:lnTo>
                  <a:pt x="328" y="91"/>
                </a:lnTo>
                <a:lnTo>
                  <a:pt x="337" y="82"/>
                </a:lnTo>
                <a:lnTo>
                  <a:pt x="347" y="75"/>
                </a:lnTo>
                <a:lnTo>
                  <a:pt x="359" y="72"/>
                </a:lnTo>
                <a:lnTo>
                  <a:pt x="379" y="68"/>
                </a:lnTo>
                <a:lnTo>
                  <a:pt x="380" y="73"/>
                </a:lnTo>
                <a:lnTo>
                  <a:pt x="380" y="75"/>
                </a:lnTo>
                <a:lnTo>
                  <a:pt x="380" y="77"/>
                </a:lnTo>
                <a:lnTo>
                  <a:pt x="382" y="79"/>
                </a:lnTo>
                <a:lnTo>
                  <a:pt x="384" y="80"/>
                </a:lnTo>
                <a:lnTo>
                  <a:pt x="384" y="77"/>
                </a:lnTo>
                <a:lnTo>
                  <a:pt x="389" y="68"/>
                </a:lnTo>
                <a:lnTo>
                  <a:pt x="393" y="61"/>
                </a:lnTo>
                <a:lnTo>
                  <a:pt x="396" y="58"/>
                </a:lnTo>
                <a:lnTo>
                  <a:pt x="403" y="54"/>
                </a:lnTo>
                <a:lnTo>
                  <a:pt x="417" y="54"/>
                </a:lnTo>
                <a:lnTo>
                  <a:pt x="426" y="54"/>
                </a:lnTo>
                <a:lnTo>
                  <a:pt x="440" y="51"/>
                </a:lnTo>
                <a:lnTo>
                  <a:pt x="455" y="46"/>
                </a:lnTo>
                <a:lnTo>
                  <a:pt x="471" y="39"/>
                </a:lnTo>
                <a:lnTo>
                  <a:pt x="483" y="32"/>
                </a:lnTo>
                <a:lnTo>
                  <a:pt x="490" y="26"/>
                </a:lnTo>
                <a:lnTo>
                  <a:pt x="492" y="23"/>
                </a:lnTo>
                <a:lnTo>
                  <a:pt x="494" y="19"/>
                </a:lnTo>
                <a:lnTo>
                  <a:pt x="494" y="14"/>
                </a:lnTo>
                <a:lnTo>
                  <a:pt x="496" y="11"/>
                </a:lnTo>
                <a:lnTo>
                  <a:pt x="499" y="7"/>
                </a:lnTo>
                <a:lnTo>
                  <a:pt x="511" y="2"/>
                </a:lnTo>
                <a:lnTo>
                  <a:pt x="527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1E07F-4876-4D99-BF24-8F281E4D9703}"/>
              </a:ext>
            </a:extLst>
          </p:cNvPr>
          <p:cNvSpPr txBox="1"/>
          <p:nvPr/>
        </p:nvSpPr>
        <p:spPr>
          <a:xfrm>
            <a:off x="720443" y="2110247"/>
            <a:ext cx="14570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1"/>
                </a:solidFill>
                <a:cs typeface="Arial" pitchFamily="34" charset="0"/>
              </a:rPr>
              <a:t>70%</a:t>
            </a:r>
            <a:endParaRPr lang="ko-KR" altLang="en-US" sz="4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7C9A3-5914-400F-A2A8-B8803615E63C}"/>
              </a:ext>
            </a:extLst>
          </p:cNvPr>
          <p:cNvSpPr txBox="1"/>
          <p:nvPr/>
        </p:nvSpPr>
        <p:spPr>
          <a:xfrm>
            <a:off x="755688" y="1759370"/>
            <a:ext cx="2757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73FC6-CE35-4962-B3B5-8AEE4AAB79D6}"/>
              </a:ext>
            </a:extLst>
          </p:cNvPr>
          <p:cNvSpPr txBox="1"/>
          <p:nvPr/>
        </p:nvSpPr>
        <p:spPr>
          <a:xfrm>
            <a:off x="2093205" y="2171802"/>
            <a:ext cx="5090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5F9F4-7A5A-49D1-853F-765834567EE5}"/>
              </a:ext>
            </a:extLst>
          </p:cNvPr>
          <p:cNvSpPr txBox="1"/>
          <p:nvPr/>
        </p:nvSpPr>
        <p:spPr>
          <a:xfrm>
            <a:off x="755688" y="2738672"/>
            <a:ext cx="6410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Easy to change colors, photos and Text. Get a modern PowerPoint  Presentation that is beautifully designed.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I hope and I believe that this Template will your Time, Money and Reputation.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You can simply impress your audience and add a unique zing and appeal to your Presentations. Easy to change colors, photos and Text.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1DB3108-0960-4F89-8628-354DA7522C72}"/>
              </a:ext>
            </a:extLst>
          </p:cNvPr>
          <p:cNvSpPr txBox="1">
            <a:spLocks/>
          </p:cNvSpPr>
          <p:nvPr/>
        </p:nvSpPr>
        <p:spPr>
          <a:xfrm>
            <a:off x="1210774" y="5103420"/>
            <a:ext cx="2821597" cy="38458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Modern PowerPoint  Presentation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0239A2-F392-4907-86A5-555C8232161B}"/>
              </a:ext>
            </a:extLst>
          </p:cNvPr>
          <p:cNvSpPr txBox="1"/>
          <p:nvPr/>
        </p:nvSpPr>
        <p:spPr>
          <a:xfrm>
            <a:off x="755688" y="3889300"/>
            <a:ext cx="64104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Get a modern PowerPoint  Presentation that is beautifully designed.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I hope and I believe that this Template will your Time, Money and Reputation.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You can simply impress your audience and add a unique zing and appeal to your Presentations.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E137EA8C-4E05-4AF4-96C2-E4C45B7DE599}"/>
              </a:ext>
            </a:extLst>
          </p:cNvPr>
          <p:cNvGrpSpPr/>
          <p:nvPr/>
        </p:nvGrpSpPr>
        <p:grpSpPr>
          <a:xfrm>
            <a:off x="7526713" y="4080187"/>
            <a:ext cx="1278600" cy="1278600"/>
            <a:chOff x="2036756" y="4583989"/>
            <a:chExt cx="948475" cy="948475"/>
          </a:xfrm>
        </p:grpSpPr>
        <p:sp>
          <p:nvSpPr>
            <p:cNvPr id="12" name="Oval 80">
              <a:extLst>
                <a:ext uri="{FF2B5EF4-FFF2-40B4-BE49-F238E27FC236}">
                  <a16:creationId xmlns:a16="http://schemas.microsoft.com/office/drawing/2014/main" id="{0B5F3DAF-AA3C-4106-8047-20EA0D764BF9}"/>
                </a:ext>
              </a:extLst>
            </p:cNvPr>
            <p:cNvSpPr/>
            <p:nvPr/>
          </p:nvSpPr>
          <p:spPr>
            <a:xfrm>
              <a:off x="2036756" y="4583989"/>
              <a:ext cx="948475" cy="948475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004DF1-5CFF-452C-A020-5B3C2121E977}"/>
                </a:ext>
              </a:extLst>
            </p:cNvPr>
            <p:cNvSpPr txBox="1"/>
            <p:nvPr/>
          </p:nvSpPr>
          <p:spPr>
            <a:xfrm>
              <a:off x="2092973" y="4864162"/>
              <a:ext cx="836040" cy="3881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Arial" pitchFamily="34" charset="0"/>
                </a:rPr>
                <a:t>70</a:t>
              </a: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%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cxnSp>
        <p:nvCxnSpPr>
          <p:cNvPr id="14" name="Straight Connector 54">
            <a:extLst>
              <a:ext uri="{FF2B5EF4-FFF2-40B4-BE49-F238E27FC236}">
                <a16:creationId xmlns:a16="http://schemas.microsoft.com/office/drawing/2014/main" id="{6F5B2A8B-4E57-4ED9-9E71-7A41C44836CF}"/>
              </a:ext>
            </a:extLst>
          </p:cNvPr>
          <p:cNvCxnSpPr>
            <a:cxnSpLocks/>
            <a:stCxn id="12" idx="7"/>
            <a:endCxn id="15" idx="3"/>
          </p:cNvCxnSpPr>
          <p:nvPr/>
        </p:nvCxnSpPr>
        <p:spPr>
          <a:xfrm flipV="1">
            <a:off x="8618066" y="3628086"/>
            <a:ext cx="929895" cy="63934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80">
            <a:extLst>
              <a:ext uri="{FF2B5EF4-FFF2-40B4-BE49-F238E27FC236}">
                <a16:creationId xmlns:a16="http://schemas.microsoft.com/office/drawing/2014/main" id="{5EF1B2F2-2E30-4697-9CB5-C0043CD3BCB4}"/>
              </a:ext>
            </a:extLst>
          </p:cNvPr>
          <p:cNvSpPr/>
          <p:nvPr/>
        </p:nvSpPr>
        <p:spPr>
          <a:xfrm>
            <a:off x="9450318" y="3058981"/>
            <a:ext cx="666748" cy="66674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55295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5740076-C344-4266-A23C-4A816B4F1010}"/>
              </a:ext>
            </a:extLst>
          </p:cNvPr>
          <p:cNvSpPr txBox="1"/>
          <p:nvPr/>
        </p:nvSpPr>
        <p:spPr>
          <a:xfrm>
            <a:off x="7633369" y="843856"/>
            <a:ext cx="40000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  <a:latin typeface="+mj-lt"/>
              </a:rPr>
              <a:t>Simple Portfolio Presentation Designed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472C92-18DA-495F-B073-944ADA53F91E}"/>
              </a:ext>
            </a:extLst>
          </p:cNvPr>
          <p:cNvSpPr txBox="1"/>
          <p:nvPr/>
        </p:nvSpPr>
        <p:spPr>
          <a:xfrm>
            <a:off x="7633369" y="2949994"/>
            <a:ext cx="38011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You can simply impress your audience and add a unique zing and appeal to your Presentations. Get a modern PowerPoint  Presentation that is beautifully designed.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66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63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sz="quarter" idx="46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sz="quarter" idx="67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sz="quarter" idx="61"/>
          </p:nvPr>
        </p:nvSpPr>
        <p:spPr/>
      </p:sp>
    </p:spTree>
    <p:extLst>
      <p:ext uri="{BB962C8B-B14F-4D97-AF65-F5344CB8AC3E}">
        <p14:creationId xmlns:p14="http://schemas.microsoft.com/office/powerpoint/2010/main" val="34105956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ONE COLUMN STYLE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D998F6-7739-4733-9536-B6E51A44E746}"/>
              </a:ext>
            </a:extLst>
          </p:cNvPr>
          <p:cNvSpPr txBox="1"/>
          <p:nvPr/>
        </p:nvSpPr>
        <p:spPr>
          <a:xfrm>
            <a:off x="4713406" y="2513104"/>
            <a:ext cx="6599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PowerPoint Presentation Templates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ED732-151D-4D29-BBE8-7CF9740DCF77}"/>
              </a:ext>
            </a:extLst>
          </p:cNvPr>
          <p:cNvSpPr txBox="1"/>
          <p:nvPr/>
        </p:nvSpPr>
        <p:spPr>
          <a:xfrm>
            <a:off x="4713404" y="2936516"/>
            <a:ext cx="65990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Get a modern PowerPoint  Presentation that is beautifully designed. I hope and I believe that this Template will your Time, Money and Reputation. 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hope and I believe that this Template will your Time, Money and Reputation. Easy to change colors, photos and Text. Get a modern PowerPoint  Presentation that is beautifully designed.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Easy to change colors, photos and Text. I hope and I believe that this Template will your Time, Money and Reputation. Example Text : Get a modern PowerPoint  Presentation that is beautifully designed. I hope and I believe that this Template will your Time, Money and Reputation. Easy to change colors, photos and Text.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AFC07-82FB-4DF6-ABA7-0ADACB724D4E}"/>
              </a:ext>
            </a:extLst>
          </p:cNvPr>
          <p:cNvSpPr txBox="1"/>
          <p:nvPr/>
        </p:nvSpPr>
        <p:spPr>
          <a:xfrm>
            <a:off x="4713406" y="1761610"/>
            <a:ext cx="6599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C343C5-D20E-470A-8C1D-E39E6BC73C7E}"/>
              </a:ext>
            </a:extLst>
          </p:cNvPr>
          <p:cNvSpPr txBox="1"/>
          <p:nvPr/>
        </p:nvSpPr>
        <p:spPr>
          <a:xfrm>
            <a:off x="918885" y="1832719"/>
            <a:ext cx="1806729" cy="384721"/>
          </a:xfrm>
          <a:prstGeom prst="rect">
            <a:avLst/>
          </a:prstGeom>
          <a:solidFill>
            <a:schemeClr val="accent3"/>
          </a:solidFill>
        </p:spPr>
        <p:txBody>
          <a:bodyPr wrap="square" lIns="36000" tIns="0" rIns="3600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800" dirty="0">
                <a:solidFill>
                  <a:schemeClr val="bg1"/>
                </a:solidFill>
              </a:rPr>
              <a:t>We Create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A77AB1-5644-4A44-A96C-F2124934B12B}"/>
              </a:ext>
            </a:extLst>
          </p:cNvPr>
          <p:cNvSpPr txBox="1"/>
          <p:nvPr/>
        </p:nvSpPr>
        <p:spPr>
          <a:xfrm>
            <a:off x="918886" y="2264767"/>
            <a:ext cx="3257460" cy="384721"/>
          </a:xfrm>
          <a:prstGeom prst="rect">
            <a:avLst/>
          </a:prstGeom>
          <a:solidFill>
            <a:schemeClr val="accent5"/>
          </a:solidFill>
        </p:spPr>
        <p:txBody>
          <a:bodyPr wrap="square" lIns="36000" tIns="0" rIns="3600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800" dirty="0">
                <a:solidFill>
                  <a:schemeClr val="bg1"/>
                </a:solidFill>
              </a:rPr>
              <a:t>Quality Professional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72434-5C10-42F9-AA51-E342B2854A43}"/>
              </a:ext>
            </a:extLst>
          </p:cNvPr>
          <p:cNvSpPr txBox="1"/>
          <p:nvPr/>
        </p:nvSpPr>
        <p:spPr>
          <a:xfrm>
            <a:off x="918886" y="2696815"/>
            <a:ext cx="2880320" cy="384721"/>
          </a:xfrm>
          <a:prstGeom prst="rect">
            <a:avLst/>
          </a:prstGeom>
          <a:solidFill>
            <a:schemeClr val="accent1"/>
          </a:solidFill>
        </p:spPr>
        <p:txBody>
          <a:bodyPr wrap="square" lIns="36000" tIns="0" rIns="36000" bIns="0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sz="2800" dirty="0">
                <a:solidFill>
                  <a:schemeClr val="bg1"/>
                </a:solidFill>
              </a:rPr>
              <a:t>PPT Presentation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8752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5232" y="586191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accent5"/>
                </a:solidFill>
              </a:rPr>
              <a:t>TWO COLUMN STYLE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D998F6-7739-4733-9536-B6E51A44E746}"/>
              </a:ext>
            </a:extLst>
          </p:cNvPr>
          <p:cNvSpPr txBox="1"/>
          <p:nvPr/>
        </p:nvSpPr>
        <p:spPr>
          <a:xfrm>
            <a:off x="3799006" y="2756948"/>
            <a:ext cx="3201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1"/>
                </a:solidFill>
                <a:cs typeface="Calibri" pitchFamily="34" charset="0"/>
              </a:rPr>
              <a:t>PowerPoint Presentation Templates</a:t>
            </a:r>
            <a:endParaRPr lang="ko-KR" altLang="en-US" sz="14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ED732-151D-4D29-BBE8-7CF9740DCF77}"/>
              </a:ext>
            </a:extLst>
          </p:cNvPr>
          <p:cNvSpPr txBox="1"/>
          <p:nvPr/>
        </p:nvSpPr>
        <p:spPr>
          <a:xfrm>
            <a:off x="3799004" y="3180360"/>
            <a:ext cx="32016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Get a modern PowerPoint  Presentation that is beautifully designed. I hope and I believe that this Template will your Time, Money and Reputation. 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AFC07-82FB-4DF6-ABA7-0ADACB724D4E}"/>
              </a:ext>
            </a:extLst>
          </p:cNvPr>
          <p:cNvSpPr txBox="1"/>
          <p:nvPr/>
        </p:nvSpPr>
        <p:spPr>
          <a:xfrm>
            <a:off x="3799006" y="1761610"/>
            <a:ext cx="3201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1024A-586F-49D2-BED3-DD7D44FB4548}"/>
              </a:ext>
            </a:extLst>
          </p:cNvPr>
          <p:cNvSpPr txBox="1"/>
          <p:nvPr/>
        </p:nvSpPr>
        <p:spPr>
          <a:xfrm>
            <a:off x="3025059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Calibri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7DDA1-225B-4925-831C-CC43508C8EC4}"/>
              </a:ext>
            </a:extLst>
          </p:cNvPr>
          <p:cNvSpPr txBox="1"/>
          <p:nvPr/>
        </p:nvSpPr>
        <p:spPr>
          <a:xfrm>
            <a:off x="8441704" y="2753208"/>
            <a:ext cx="3201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3"/>
                </a:solidFill>
                <a:cs typeface="Calibri" pitchFamily="34" charset="0"/>
              </a:rPr>
              <a:t>PowerPoint Presentation Templates</a:t>
            </a:r>
            <a:endParaRPr lang="ko-KR" altLang="en-US" sz="1400" b="1" dirty="0">
              <a:solidFill>
                <a:schemeClr val="accent3"/>
              </a:solidFill>
              <a:cs typeface="Calibr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D004B0-062A-4237-A95B-8C0AC2E58ECF}"/>
              </a:ext>
            </a:extLst>
          </p:cNvPr>
          <p:cNvSpPr txBox="1"/>
          <p:nvPr/>
        </p:nvSpPr>
        <p:spPr>
          <a:xfrm>
            <a:off x="8441702" y="3176620"/>
            <a:ext cx="320165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I hope and I believe that this Template will your Time, Money and Reputation. Easy to change colors, photos and Text.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You can simply impress your audience and add a unique zing and appeal to your Reports and Presentations with our Templates.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Get a modern PowerPoint  Presentation that is beautifully designed. I hope and I believe that this Template will your Time, Money and Reputation. Get a modern PowerPoint  Presentation that is beautifully designed.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simply impress your audience and add a unique zing.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8A8AA-2C80-43DE-BD90-A116765B89E5}"/>
              </a:ext>
            </a:extLst>
          </p:cNvPr>
          <p:cNvSpPr txBox="1"/>
          <p:nvPr/>
        </p:nvSpPr>
        <p:spPr>
          <a:xfrm>
            <a:off x="8441704" y="1757870"/>
            <a:ext cx="3201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EFED2-1293-448D-890D-38CA011CDD36}"/>
              </a:ext>
            </a:extLst>
          </p:cNvPr>
          <p:cNvSpPr txBox="1"/>
          <p:nvPr/>
        </p:nvSpPr>
        <p:spPr>
          <a:xfrm>
            <a:off x="7667757" y="1681966"/>
            <a:ext cx="77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3"/>
                </a:solidFill>
                <a:cs typeface="Calibri" pitchFamily="34" charset="0"/>
              </a:rPr>
              <a:t>02</a:t>
            </a:r>
            <a:endParaRPr lang="ko-KR" altLang="en-US" sz="3600" b="1" dirty="0">
              <a:solidFill>
                <a:schemeClr val="accent3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9584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Insert your subtitle here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0366" y="531518"/>
            <a:ext cx="332876" cy="619674"/>
            <a:chOff x="9208167" y="1960735"/>
            <a:chExt cx="529390" cy="985499"/>
          </a:xfrm>
        </p:grpSpPr>
        <p:sp>
          <p:nvSpPr>
            <p:cNvPr id="5" name="Oval 4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12C1244-0031-4041-8511-EBD75997C2B2}"/>
              </a:ext>
            </a:extLst>
          </p:cNvPr>
          <p:cNvSpPr/>
          <p:nvPr/>
        </p:nvSpPr>
        <p:spPr>
          <a:xfrm>
            <a:off x="5255749" y="1412144"/>
            <a:ext cx="4181202" cy="14788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Fully Editable Shapes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5D68FDB-6947-4BA6-957C-9F41D4B355B4}"/>
              </a:ext>
            </a:extLst>
          </p:cNvPr>
          <p:cNvGrpSpPr>
            <a:grpSpLocks noChangeAspect="1"/>
          </p:cNvGrpSpPr>
          <p:nvPr/>
        </p:nvGrpSpPr>
        <p:grpSpPr>
          <a:xfrm>
            <a:off x="8608433" y="5351626"/>
            <a:ext cx="1087246" cy="936000"/>
            <a:chOff x="7521194" y="5284915"/>
            <a:chExt cx="1137987" cy="979683"/>
          </a:xfrm>
        </p:grpSpPr>
        <p:grpSp>
          <p:nvGrpSpPr>
            <p:cNvPr id="12" name="Group 7">
              <a:extLst>
                <a:ext uri="{FF2B5EF4-FFF2-40B4-BE49-F238E27FC236}">
                  <a16:creationId xmlns:a16="http://schemas.microsoft.com/office/drawing/2014/main" id="{42F12DF4-2F54-4A12-BF88-6AF804570CE1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14" name="Trapezoid 1">
                <a:extLst>
                  <a:ext uri="{FF2B5EF4-FFF2-40B4-BE49-F238E27FC236}">
                    <a16:creationId xmlns:a16="http://schemas.microsoft.com/office/drawing/2014/main" id="{1B9FA8BD-8DAD-496F-8178-0BEB5249A85D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Trapezoid 6">
                <a:extLst>
                  <a:ext uri="{FF2B5EF4-FFF2-40B4-BE49-F238E27FC236}">
                    <a16:creationId xmlns:a16="http://schemas.microsoft.com/office/drawing/2014/main" id="{F43A32FF-1E0E-4631-808A-73BBECA1DC2E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B6973DBD-6BCE-4A53-A177-7127937DFEE7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Chord 23">
              <a:extLst>
                <a:ext uri="{FF2B5EF4-FFF2-40B4-BE49-F238E27FC236}">
                  <a16:creationId xmlns:a16="http://schemas.microsoft.com/office/drawing/2014/main" id="{63ECAE00-1B78-4A15-9288-57D65D53C73D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78C12E4-83E1-41C3-B764-1182EAE25D16}"/>
              </a:ext>
            </a:extLst>
          </p:cNvPr>
          <p:cNvGrpSpPr>
            <a:grpSpLocks noChangeAspect="1"/>
          </p:cNvGrpSpPr>
          <p:nvPr/>
        </p:nvGrpSpPr>
        <p:grpSpPr>
          <a:xfrm>
            <a:off x="10172465" y="5243626"/>
            <a:ext cx="1212698" cy="1044000"/>
            <a:chOff x="7521194" y="5284915"/>
            <a:chExt cx="1137987" cy="979683"/>
          </a:xfrm>
        </p:grpSpPr>
        <p:grpSp>
          <p:nvGrpSpPr>
            <p:cNvPr id="18" name="Group 7">
              <a:extLst>
                <a:ext uri="{FF2B5EF4-FFF2-40B4-BE49-F238E27FC236}">
                  <a16:creationId xmlns:a16="http://schemas.microsoft.com/office/drawing/2014/main" id="{74D3FF14-B6D8-42FA-9735-242C1D78D9DB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20" name="Trapezoid 1">
                <a:extLst>
                  <a:ext uri="{FF2B5EF4-FFF2-40B4-BE49-F238E27FC236}">
                    <a16:creationId xmlns:a16="http://schemas.microsoft.com/office/drawing/2014/main" id="{BBA96FAB-6B4B-4640-AD13-30744D981599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Trapezoid 6">
                <a:extLst>
                  <a:ext uri="{FF2B5EF4-FFF2-40B4-BE49-F238E27FC236}">
                    <a16:creationId xmlns:a16="http://schemas.microsoft.com/office/drawing/2014/main" id="{2B9B0AAD-89E1-4DCB-AD22-5E6FDF991D65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Oval 5">
                <a:extLst>
                  <a:ext uri="{FF2B5EF4-FFF2-40B4-BE49-F238E27FC236}">
                    <a16:creationId xmlns:a16="http://schemas.microsoft.com/office/drawing/2014/main" id="{EE39EBCF-F6B7-4DBA-A344-FC2E80B52D3D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Chord 23">
              <a:extLst>
                <a:ext uri="{FF2B5EF4-FFF2-40B4-BE49-F238E27FC236}">
                  <a16:creationId xmlns:a16="http://schemas.microsoft.com/office/drawing/2014/main" id="{9ECD28F8-73D8-49E8-AC3B-35C065680A9B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8342E3C-9262-4BC8-BED8-2BB9B98CF5F7}"/>
              </a:ext>
            </a:extLst>
          </p:cNvPr>
          <p:cNvGrpSpPr/>
          <p:nvPr/>
        </p:nvGrpSpPr>
        <p:grpSpPr>
          <a:xfrm>
            <a:off x="10000218" y="2707194"/>
            <a:ext cx="2103432" cy="2605205"/>
            <a:chOff x="8680049" y="1633020"/>
            <a:chExt cx="2103432" cy="2605205"/>
          </a:xfrm>
        </p:grpSpPr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02B367A2-4514-4F5A-8C6A-021FFC12E4DE}"/>
                </a:ext>
              </a:extLst>
            </p:cNvPr>
            <p:cNvSpPr/>
            <p:nvPr/>
          </p:nvSpPr>
          <p:spPr>
            <a:xfrm rot="3027132">
              <a:off x="9023723" y="1756534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B984958C-7BAC-4064-9294-3D9CE2771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4199" y="2143683"/>
              <a:ext cx="1295643" cy="2094542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A1541392-9391-42CE-9FE7-AF863D088A86}"/>
                </a:ext>
              </a:extLst>
            </p:cNvPr>
            <p:cNvSpPr/>
            <p:nvPr/>
          </p:nvSpPr>
          <p:spPr>
            <a:xfrm rot="1162019">
              <a:off x="8691200" y="214561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324F38A-67BA-4D67-9C23-42DAF8039D96}"/>
                </a:ext>
              </a:extLst>
            </p:cNvPr>
            <p:cNvSpPr/>
            <p:nvPr/>
          </p:nvSpPr>
          <p:spPr>
            <a:xfrm rot="18900000">
              <a:off x="9593699" y="2001115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A6FBEE47-7B80-43B5-BCD6-F29EB19EA599}"/>
                </a:ext>
              </a:extLst>
            </p:cNvPr>
            <p:cNvSpPr/>
            <p:nvPr/>
          </p:nvSpPr>
          <p:spPr>
            <a:xfrm rot="900000">
              <a:off x="10221811" y="2638321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F60C9C41-B58F-4453-902B-F03C9D26C01C}"/>
                </a:ext>
              </a:extLst>
            </p:cNvPr>
            <p:cNvSpPr/>
            <p:nvPr/>
          </p:nvSpPr>
          <p:spPr>
            <a:xfrm rot="1490152">
              <a:off x="8680049" y="28111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A8618879-ACD2-476C-8587-D9EDFE93F4BF}"/>
                </a:ext>
              </a:extLst>
            </p:cNvPr>
            <p:cNvSpPr/>
            <p:nvPr/>
          </p:nvSpPr>
          <p:spPr>
            <a:xfrm rot="900000">
              <a:off x="9373665" y="2618648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Rectangle 21">
              <a:extLst>
                <a:ext uri="{FF2B5EF4-FFF2-40B4-BE49-F238E27FC236}">
                  <a16:creationId xmlns:a16="http://schemas.microsoft.com/office/drawing/2014/main" id="{8D06BBE3-E98A-4BAC-B5E0-7A72A5689C8B}"/>
                </a:ext>
              </a:extLst>
            </p:cNvPr>
            <p:cNvSpPr/>
            <p:nvPr/>
          </p:nvSpPr>
          <p:spPr>
            <a:xfrm rot="900000">
              <a:off x="10096074" y="21303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45876D8-7C48-4C8A-851C-01D4275169A1}"/>
              </a:ext>
            </a:extLst>
          </p:cNvPr>
          <p:cNvGrpSpPr/>
          <p:nvPr/>
        </p:nvGrpSpPr>
        <p:grpSpPr>
          <a:xfrm>
            <a:off x="8620654" y="3848644"/>
            <a:ext cx="1403850" cy="1577193"/>
            <a:chOff x="6282410" y="2774470"/>
            <a:chExt cx="1403850" cy="1577193"/>
          </a:xfrm>
        </p:grpSpPr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9D15BCCE-9162-4C8B-80BB-FB47FF023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9075" y="3211736"/>
              <a:ext cx="806320" cy="1139927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23DA942-4259-4DD6-9AA7-8B31167C801D}"/>
                </a:ext>
              </a:extLst>
            </p:cNvPr>
            <p:cNvGrpSpPr/>
            <p:nvPr/>
          </p:nvGrpSpPr>
          <p:grpSpPr>
            <a:xfrm>
              <a:off x="6451387" y="2774470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B217B12F-AA90-44B3-8054-35B8A9550106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F0998E9E-0A83-4C0D-9205-442DA6BA5172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Block Arc 11">
                <a:extLst>
                  <a:ext uri="{FF2B5EF4-FFF2-40B4-BE49-F238E27FC236}">
                    <a16:creationId xmlns:a16="http://schemas.microsoft.com/office/drawing/2014/main" id="{C1D011D7-5F3D-4F5B-B1AD-2E2B621E2EA6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69C4FE5F-8F8E-467F-BC7C-DCE9B872FB46}"/>
                </a:ext>
              </a:extLst>
            </p:cNvPr>
            <p:cNvGrpSpPr/>
            <p:nvPr/>
          </p:nvGrpSpPr>
          <p:grpSpPr>
            <a:xfrm>
              <a:off x="7127214" y="2935807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3361EC52-B3F5-47DB-831C-CB9C9D3AFBEB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0C52524F-0919-4762-B35D-972D79C40341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Block Arc 11">
                <a:extLst>
                  <a:ext uri="{FF2B5EF4-FFF2-40B4-BE49-F238E27FC236}">
                    <a16:creationId xmlns:a16="http://schemas.microsoft.com/office/drawing/2014/main" id="{61021712-1A5D-4E3C-85D6-D5616E7999B2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7AF2050C-1C15-472F-A88B-26A7A51B57E8}"/>
                </a:ext>
              </a:extLst>
            </p:cNvPr>
            <p:cNvGrpSpPr/>
            <p:nvPr/>
          </p:nvGrpSpPr>
          <p:grpSpPr>
            <a:xfrm>
              <a:off x="6744184" y="3036519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A3AD3D8E-1346-443A-B5BB-ED7F26E5E32E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E46F3197-B9BA-48F3-BFB5-9E6780B9D810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Block Arc 11">
                <a:extLst>
                  <a:ext uri="{FF2B5EF4-FFF2-40B4-BE49-F238E27FC236}">
                    <a16:creationId xmlns:a16="http://schemas.microsoft.com/office/drawing/2014/main" id="{95AE312D-69D8-4442-9BA1-C67F1AFB1531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E714437-CAF3-4907-9B9E-788A7489C5D5}"/>
                </a:ext>
              </a:extLst>
            </p:cNvPr>
            <p:cNvGrpSpPr/>
            <p:nvPr/>
          </p:nvGrpSpPr>
          <p:grpSpPr>
            <a:xfrm>
              <a:off x="7247814" y="3372938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021411FA-09C9-4250-B40D-A1276EC3D28E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C83EA3A-0A76-42B5-B891-AF2E18E40F60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Block Arc 11">
                <a:extLst>
                  <a:ext uri="{FF2B5EF4-FFF2-40B4-BE49-F238E27FC236}">
                    <a16:creationId xmlns:a16="http://schemas.microsoft.com/office/drawing/2014/main" id="{F8003180-1645-4299-A82D-EBE39B15B4CF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3F6DEA41-0308-4292-B43E-3BA68CF287CB}"/>
                </a:ext>
              </a:extLst>
            </p:cNvPr>
            <p:cNvGrpSpPr/>
            <p:nvPr/>
          </p:nvGrpSpPr>
          <p:grpSpPr>
            <a:xfrm>
              <a:off x="6282410" y="3345315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1B7B5C50-E708-4046-B5B7-C22D5705ACBD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D7AD8B8D-7B86-4D7A-80BE-D37B0F29492F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Block Arc 11">
                <a:extLst>
                  <a:ext uri="{FF2B5EF4-FFF2-40B4-BE49-F238E27FC236}">
                    <a16:creationId xmlns:a16="http://schemas.microsoft.com/office/drawing/2014/main" id="{18101957-4D20-4BDB-A1D3-F03D4D9E83B3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4" name="Freeform 7">
            <a:extLst>
              <a:ext uri="{FF2B5EF4-FFF2-40B4-BE49-F238E27FC236}">
                <a16:creationId xmlns:a16="http://schemas.microsoft.com/office/drawing/2014/main" id="{CD5A5E82-D5D9-4C51-83FB-864C0C57FC45}"/>
              </a:ext>
            </a:extLst>
          </p:cNvPr>
          <p:cNvSpPr/>
          <p:nvPr/>
        </p:nvSpPr>
        <p:spPr>
          <a:xfrm rot="1564697" flipH="1">
            <a:off x="10223052" y="554108"/>
            <a:ext cx="1820244" cy="2561938"/>
          </a:xfrm>
          <a:custGeom>
            <a:avLst/>
            <a:gdLst>
              <a:gd name="connsiteX0" fmla="*/ 3404 w 1180796"/>
              <a:gd name="connsiteY0" fmla="*/ 196574 h 1438562"/>
              <a:gd name="connsiteX1" fmla="*/ 3657 w 1180796"/>
              <a:gd name="connsiteY1" fmla="*/ 197380 h 1438562"/>
              <a:gd name="connsiteX2" fmla="*/ 3404 w 1180796"/>
              <a:gd name="connsiteY2" fmla="*/ 196574 h 1438562"/>
              <a:gd name="connsiteX3" fmla="*/ 567269 w 1180796"/>
              <a:gd name="connsiteY3" fmla="*/ 0 h 1438562"/>
              <a:gd name="connsiteX4" fmla="*/ 568172 w 1180796"/>
              <a:gd name="connsiteY4" fmla="*/ 304800 h 1438562"/>
              <a:gd name="connsiteX5" fmla="*/ 779871 w 1180796"/>
              <a:gd name="connsiteY5" fmla="*/ 459344 h 1438562"/>
              <a:gd name="connsiteX6" fmla="*/ 930391 w 1180796"/>
              <a:gd name="connsiteY6" fmla="*/ 667912 h 1438562"/>
              <a:gd name="connsiteX7" fmla="*/ 929264 w 1180796"/>
              <a:gd name="connsiteY7" fmla="*/ 654877 h 1438562"/>
              <a:gd name="connsiteX8" fmla="*/ 1089331 w 1180796"/>
              <a:gd name="connsiteY8" fmla="*/ 830882 h 1438562"/>
              <a:gd name="connsiteX9" fmla="*/ 1176007 w 1180796"/>
              <a:gd name="connsiteY9" fmla="*/ 1299015 h 1438562"/>
              <a:gd name="connsiteX10" fmla="*/ 1106293 w 1180796"/>
              <a:gd name="connsiteY10" fmla="*/ 1261345 h 1438562"/>
              <a:gd name="connsiteX11" fmla="*/ 1093530 w 1180796"/>
              <a:gd name="connsiteY11" fmla="*/ 1409318 h 1438562"/>
              <a:gd name="connsiteX12" fmla="*/ 1016094 w 1180796"/>
              <a:gd name="connsiteY12" fmla="*/ 1334364 h 1438562"/>
              <a:gd name="connsiteX13" fmla="*/ 984981 w 1180796"/>
              <a:gd name="connsiteY13" fmla="*/ 1437195 h 1438562"/>
              <a:gd name="connsiteX14" fmla="*/ 873874 w 1180796"/>
              <a:gd name="connsiteY14" fmla="*/ 986314 h 1438562"/>
              <a:gd name="connsiteX15" fmla="*/ 541005 w 1180796"/>
              <a:gd name="connsiteY15" fmla="*/ 803357 h 1438562"/>
              <a:gd name="connsiteX16" fmla="*/ 504720 w 1180796"/>
              <a:gd name="connsiteY16" fmla="*/ 953956 h 1438562"/>
              <a:gd name="connsiteX17" fmla="*/ 541004 w 1180796"/>
              <a:gd name="connsiteY17" fmla="*/ 1175672 h 1438562"/>
              <a:gd name="connsiteX18" fmla="*/ 532632 w 1180796"/>
              <a:gd name="connsiteY18" fmla="*/ 1402288 h 1438562"/>
              <a:gd name="connsiteX19" fmla="*/ 243154 w 1180796"/>
              <a:gd name="connsiteY19" fmla="*/ 889736 h 1438562"/>
              <a:gd name="connsiteX20" fmla="*/ 174649 w 1180796"/>
              <a:gd name="connsiteY20" fmla="*/ 445938 h 1438562"/>
              <a:gd name="connsiteX21" fmla="*/ 0 w 1180796"/>
              <a:gd name="connsiteY21" fmla="*/ 74192 h 1438562"/>
              <a:gd name="connsiteX22" fmla="*/ 567269 w 1180796"/>
              <a:gd name="connsiteY22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930391 w 1180796"/>
              <a:gd name="connsiteY3" fmla="*/ 667912 h 1438562"/>
              <a:gd name="connsiteX4" fmla="*/ 929264 w 1180796"/>
              <a:gd name="connsiteY4" fmla="*/ 654877 h 1438562"/>
              <a:gd name="connsiteX5" fmla="*/ 1089331 w 1180796"/>
              <a:gd name="connsiteY5" fmla="*/ 830882 h 1438562"/>
              <a:gd name="connsiteX6" fmla="*/ 1176007 w 1180796"/>
              <a:gd name="connsiteY6" fmla="*/ 1299015 h 1438562"/>
              <a:gd name="connsiteX7" fmla="*/ 1106293 w 1180796"/>
              <a:gd name="connsiteY7" fmla="*/ 1261345 h 1438562"/>
              <a:gd name="connsiteX8" fmla="*/ 1093530 w 1180796"/>
              <a:gd name="connsiteY8" fmla="*/ 1409318 h 1438562"/>
              <a:gd name="connsiteX9" fmla="*/ 1016094 w 1180796"/>
              <a:gd name="connsiteY9" fmla="*/ 1334364 h 1438562"/>
              <a:gd name="connsiteX10" fmla="*/ 984981 w 1180796"/>
              <a:gd name="connsiteY10" fmla="*/ 1437195 h 1438562"/>
              <a:gd name="connsiteX11" fmla="*/ 873874 w 1180796"/>
              <a:gd name="connsiteY11" fmla="*/ 986314 h 1438562"/>
              <a:gd name="connsiteX12" fmla="*/ 541005 w 1180796"/>
              <a:gd name="connsiteY12" fmla="*/ 803357 h 1438562"/>
              <a:gd name="connsiteX13" fmla="*/ 504720 w 1180796"/>
              <a:gd name="connsiteY13" fmla="*/ 953956 h 1438562"/>
              <a:gd name="connsiteX14" fmla="*/ 541004 w 1180796"/>
              <a:gd name="connsiteY14" fmla="*/ 1175672 h 1438562"/>
              <a:gd name="connsiteX15" fmla="*/ 532632 w 1180796"/>
              <a:gd name="connsiteY15" fmla="*/ 1402288 h 1438562"/>
              <a:gd name="connsiteX16" fmla="*/ 243154 w 1180796"/>
              <a:gd name="connsiteY16" fmla="*/ 889736 h 1438562"/>
              <a:gd name="connsiteX17" fmla="*/ 174649 w 1180796"/>
              <a:gd name="connsiteY17" fmla="*/ 445938 h 1438562"/>
              <a:gd name="connsiteX18" fmla="*/ 0 w 1180796"/>
              <a:gd name="connsiteY18" fmla="*/ 74192 h 1438562"/>
              <a:gd name="connsiteX19" fmla="*/ 567269 w 1180796"/>
              <a:gd name="connsiteY19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929264 w 1180796"/>
              <a:gd name="connsiteY3" fmla="*/ 654877 h 1438562"/>
              <a:gd name="connsiteX4" fmla="*/ 1089331 w 1180796"/>
              <a:gd name="connsiteY4" fmla="*/ 830882 h 1438562"/>
              <a:gd name="connsiteX5" fmla="*/ 1176007 w 1180796"/>
              <a:gd name="connsiteY5" fmla="*/ 1299015 h 1438562"/>
              <a:gd name="connsiteX6" fmla="*/ 1106293 w 1180796"/>
              <a:gd name="connsiteY6" fmla="*/ 1261345 h 1438562"/>
              <a:gd name="connsiteX7" fmla="*/ 1093530 w 1180796"/>
              <a:gd name="connsiteY7" fmla="*/ 1409318 h 1438562"/>
              <a:gd name="connsiteX8" fmla="*/ 1016094 w 1180796"/>
              <a:gd name="connsiteY8" fmla="*/ 1334364 h 1438562"/>
              <a:gd name="connsiteX9" fmla="*/ 984981 w 1180796"/>
              <a:gd name="connsiteY9" fmla="*/ 1437195 h 1438562"/>
              <a:gd name="connsiteX10" fmla="*/ 873874 w 1180796"/>
              <a:gd name="connsiteY10" fmla="*/ 986314 h 1438562"/>
              <a:gd name="connsiteX11" fmla="*/ 541005 w 1180796"/>
              <a:gd name="connsiteY11" fmla="*/ 803357 h 1438562"/>
              <a:gd name="connsiteX12" fmla="*/ 504720 w 1180796"/>
              <a:gd name="connsiteY12" fmla="*/ 953956 h 1438562"/>
              <a:gd name="connsiteX13" fmla="*/ 541004 w 1180796"/>
              <a:gd name="connsiteY13" fmla="*/ 1175672 h 1438562"/>
              <a:gd name="connsiteX14" fmla="*/ 532632 w 1180796"/>
              <a:gd name="connsiteY14" fmla="*/ 1402288 h 1438562"/>
              <a:gd name="connsiteX15" fmla="*/ 243154 w 1180796"/>
              <a:gd name="connsiteY15" fmla="*/ 889736 h 1438562"/>
              <a:gd name="connsiteX16" fmla="*/ 174649 w 1180796"/>
              <a:gd name="connsiteY16" fmla="*/ 445938 h 1438562"/>
              <a:gd name="connsiteX17" fmla="*/ 0 w 1180796"/>
              <a:gd name="connsiteY17" fmla="*/ 74192 h 1438562"/>
              <a:gd name="connsiteX18" fmla="*/ 567269 w 1180796"/>
              <a:gd name="connsiteY18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1089331 w 1180796"/>
              <a:gd name="connsiteY3" fmla="*/ 830882 h 1438562"/>
              <a:gd name="connsiteX4" fmla="*/ 1176007 w 1180796"/>
              <a:gd name="connsiteY4" fmla="*/ 1299015 h 1438562"/>
              <a:gd name="connsiteX5" fmla="*/ 1106293 w 1180796"/>
              <a:gd name="connsiteY5" fmla="*/ 1261345 h 1438562"/>
              <a:gd name="connsiteX6" fmla="*/ 1093530 w 1180796"/>
              <a:gd name="connsiteY6" fmla="*/ 1409318 h 1438562"/>
              <a:gd name="connsiteX7" fmla="*/ 1016094 w 1180796"/>
              <a:gd name="connsiteY7" fmla="*/ 1334364 h 1438562"/>
              <a:gd name="connsiteX8" fmla="*/ 984981 w 1180796"/>
              <a:gd name="connsiteY8" fmla="*/ 1437195 h 1438562"/>
              <a:gd name="connsiteX9" fmla="*/ 873874 w 1180796"/>
              <a:gd name="connsiteY9" fmla="*/ 986314 h 1438562"/>
              <a:gd name="connsiteX10" fmla="*/ 541005 w 1180796"/>
              <a:gd name="connsiteY10" fmla="*/ 803357 h 1438562"/>
              <a:gd name="connsiteX11" fmla="*/ 504720 w 1180796"/>
              <a:gd name="connsiteY11" fmla="*/ 953956 h 1438562"/>
              <a:gd name="connsiteX12" fmla="*/ 541004 w 1180796"/>
              <a:gd name="connsiteY12" fmla="*/ 1175672 h 1438562"/>
              <a:gd name="connsiteX13" fmla="*/ 532632 w 1180796"/>
              <a:gd name="connsiteY13" fmla="*/ 1402288 h 1438562"/>
              <a:gd name="connsiteX14" fmla="*/ 243154 w 1180796"/>
              <a:gd name="connsiteY14" fmla="*/ 889736 h 1438562"/>
              <a:gd name="connsiteX15" fmla="*/ 174649 w 1180796"/>
              <a:gd name="connsiteY15" fmla="*/ 445938 h 1438562"/>
              <a:gd name="connsiteX16" fmla="*/ 0 w 1180796"/>
              <a:gd name="connsiteY16" fmla="*/ 74192 h 1438562"/>
              <a:gd name="connsiteX17" fmla="*/ 567269 w 1180796"/>
              <a:gd name="connsiteY17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1089331 w 1180796"/>
              <a:gd name="connsiteY3" fmla="*/ 830882 h 1438562"/>
              <a:gd name="connsiteX4" fmla="*/ 1176007 w 1180796"/>
              <a:gd name="connsiteY4" fmla="*/ 1299015 h 1438562"/>
              <a:gd name="connsiteX5" fmla="*/ 1106293 w 1180796"/>
              <a:gd name="connsiteY5" fmla="*/ 1261345 h 1438562"/>
              <a:gd name="connsiteX6" fmla="*/ 1093530 w 1180796"/>
              <a:gd name="connsiteY6" fmla="*/ 1409318 h 1438562"/>
              <a:gd name="connsiteX7" fmla="*/ 1016094 w 1180796"/>
              <a:gd name="connsiteY7" fmla="*/ 1334364 h 1438562"/>
              <a:gd name="connsiteX8" fmla="*/ 984981 w 1180796"/>
              <a:gd name="connsiteY8" fmla="*/ 1437195 h 1438562"/>
              <a:gd name="connsiteX9" fmla="*/ 873874 w 1180796"/>
              <a:gd name="connsiteY9" fmla="*/ 986314 h 1438562"/>
              <a:gd name="connsiteX10" fmla="*/ 541005 w 1180796"/>
              <a:gd name="connsiteY10" fmla="*/ 803357 h 1438562"/>
              <a:gd name="connsiteX11" fmla="*/ 504720 w 1180796"/>
              <a:gd name="connsiteY11" fmla="*/ 953956 h 1438562"/>
              <a:gd name="connsiteX12" fmla="*/ 541004 w 1180796"/>
              <a:gd name="connsiteY12" fmla="*/ 1175672 h 1438562"/>
              <a:gd name="connsiteX13" fmla="*/ 472223 w 1180796"/>
              <a:gd name="connsiteY13" fmla="*/ 1387555 h 1438562"/>
              <a:gd name="connsiteX14" fmla="*/ 243154 w 1180796"/>
              <a:gd name="connsiteY14" fmla="*/ 889736 h 1438562"/>
              <a:gd name="connsiteX15" fmla="*/ 174649 w 1180796"/>
              <a:gd name="connsiteY15" fmla="*/ 445938 h 1438562"/>
              <a:gd name="connsiteX16" fmla="*/ 0 w 1180796"/>
              <a:gd name="connsiteY16" fmla="*/ 74192 h 1438562"/>
              <a:gd name="connsiteX17" fmla="*/ 567269 w 1180796"/>
              <a:gd name="connsiteY17" fmla="*/ 0 h 1438562"/>
              <a:gd name="connsiteX0" fmla="*/ 0 w 1198834"/>
              <a:gd name="connsiteY0" fmla="*/ 0 h 2165917"/>
              <a:gd name="connsiteX1" fmla="*/ 586210 w 1198834"/>
              <a:gd name="connsiteY1" fmla="*/ 1032155 h 2165917"/>
              <a:gd name="connsiteX2" fmla="*/ 797909 w 1198834"/>
              <a:gd name="connsiteY2" fmla="*/ 1186699 h 2165917"/>
              <a:gd name="connsiteX3" fmla="*/ 1107369 w 1198834"/>
              <a:gd name="connsiteY3" fmla="*/ 1558237 h 2165917"/>
              <a:gd name="connsiteX4" fmla="*/ 1194045 w 1198834"/>
              <a:gd name="connsiteY4" fmla="*/ 2026370 h 2165917"/>
              <a:gd name="connsiteX5" fmla="*/ 1124331 w 1198834"/>
              <a:gd name="connsiteY5" fmla="*/ 1988700 h 2165917"/>
              <a:gd name="connsiteX6" fmla="*/ 1111568 w 1198834"/>
              <a:gd name="connsiteY6" fmla="*/ 2136673 h 2165917"/>
              <a:gd name="connsiteX7" fmla="*/ 1034132 w 1198834"/>
              <a:gd name="connsiteY7" fmla="*/ 2061719 h 2165917"/>
              <a:gd name="connsiteX8" fmla="*/ 1003019 w 1198834"/>
              <a:gd name="connsiteY8" fmla="*/ 2164550 h 2165917"/>
              <a:gd name="connsiteX9" fmla="*/ 891912 w 1198834"/>
              <a:gd name="connsiteY9" fmla="*/ 1713669 h 2165917"/>
              <a:gd name="connsiteX10" fmla="*/ 559043 w 1198834"/>
              <a:gd name="connsiteY10" fmla="*/ 1530712 h 2165917"/>
              <a:gd name="connsiteX11" fmla="*/ 522758 w 1198834"/>
              <a:gd name="connsiteY11" fmla="*/ 1681311 h 2165917"/>
              <a:gd name="connsiteX12" fmla="*/ 559042 w 1198834"/>
              <a:gd name="connsiteY12" fmla="*/ 1903027 h 2165917"/>
              <a:gd name="connsiteX13" fmla="*/ 490261 w 1198834"/>
              <a:gd name="connsiteY13" fmla="*/ 2114910 h 2165917"/>
              <a:gd name="connsiteX14" fmla="*/ 261192 w 1198834"/>
              <a:gd name="connsiteY14" fmla="*/ 1617091 h 2165917"/>
              <a:gd name="connsiteX15" fmla="*/ 192687 w 1198834"/>
              <a:gd name="connsiteY15" fmla="*/ 1173293 h 2165917"/>
              <a:gd name="connsiteX16" fmla="*/ 18038 w 1198834"/>
              <a:gd name="connsiteY16" fmla="*/ 801547 h 2165917"/>
              <a:gd name="connsiteX17" fmla="*/ 0 w 1198834"/>
              <a:gd name="connsiteY17" fmla="*/ 0 h 2165917"/>
              <a:gd name="connsiteX0" fmla="*/ 250021 w 1448855"/>
              <a:gd name="connsiteY0" fmla="*/ 0 h 2165917"/>
              <a:gd name="connsiteX1" fmla="*/ 836231 w 1448855"/>
              <a:gd name="connsiteY1" fmla="*/ 1032155 h 2165917"/>
              <a:gd name="connsiteX2" fmla="*/ 1047930 w 1448855"/>
              <a:gd name="connsiteY2" fmla="*/ 1186699 h 2165917"/>
              <a:gd name="connsiteX3" fmla="*/ 1357390 w 1448855"/>
              <a:gd name="connsiteY3" fmla="*/ 1558237 h 2165917"/>
              <a:gd name="connsiteX4" fmla="*/ 1444066 w 1448855"/>
              <a:gd name="connsiteY4" fmla="*/ 2026370 h 2165917"/>
              <a:gd name="connsiteX5" fmla="*/ 1374352 w 1448855"/>
              <a:gd name="connsiteY5" fmla="*/ 1988700 h 2165917"/>
              <a:gd name="connsiteX6" fmla="*/ 1361589 w 1448855"/>
              <a:gd name="connsiteY6" fmla="*/ 2136673 h 2165917"/>
              <a:gd name="connsiteX7" fmla="*/ 1284153 w 1448855"/>
              <a:gd name="connsiteY7" fmla="*/ 2061719 h 2165917"/>
              <a:gd name="connsiteX8" fmla="*/ 1253040 w 1448855"/>
              <a:gd name="connsiteY8" fmla="*/ 2164550 h 2165917"/>
              <a:gd name="connsiteX9" fmla="*/ 1141933 w 1448855"/>
              <a:gd name="connsiteY9" fmla="*/ 1713669 h 2165917"/>
              <a:gd name="connsiteX10" fmla="*/ 809064 w 1448855"/>
              <a:gd name="connsiteY10" fmla="*/ 1530712 h 2165917"/>
              <a:gd name="connsiteX11" fmla="*/ 772779 w 1448855"/>
              <a:gd name="connsiteY11" fmla="*/ 1681311 h 2165917"/>
              <a:gd name="connsiteX12" fmla="*/ 809063 w 1448855"/>
              <a:gd name="connsiteY12" fmla="*/ 1903027 h 2165917"/>
              <a:gd name="connsiteX13" fmla="*/ 740282 w 1448855"/>
              <a:gd name="connsiteY13" fmla="*/ 2114910 h 2165917"/>
              <a:gd name="connsiteX14" fmla="*/ 511213 w 1448855"/>
              <a:gd name="connsiteY14" fmla="*/ 1617091 h 2165917"/>
              <a:gd name="connsiteX15" fmla="*/ 442708 w 1448855"/>
              <a:gd name="connsiteY15" fmla="*/ 1173293 h 2165917"/>
              <a:gd name="connsiteX16" fmla="*/ 0 w 1448855"/>
              <a:gd name="connsiteY16" fmla="*/ 757085 h 2165917"/>
              <a:gd name="connsiteX17" fmla="*/ 250021 w 1448855"/>
              <a:gd name="connsiteY17" fmla="*/ 0 h 2165917"/>
              <a:gd name="connsiteX0" fmla="*/ 250021 w 1448855"/>
              <a:gd name="connsiteY0" fmla="*/ 0 h 2165917"/>
              <a:gd name="connsiteX1" fmla="*/ 836231 w 1448855"/>
              <a:gd name="connsiteY1" fmla="*/ 1032155 h 2165917"/>
              <a:gd name="connsiteX2" fmla="*/ 1047930 w 1448855"/>
              <a:gd name="connsiteY2" fmla="*/ 1186699 h 2165917"/>
              <a:gd name="connsiteX3" fmla="*/ 1357390 w 1448855"/>
              <a:gd name="connsiteY3" fmla="*/ 1558237 h 2165917"/>
              <a:gd name="connsiteX4" fmla="*/ 1444066 w 1448855"/>
              <a:gd name="connsiteY4" fmla="*/ 2026370 h 2165917"/>
              <a:gd name="connsiteX5" fmla="*/ 1374352 w 1448855"/>
              <a:gd name="connsiteY5" fmla="*/ 1988700 h 2165917"/>
              <a:gd name="connsiteX6" fmla="*/ 1361589 w 1448855"/>
              <a:gd name="connsiteY6" fmla="*/ 2136673 h 2165917"/>
              <a:gd name="connsiteX7" fmla="*/ 1284153 w 1448855"/>
              <a:gd name="connsiteY7" fmla="*/ 2061719 h 2165917"/>
              <a:gd name="connsiteX8" fmla="*/ 1253040 w 1448855"/>
              <a:gd name="connsiteY8" fmla="*/ 2164550 h 2165917"/>
              <a:gd name="connsiteX9" fmla="*/ 1141933 w 1448855"/>
              <a:gd name="connsiteY9" fmla="*/ 1713669 h 2165917"/>
              <a:gd name="connsiteX10" fmla="*/ 809064 w 1448855"/>
              <a:gd name="connsiteY10" fmla="*/ 1530712 h 2165917"/>
              <a:gd name="connsiteX11" fmla="*/ 772779 w 1448855"/>
              <a:gd name="connsiteY11" fmla="*/ 1681311 h 2165917"/>
              <a:gd name="connsiteX12" fmla="*/ 809063 w 1448855"/>
              <a:gd name="connsiteY12" fmla="*/ 1903027 h 2165917"/>
              <a:gd name="connsiteX13" fmla="*/ 740282 w 1448855"/>
              <a:gd name="connsiteY13" fmla="*/ 2114910 h 2165917"/>
              <a:gd name="connsiteX14" fmla="*/ 511213 w 1448855"/>
              <a:gd name="connsiteY14" fmla="*/ 1617091 h 2165917"/>
              <a:gd name="connsiteX15" fmla="*/ 442708 w 1448855"/>
              <a:gd name="connsiteY15" fmla="*/ 1173293 h 2165917"/>
              <a:gd name="connsiteX16" fmla="*/ 0 w 1448855"/>
              <a:gd name="connsiteY16" fmla="*/ 757085 h 2165917"/>
              <a:gd name="connsiteX17" fmla="*/ 250021 w 1448855"/>
              <a:gd name="connsiteY17" fmla="*/ 0 h 2165917"/>
              <a:gd name="connsiteX0" fmla="*/ 109668 w 1448855"/>
              <a:gd name="connsiteY0" fmla="*/ 0 h 2382353"/>
              <a:gd name="connsiteX1" fmla="*/ 836231 w 1448855"/>
              <a:gd name="connsiteY1" fmla="*/ 1248591 h 2382353"/>
              <a:gd name="connsiteX2" fmla="*/ 1047930 w 1448855"/>
              <a:gd name="connsiteY2" fmla="*/ 1403135 h 2382353"/>
              <a:gd name="connsiteX3" fmla="*/ 1357390 w 1448855"/>
              <a:gd name="connsiteY3" fmla="*/ 1774673 h 2382353"/>
              <a:gd name="connsiteX4" fmla="*/ 1444066 w 1448855"/>
              <a:gd name="connsiteY4" fmla="*/ 2242806 h 2382353"/>
              <a:gd name="connsiteX5" fmla="*/ 1374352 w 1448855"/>
              <a:gd name="connsiteY5" fmla="*/ 2205136 h 2382353"/>
              <a:gd name="connsiteX6" fmla="*/ 1361589 w 1448855"/>
              <a:gd name="connsiteY6" fmla="*/ 2353109 h 2382353"/>
              <a:gd name="connsiteX7" fmla="*/ 1284153 w 1448855"/>
              <a:gd name="connsiteY7" fmla="*/ 2278155 h 2382353"/>
              <a:gd name="connsiteX8" fmla="*/ 1253040 w 1448855"/>
              <a:gd name="connsiteY8" fmla="*/ 2380986 h 2382353"/>
              <a:gd name="connsiteX9" fmla="*/ 1141933 w 1448855"/>
              <a:gd name="connsiteY9" fmla="*/ 1930105 h 2382353"/>
              <a:gd name="connsiteX10" fmla="*/ 809064 w 1448855"/>
              <a:gd name="connsiteY10" fmla="*/ 1747148 h 2382353"/>
              <a:gd name="connsiteX11" fmla="*/ 772779 w 1448855"/>
              <a:gd name="connsiteY11" fmla="*/ 1897747 h 2382353"/>
              <a:gd name="connsiteX12" fmla="*/ 809063 w 1448855"/>
              <a:gd name="connsiteY12" fmla="*/ 2119463 h 2382353"/>
              <a:gd name="connsiteX13" fmla="*/ 740282 w 1448855"/>
              <a:gd name="connsiteY13" fmla="*/ 2331346 h 2382353"/>
              <a:gd name="connsiteX14" fmla="*/ 511213 w 1448855"/>
              <a:gd name="connsiteY14" fmla="*/ 1833527 h 2382353"/>
              <a:gd name="connsiteX15" fmla="*/ 442708 w 1448855"/>
              <a:gd name="connsiteY15" fmla="*/ 1389729 h 2382353"/>
              <a:gd name="connsiteX16" fmla="*/ 0 w 1448855"/>
              <a:gd name="connsiteY16" fmla="*/ 973521 h 2382353"/>
              <a:gd name="connsiteX17" fmla="*/ 109668 w 1448855"/>
              <a:gd name="connsiteY17" fmla="*/ 0 h 2382353"/>
              <a:gd name="connsiteX0" fmla="*/ 243702 w 1582889"/>
              <a:gd name="connsiteY0" fmla="*/ 0 h 2382353"/>
              <a:gd name="connsiteX1" fmla="*/ 970265 w 1582889"/>
              <a:gd name="connsiteY1" fmla="*/ 1248591 h 2382353"/>
              <a:gd name="connsiteX2" fmla="*/ 1181964 w 1582889"/>
              <a:gd name="connsiteY2" fmla="*/ 1403135 h 2382353"/>
              <a:gd name="connsiteX3" fmla="*/ 1491424 w 1582889"/>
              <a:gd name="connsiteY3" fmla="*/ 1774673 h 2382353"/>
              <a:gd name="connsiteX4" fmla="*/ 1578100 w 1582889"/>
              <a:gd name="connsiteY4" fmla="*/ 2242806 h 2382353"/>
              <a:gd name="connsiteX5" fmla="*/ 1508386 w 1582889"/>
              <a:gd name="connsiteY5" fmla="*/ 2205136 h 2382353"/>
              <a:gd name="connsiteX6" fmla="*/ 1495623 w 1582889"/>
              <a:gd name="connsiteY6" fmla="*/ 2353109 h 2382353"/>
              <a:gd name="connsiteX7" fmla="*/ 1418187 w 1582889"/>
              <a:gd name="connsiteY7" fmla="*/ 2278155 h 2382353"/>
              <a:gd name="connsiteX8" fmla="*/ 1387074 w 1582889"/>
              <a:gd name="connsiteY8" fmla="*/ 2380986 h 2382353"/>
              <a:gd name="connsiteX9" fmla="*/ 1275967 w 1582889"/>
              <a:gd name="connsiteY9" fmla="*/ 1930105 h 2382353"/>
              <a:gd name="connsiteX10" fmla="*/ 943098 w 1582889"/>
              <a:gd name="connsiteY10" fmla="*/ 1747148 h 2382353"/>
              <a:gd name="connsiteX11" fmla="*/ 906813 w 1582889"/>
              <a:gd name="connsiteY11" fmla="*/ 1897747 h 2382353"/>
              <a:gd name="connsiteX12" fmla="*/ 943097 w 1582889"/>
              <a:gd name="connsiteY12" fmla="*/ 2119463 h 2382353"/>
              <a:gd name="connsiteX13" fmla="*/ 874316 w 1582889"/>
              <a:gd name="connsiteY13" fmla="*/ 2331346 h 2382353"/>
              <a:gd name="connsiteX14" fmla="*/ 645247 w 1582889"/>
              <a:gd name="connsiteY14" fmla="*/ 1833527 h 2382353"/>
              <a:gd name="connsiteX15" fmla="*/ 576742 w 1582889"/>
              <a:gd name="connsiteY15" fmla="*/ 1389729 h 2382353"/>
              <a:gd name="connsiteX16" fmla="*/ 0 w 1582889"/>
              <a:gd name="connsiteY16" fmla="*/ 828153 h 2382353"/>
              <a:gd name="connsiteX17" fmla="*/ 243702 w 1582889"/>
              <a:gd name="connsiteY17" fmla="*/ 0 h 238235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951064 w 1590856"/>
              <a:gd name="connsiteY12" fmla="*/ 1976193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12460 w 1590856"/>
              <a:gd name="connsiteY13" fmla="*/ 2176948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64541 w 1590856"/>
              <a:gd name="connsiteY12" fmla="*/ 1965208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590856" h="2239083">
                <a:moveTo>
                  <a:pt x="307275" y="0"/>
                </a:moveTo>
                <a:cubicBezTo>
                  <a:pt x="502678" y="344052"/>
                  <a:pt x="782829" y="761269"/>
                  <a:pt x="978232" y="1105321"/>
                </a:cubicBezTo>
                <a:cubicBezTo>
                  <a:pt x="1050784" y="1151871"/>
                  <a:pt x="1075679" y="1171616"/>
                  <a:pt x="1189931" y="1259865"/>
                </a:cubicBezTo>
                <a:cubicBezTo>
                  <a:pt x="1276791" y="1347545"/>
                  <a:pt x="1433368" y="1491458"/>
                  <a:pt x="1499391" y="1631403"/>
                </a:cubicBezTo>
                <a:cubicBezTo>
                  <a:pt x="1532680" y="1799583"/>
                  <a:pt x="1610904" y="2065528"/>
                  <a:pt x="1586067" y="2099536"/>
                </a:cubicBezTo>
                <a:cubicBezTo>
                  <a:pt x="1574411" y="2111598"/>
                  <a:pt x="1547789" y="2095305"/>
                  <a:pt x="1516353" y="2061866"/>
                </a:cubicBezTo>
                <a:cubicBezTo>
                  <a:pt x="1518793" y="2138446"/>
                  <a:pt x="1516808" y="2197273"/>
                  <a:pt x="1503590" y="2209839"/>
                </a:cubicBezTo>
                <a:cubicBezTo>
                  <a:pt x="1487193" y="2221609"/>
                  <a:pt x="1456822" y="2189107"/>
                  <a:pt x="1426154" y="2134885"/>
                </a:cubicBezTo>
                <a:cubicBezTo>
                  <a:pt x="1417371" y="2189998"/>
                  <a:pt x="1407308" y="2229461"/>
                  <a:pt x="1395041" y="2237716"/>
                </a:cubicBezTo>
                <a:cubicBezTo>
                  <a:pt x="1347085" y="2261168"/>
                  <a:pt x="1281256" y="1977835"/>
                  <a:pt x="1283934" y="1786835"/>
                </a:cubicBezTo>
                <a:cubicBezTo>
                  <a:pt x="1209938" y="1641978"/>
                  <a:pt x="1013493" y="1604585"/>
                  <a:pt x="951065" y="1603878"/>
                </a:cubicBezTo>
                <a:cubicBezTo>
                  <a:pt x="890036" y="1615363"/>
                  <a:pt x="907830" y="1681504"/>
                  <a:pt x="914780" y="1754477"/>
                </a:cubicBezTo>
                <a:cubicBezTo>
                  <a:pt x="931157" y="1837897"/>
                  <a:pt x="1007725" y="1881210"/>
                  <a:pt x="1064541" y="1965208"/>
                </a:cubicBezTo>
                <a:cubicBezTo>
                  <a:pt x="1131741" y="2103968"/>
                  <a:pt x="1144235" y="2163803"/>
                  <a:pt x="1055852" y="2173239"/>
                </a:cubicBezTo>
                <a:cubicBezTo>
                  <a:pt x="1022185" y="2172465"/>
                  <a:pt x="790636" y="1931959"/>
                  <a:pt x="653214" y="1690257"/>
                </a:cubicBezTo>
                <a:cubicBezTo>
                  <a:pt x="585608" y="1542283"/>
                  <a:pt x="610343" y="1388340"/>
                  <a:pt x="584709" y="1246459"/>
                </a:cubicBezTo>
                <a:cubicBezTo>
                  <a:pt x="550141" y="1110536"/>
                  <a:pt x="169384" y="782819"/>
                  <a:pt x="0" y="661642"/>
                </a:cubicBezTo>
                <a:cubicBezTo>
                  <a:pt x="112443" y="400867"/>
                  <a:pt x="198981" y="291821"/>
                  <a:pt x="3072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5" name="Oval 22">
            <a:extLst>
              <a:ext uri="{FF2B5EF4-FFF2-40B4-BE49-F238E27FC236}">
                <a16:creationId xmlns:a16="http://schemas.microsoft.com/office/drawing/2014/main" id="{806AE2E1-3B9C-40B3-814C-37FB99237289}"/>
              </a:ext>
            </a:extLst>
          </p:cNvPr>
          <p:cNvSpPr>
            <a:spLocks/>
          </p:cNvSpPr>
          <p:nvPr/>
        </p:nvSpPr>
        <p:spPr>
          <a:xfrm>
            <a:off x="523417" y="968089"/>
            <a:ext cx="1402972" cy="1402972"/>
          </a:xfrm>
          <a:custGeom>
            <a:avLst/>
            <a:gdLst/>
            <a:ahLst/>
            <a:cxnLst/>
            <a:rect l="l" t="t" r="r" b="b"/>
            <a:pathLst>
              <a:path w="3880153" h="3953697">
                <a:moveTo>
                  <a:pt x="1455" y="3168352"/>
                </a:moveTo>
                <a:cubicBezTo>
                  <a:pt x="205207" y="3400679"/>
                  <a:pt x="634857" y="3494667"/>
                  <a:pt x="960501" y="3505633"/>
                </a:cubicBezTo>
                <a:cubicBezTo>
                  <a:pt x="1028690" y="3627447"/>
                  <a:pt x="1119686" y="3734676"/>
                  <a:pt x="1227538" y="3821974"/>
                </a:cubicBezTo>
                <a:cubicBezTo>
                  <a:pt x="1160267" y="3830083"/>
                  <a:pt x="1089308" y="3833153"/>
                  <a:pt x="1014889" y="3832102"/>
                </a:cubicBezTo>
                <a:cubicBezTo>
                  <a:pt x="621954" y="3837001"/>
                  <a:pt x="201774" y="3729237"/>
                  <a:pt x="6261" y="3480618"/>
                </a:cubicBezTo>
                <a:cubicBezTo>
                  <a:pt x="13084" y="3484795"/>
                  <a:pt x="14745" y="3457252"/>
                  <a:pt x="1455" y="3168352"/>
                </a:cubicBezTo>
                <a:close/>
                <a:moveTo>
                  <a:pt x="3880153" y="3138359"/>
                </a:moveTo>
                <a:cubicBezTo>
                  <a:pt x="3866863" y="3427259"/>
                  <a:pt x="3868524" y="3454802"/>
                  <a:pt x="3875347" y="3450625"/>
                </a:cubicBezTo>
                <a:cubicBezTo>
                  <a:pt x="3706183" y="3641999"/>
                  <a:pt x="3368822" y="3808933"/>
                  <a:pt x="2885642" y="3802109"/>
                </a:cubicBezTo>
                <a:cubicBezTo>
                  <a:pt x="2813626" y="3803007"/>
                  <a:pt x="2740694" y="3800121"/>
                  <a:pt x="2668496" y="3792296"/>
                </a:cubicBezTo>
                <a:cubicBezTo>
                  <a:pt x="2770475" y="3703843"/>
                  <a:pt x="2855364" y="3596451"/>
                  <a:pt x="2918364" y="3475766"/>
                </a:cubicBezTo>
                <a:cubicBezTo>
                  <a:pt x="3244332" y="3465202"/>
                  <a:pt x="3675828" y="3371339"/>
                  <a:pt x="3880153" y="3138359"/>
                </a:cubicBezTo>
                <a:close/>
                <a:moveTo>
                  <a:pt x="2029821" y="3074540"/>
                </a:moveTo>
                <a:cubicBezTo>
                  <a:pt x="2072358" y="3090570"/>
                  <a:pt x="2100256" y="3117016"/>
                  <a:pt x="2101178" y="3147049"/>
                </a:cubicBezTo>
                <a:cubicBezTo>
                  <a:pt x="2102135" y="3178198"/>
                  <a:pt x="2073853" y="3206004"/>
                  <a:pt x="2029821" y="3222855"/>
                </a:cubicBezTo>
                <a:close/>
                <a:moveTo>
                  <a:pt x="1455" y="2758032"/>
                </a:moveTo>
                <a:cubicBezTo>
                  <a:pt x="177591" y="2958870"/>
                  <a:pt x="522539" y="3056328"/>
                  <a:pt x="823260" y="3085716"/>
                </a:cubicBezTo>
                <a:cubicBezTo>
                  <a:pt x="836237" y="3203756"/>
                  <a:pt x="868282" y="3316114"/>
                  <a:pt x="916781" y="3419465"/>
                </a:cubicBezTo>
                <a:cubicBezTo>
                  <a:pt x="553826" y="3407844"/>
                  <a:pt x="185565" y="3298305"/>
                  <a:pt x="6261" y="3070298"/>
                </a:cubicBezTo>
                <a:cubicBezTo>
                  <a:pt x="13084" y="3074475"/>
                  <a:pt x="14745" y="3046932"/>
                  <a:pt x="1455" y="2758032"/>
                </a:cubicBezTo>
                <a:close/>
                <a:moveTo>
                  <a:pt x="3880153" y="2733869"/>
                </a:moveTo>
                <a:cubicBezTo>
                  <a:pt x="3866863" y="3022769"/>
                  <a:pt x="3868524" y="3050312"/>
                  <a:pt x="3875347" y="3046135"/>
                </a:cubicBezTo>
                <a:cubicBezTo>
                  <a:pt x="3714650" y="3227931"/>
                  <a:pt x="3402172" y="3387671"/>
                  <a:pt x="2957054" y="3395450"/>
                </a:cubicBezTo>
                <a:cubicBezTo>
                  <a:pt x="3001703" y="3291967"/>
                  <a:pt x="3030894" y="3180307"/>
                  <a:pt x="3041718" y="3063353"/>
                </a:cubicBezTo>
                <a:cubicBezTo>
                  <a:pt x="3346235" y="3035739"/>
                  <a:pt x="3700756" y="2938426"/>
                  <a:pt x="3880153" y="2733869"/>
                </a:cubicBezTo>
                <a:close/>
                <a:moveTo>
                  <a:pt x="1820161" y="2670546"/>
                </a:moveTo>
                <a:lnTo>
                  <a:pt x="1820161" y="2807794"/>
                </a:lnTo>
                <a:cubicBezTo>
                  <a:pt x="1784534" y="2791726"/>
                  <a:pt x="1761919" y="2767633"/>
                  <a:pt x="1761090" y="2740643"/>
                </a:cubicBezTo>
                <a:cubicBezTo>
                  <a:pt x="1760228" y="2712584"/>
                  <a:pt x="1783091" y="2687237"/>
                  <a:pt x="1820161" y="2670546"/>
                </a:cubicBezTo>
                <a:close/>
                <a:moveTo>
                  <a:pt x="1820161" y="2351698"/>
                </a:moveTo>
                <a:lnTo>
                  <a:pt x="1820161" y="2426781"/>
                </a:lnTo>
                <a:cubicBezTo>
                  <a:pt x="1541058" y="2454722"/>
                  <a:pt x="1332994" y="2587385"/>
                  <a:pt x="1337817" y="2744384"/>
                </a:cubicBezTo>
                <a:cubicBezTo>
                  <a:pt x="1342529" y="2897779"/>
                  <a:pt x="1548926" y="3024362"/>
                  <a:pt x="1820161" y="3051732"/>
                </a:cubicBezTo>
                <a:lnTo>
                  <a:pt x="1820161" y="3217389"/>
                </a:lnTo>
                <a:cubicBezTo>
                  <a:pt x="1786002" y="3201854"/>
                  <a:pt x="1763663" y="3178972"/>
                  <a:pt x="1761274" y="3153060"/>
                </a:cubicBezTo>
                <a:lnTo>
                  <a:pt x="1338460" y="3164281"/>
                </a:lnTo>
                <a:cubicBezTo>
                  <a:pt x="1352256" y="3313879"/>
                  <a:pt x="1556620" y="3434536"/>
                  <a:pt x="1820161" y="3461071"/>
                </a:cubicBezTo>
                <a:lnTo>
                  <a:pt x="1820161" y="3539697"/>
                </a:lnTo>
                <a:lnTo>
                  <a:pt x="2029821" y="3539697"/>
                </a:lnTo>
                <a:lnTo>
                  <a:pt x="2029821" y="3462128"/>
                </a:lnTo>
                <a:cubicBezTo>
                  <a:pt x="2315071" y="3436849"/>
                  <a:pt x="2529344" y="3302606"/>
                  <a:pt x="2524450" y="3143308"/>
                </a:cubicBezTo>
                <a:cubicBezTo>
                  <a:pt x="2519668" y="2987610"/>
                  <a:pt x="2307099" y="2859535"/>
                  <a:pt x="2029821" y="2834965"/>
                </a:cubicBezTo>
                <a:lnTo>
                  <a:pt x="2029821" y="2665297"/>
                </a:lnTo>
                <a:cubicBezTo>
                  <a:pt x="2070848" y="2680600"/>
                  <a:pt x="2098329" y="2705732"/>
                  <a:pt x="2100994" y="2734632"/>
                </a:cubicBezTo>
                <a:lnTo>
                  <a:pt x="2523807" y="2723411"/>
                </a:lnTo>
                <a:cubicBezTo>
                  <a:pt x="2509797" y="2571487"/>
                  <a:pt x="2299247" y="2449410"/>
                  <a:pt x="2029821" y="2425195"/>
                </a:cubicBezTo>
                <a:lnTo>
                  <a:pt x="2029821" y="2351698"/>
                </a:lnTo>
                <a:close/>
                <a:moveTo>
                  <a:pt x="1455" y="2347712"/>
                </a:moveTo>
                <a:cubicBezTo>
                  <a:pt x="183117" y="2554851"/>
                  <a:pt x="544352" y="2652021"/>
                  <a:pt x="851373" y="2678440"/>
                </a:cubicBezTo>
                <a:cubicBezTo>
                  <a:pt x="827251" y="2766976"/>
                  <a:pt x="815133" y="2860130"/>
                  <a:pt x="815133" y="2956114"/>
                </a:cubicBezTo>
                <a:cubicBezTo>
                  <a:pt x="815133" y="2971896"/>
                  <a:pt x="815461" y="2987602"/>
                  <a:pt x="817509" y="3003166"/>
                </a:cubicBezTo>
                <a:cubicBezTo>
                  <a:pt x="488191" y="2976547"/>
                  <a:pt x="169203" y="2867179"/>
                  <a:pt x="6261" y="2659978"/>
                </a:cubicBezTo>
                <a:cubicBezTo>
                  <a:pt x="13084" y="2664155"/>
                  <a:pt x="14745" y="2636612"/>
                  <a:pt x="1455" y="2347712"/>
                </a:cubicBezTo>
                <a:close/>
                <a:moveTo>
                  <a:pt x="3880153" y="2329379"/>
                </a:moveTo>
                <a:cubicBezTo>
                  <a:pt x="3866863" y="2618279"/>
                  <a:pt x="3868524" y="2645822"/>
                  <a:pt x="3875347" y="2641645"/>
                </a:cubicBezTo>
                <a:cubicBezTo>
                  <a:pt x="3725516" y="2811149"/>
                  <a:pt x="3443734" y="2961479"/>
                  <a:pt x="3045509" y="2988274"/>
                </a:cubicBezTo>
                <a:lnTo>
                  <a:pt x="3047133" y="2956114"/>
                </a:lnTo>
                <a:cubicBezTo>
                  <a:pt x="3047133" y="2854429"/>
                  <a:pt x="3033534" y="2755921"/>
                  <a:pt x="3006831" y="2662641"/>
                </a:cubicBezTo>
                <a:cubicBezTo>
                  <a:pt x="3318650" y="2638590"/>
                  <a:pt x="3693842" y="2541819"/>
                  <a:pt x="3880153" y="2329379"/>
                </a:cubicBezTo>
                <a:close/>
                <a:moveTo>
                  <a:pt x="1931133" y="1937697"/>
                </a:moveTo>
                <a:cubicBezTo>
                  <a:pt x="2487898" y="1937697"/>
                  <a:pt x="2939245" y="2388994"/>
                  <a:pt x="2939245" y="2945697"/>
                </a:cubicBezTo>
                <a:cubicBezTo>
                  <a:pt x="2939245" y="3502400"/>
                  <a:pt x="2487898" y="3953697"/>
                  <a:pt x="1931133" y="3953697"/>
                </a:cubicBezTo>
                <a:cubicBezTo>
                  <a:pt x="1374368" y="3953697"/>
                  <a:pt x="923021" y="3502400"/>
                  <a:pt x="923021" y="2945697"/>
                </a:cubicBezTo>
                <a:cubicBezTo>
                  <a:pt x="923021" y="2388994"/>
                  <a:pt x="1374368" y="1937697"/>
                  <a:pt x="1931133" y="1937697"/>
                </a:cubicBezTo>
                <a:close/>
                <a:moveTo>
                  <a:pt x="1455" y="1937392"/>
                </a:moveTo>
                <a:cubicBezTo>
                  <a:pt x="214734" y="2180582"/>
                  <a:pt x="675532" y="2272194"/>
                  <a:pt x="1005427" y="2276729"/>
                </a:cubicBezTo>
                <a:lnTo>
                  <a:pt x="1048467" y="2274995"/>
                </a:lnTo>
                <a:cubicBezTo>
                  <a:pt x="973036" y="2370730"/>
                  <a:pt x="913948" y="2479702"/>
                  <a:pt x="874973" y="2597837"/>
                </a:cubicBezTo>
                <a:cubicBezTo>
                  <a:pt x="525848" y="2578625"/>
                  <a:pt x="178686" y="2468917"/>
                  <a:pt x="6261" y="2249658"/>
                </a:cubicBezTo>
                <a:cubicBezTo>
                  <a:pt x="13084" y="2253835"/>
                  <a:pt x="14745" y="2226292"/>
                  <a:pt x="1455" y="1937392"/>
                </a:cubicBezTo>
                <a:close/>
                <a:moveTo>
                  <a:pt x="3880153" y="1924889"/>
                </a:moveTo>
                <a:cubicBezTo>
                  <a:pt x="3866863" y="2213789"/>
                  <a:pt x="3868524" y="2241332"/>
                  <a:pt x="3875347" y="2237155"/>
                </a:cubicBezTo>
                <a:cubicBezTo>
                  <a:pt x="3717776" y="2415415"/>
                  <a:pt x="3414270" y="2572469"/>
                  <a:pt x="2982846" y="2585687"/>
                </a:cubicBezTo>
                <a:cubicBezTo>
                  <a:pt x="2942265" y="2466665"/>
                  <a:pt x="2881020" y="2357243"/>
                  <a:pt x="2803561" y="2261302"/>
                </a:cubicBezTo>
                <a:cubicBezTo>
                  <a:pt x="2828324" y="2263132"/>
                  <a:pt x="2852587" y="2263902"/>
                  <a:pt x="2876180" y="2264226"/>
                </a:cubicBezTo>
                <a:cubicBezTo>
                  <a:pt x="3206076" y="2259691"/>
                  <a:pt x="3666874" y="2168079"/>
                  <a:pt x="3880153" y="1924889"/>
                </a:cubicBezTo>
                <a:close/>
                <a:moveTo>
                  <a:pt x="2970728" y="1742046"/>
                </a:moveTo>
                <a:cubicBezTo>
                  <a:pt x="3013265" y="1749515"/>
                  <a:pt x="3041163" y="1761838"/>
                  <a:pt x="3042085" y="1775832"/>
                </a:cubicBezTo>
                <a:cubicBezTo>
                  <a:pt x="3043042" y="1790346"/>
                  <a:pt x="3014760" y="1803303"/>
                  <a:pt x="2970728" y="1811155"/>
                </a:cubicBezTo>
                <a:close/>
                <a:moveTo>
                  <a:pt x="2761068" y="1553800"/>
                </a:moveTo>
                <a:lnTo>
                  <a:pt x="2761068" y="1617752"/>
                </a:lnTo>
                <a:cubicBezTo>
                  <a:pt x="2725441" y="1610265"/>
                  <a:pt x="2702826" y="1599039"/>
                  <a:pt x="2701997" y="1586462"/>
                </a:cubicBezTo>
                <a:cubicBezTo>
                  <a:pt x="2701135" y="1573388"/>
                  <a:pt x="2723998" y="1561577"/>
                  <a:pt x="2761068" y="1553800"/>
                </a:cubicBezTo>
                <a:close/>
                <a:moveTo>
                  <a:pt x="2761068" y="1405229"/>
                </a:moveTo>
                <a:lnTo>
                  <a:pt x="2761068" y="1440215"/>
                </a:lnTo>
                <a:cubicBezTo>
                  <a:pt x="2481965" y="1453234"/>
                  <a:pt x="2273901" y="1515050"/>
                  <a:pt x="2278724" y="1588206"/>
                </a:cubicBezTo>
                <a:cubicBezTo>
                  <a:pt x="2283436" y="1659682"/>
                  <a:pt x="2489833" y="1718665"/>
                  <a:pt x="2761068" y="1731418"/>
                </a:cubicBezTo>
                <a:lnTo>
                  <a:pt x="2761068" y="1808608"/>
                </a:lnTo>
                <a:cubicBezTo>
                  <a:pt x="2726909" y="1801369"/>
                  <a:pt x="2704570" y="1790707"/>
                  <a:pt x="2702181" y="1778633"/>
                </a:cubicBezTo>
                <a:lnTo>
                  <a:pt x="2279367" y="1783861"/>
                </a:lnTo>
                <a:cubicBezTo>
                  <a:pt x="2293163" y="1853568"/>
                  <a:pt x="2497527" y="1909790"/>
                  <a:pt x="2761068" y="1922154"/>
                </a:cubicBezTo>
                <a:lnTo>
                  <a:pt x="2761068" y="1958791"/>
                </a:lnTo>
                <a:lnTo>
                  <a:pt x="2970728" y="1958791"/>
                </a:lnTo>
                <a:lnTo>
                  <a:pt x="2970728" y="1922647"/>
                </a:lnTo>
                <a:cubicBezTo>
                  <a:pt x="3255978" y="1910868"/>
                  <a:pt x="3470251" y="1848316"/>
                  <a:pt x="3465357" y="1774089"/>
                </a:cubicBezTo>
                <a:cubicBezTo>
                  <a:pt x="3460575" y="1701540"/>
                  <a:pt x="3248006" y="1641862"/>
                  <a:pt x="2970728" y="1630413"/>
                </a:cubicBezTo>
                <a:lnTo>
                  <a:pt x="2970728" y="1551354"/>
                </a:lnTo>
                <a:cubicBezTo>
                  <a:pt x="3011755" y="1558485"/>
                  <a:pt x="3039236" y="1570195"/>
                  <a:pt x="3041901" y="1583662"/>
                </a:cubicBezTo>
                <a:lnTo>
                  <a:pt x="3464714" y="1578433"/>
                </a:lnTo>
                <a:cubicBezTo>
                  <a:pt x="3450704" y="1507642"/>
                  <a:pt x="3240154" y="1450759"/>
                  <a:pt x="2970728" y="1439476"/>
                </a:cubicBezTo>
                <a:lnTo>
                  <a:pt x="2970728" y="1405229"/>
                </a:lnTo>
                <a:close/>
                <a:moveTo>
                  <a:pt x="2872041" y="1244391"/>
                </a:moveTo>
                <a:cubicBezTo>
                  <a:pt x="3428806" y="1244391"/>
                  <a:pt x="3880153" y="1453922"/>
                  <a:pt x="3880153" y="1712391"/>
                </a:cubicBezTo>
                <a:cubicBezTo>
                  <a:pt x="3880153" y="1970860"/>
                  <a:pt x="3428806" y="2180391"/>
                  <a:pt x="2872041" y="2180391"/>
                </a:cubicBezTo>
                <a:cubicBezTo>
                  <a:pt x="2823092" y="2180391"/>
                  <a:pt x="2774958" y="2178772"/>
                  <a:pt x="2727893" y="2175376"/>
                </a:cubicBezTo>
                <a:cubicBezTo>
                  <a:pt x="2525684" y="1968353"/>
                  <a:pt x="2243385" y="1840114"/>
                  <a:pt x="1931133" y="1840114"/>
                </a:cubicBezTo>
                <a:cubicBezTo>
                  <a:pt x="1612467" y="1840114"/>
                  <a:pt x="1324996" y="1973676"/>
                  <a:pt x="1122380" y="2188572"/>
                </a:cubicBezTo>
                <a:cubicBezTo>
                  <a:pt x="1087421" y="2190857"/>
                  <a:pt x="1051575" y="2191340"/>
                  <a:pt x="1014889" y="2190822"/>
                </a:cubicBezTo>
                <a:cubicBezTo>
                  <a:pt x="621954" y="2195721"/>
                  <a:pt x="201774" y="2087957"/>
                  <a:pt x="6261" y="1839338"/>
                </a:cubicBezTo>
                <a:cubicBezTo>
                  <a:pt x="13084" y="1843515"/>
                  <a:pt x="14745" y="1815972"/>
                  <a:pt x="1455" y="1527072"/>
                </a:cubicBezTo>
                <a:cubicBezTo>
                  <a:pt x="214734" y="1770262"/>
                  <a:pt x="675532" y="1861874"/>
                  <a:pt x="1005427" y="1866409"/>
                </a:cubicBezTo>
                <a:cubicBezTo>
                  <a:pt x="1278600" y="1862654"/>
                  <a:pt x="1641530" y="1799192"/>
                  <a:pt x="1878042" y="1637444"/>
                </a:cubicBezTo>
                <a:cubicBezTo>
                  <a:pt x="1954537" y="1414404"/>
                  <a:pt x="2370521" y="1244391"/>
                  <a:pt x="2872041" y="1244391"/>
                </a:cubicBezTo>
                <a:close/>
                <a:moveTo>
                  <a:pt x="1455" y="1116752"/>
                </a:moveTo>
                <a:cubicBezTo>
                  <a:pt x="214734" y="1359942"/>
                  <a:pt x="675532" y="1451554"/>
                  <a:pt x="1005427" y="1456089"/>
                </a:cubicBezTo>
                <a:cubicBezTo>
                  <a:pt x="1335323" y="1451554"/>
                  <a:pt x="1796121" y="1359942"/>
                  <a:pt x="2009400" y="1116752"/>
                </a:cubicBezTo>
                <a:cubicBezTo>
                  <a:pt x="1996110" y="1405652"/>
                  <a:pt x="1997771" y="1433195"/>
                  <a:pt x="2004594" y="1429018"/>
                </a:cubicBezTo>
                <a:cubicBezTo>
                  <a:pt x="1835430" y="1620392"/>
                  <a:pt x="1498069" y="1787326"/>
                  <a:pt x="1014889" y="1780502"/>
                </a:cubicBezTo>
                <a:cubicBezTo>
                  <a:pt x="621954" y="1785401"/>
                  <a:pt x="201774" y="1677637"/>
                  <a:pt x="6261" y="1429018"/>
                </a:cubicBezTo>
                <a:cubicBezTo>
                  <a:pt x="13084" y="1433195"/>
                  <a:pt x="14745" y="1405652"/>
                  <a:pt x="1455" y="1116752"/>
                </a:cubicBezTo>
                <a:close/>
                <a:moveTo>
                  <a:pt x="1455" y="706432"/>
                </a:moveTo>
                <a:cubicBezTo>
                  <a:pt x="214734" y="949622"/>
                  <a:pt x="675532" y="1041234"/>
                  <a:pt x="1005427" y="1045769"/>
                </a:cubicBezTo>
                <a:cubicBezTo>
                  <a:pt x="1335323" y="1041234"/>
                  <a:pt x="1796121" y="949622"/>
                  <a:pt x="2009400" y="706432"/>
                </a:cubicBezTo>
                <a:cubicBezTo>
                  <a:pt x="1996110" y="995332"/>
                  <a:pt x="1997771" y="1022875"/>
                  <a:pt x="2004594" y="1018698"/>
                </a:cubicBezTo>
                <a:cubicBezTo>
                  <a:pt x="1835430" y="1210072"/>
                  <a:pt x="1498069" y="1377006"/>
                  <a:pt x="1014889" y="1370182"/>
                </a:cubicBezTo>
                <a:cubicBezTo>
                  <a:pt x="621954" y="1375081"/>
                  <a:pt x="201774" y="1267317"/>
                  <a:pt x="6261" y="1018698"/>
                </a:cubicBezTo>
                <a:cubicBezTo>
                  <a:pt x="13084" y="1022875"/>
                  <a:pt x="14745" y="995332"/>
                  <a:pt x="1455" y="706432"/>
                </a:cubicBezTo>
                <a:close/>
                <a:moveTo>
                  <a:pt x="1106799" y="489687"/>
                </a:moveTo>
                <a:cubicBezTo>
                  <a:pt x="1149336" y="497156"/>
                  <a:pt x="1177233" y="509479"/>
                  <a:pt x="1178156" y="523473"/>
                </a:cubicBezTo>
                <a:cubicBezTo>
                  <a:pt x="1179112" y="537987"/>
                  <a:pt x="1150831" y="550944"/>
                  <a:pt x="1106799" y="558796"/>
                </a:cubicBezTo>
                <a:close/>
                <a:moveTo>
                  <a:pt x="897139" y="301441"/>
                </a:moveTo>
                <a:lnTo>
                  <a:pt x="897139" y="365393"/>
                </a:lnTo>
                <a:cubicBezTo>
                  <a:pt x="861512" y="357906"/>
                  <a:pt x="838897" y="346680"/>
                  <a:pt x="838068" y="334103"/>
                </a:cubicBezTo>
                <a:cubicBezTo>
                  <a:pt x="837206" y="321029"/>
                  <a:pt x="860069" y="309218"/>
                  <a:pt x="897139" y="301441"/>
                </a:cubicBezTo>
                <a:close/>
                <a:moveTo>
                  <a:pt x="897139" y="152870"/>
                </a:moveTo>
                <a:lnTo>
                  <a:pt x="897139" y="187856"/>
                </a:lnTo>
                <a:cubicBezTo>
                  <a:pt x="618036" y="200875"/>
                  <a:pt x="409972" y="262691"/>
                  <a:pt x="414795" y="335847"/>
                </a:cubicBezTo>
                <a:cubicBezTo>
                  <a:pt x="419507" y="407323"/>
                  <a:pt x="625904" y="466306"/>
                  <a:pt x="897139" y="479059"/>
                </a:cubicBezTo>
                <a:lnTo>
                  <a:pt x="897139" y="556249"/>
                </a:lnTo>
                <a:cubicBezTo>
                  <a:pt x="862980" y="549010"/>
                  <a:pt x="840641" y="538348"/>
                  <a:pt x="838251" y="526274"/>
                </a:cubicBezTo>
                <a:lnTo>
                  <a:pt x="415438" y="531502"/>
                </a:lnTo>
                <a:cubicBezTo>
                  <a:pt x="429234" y="601209"/>
                  <a:pt x="633598" y="657431"/>
                  <a:pt x="897139" y="669795"/>
                </a:cubicBezTo>
                <a:lnTo>
                  <a:pt x="897139" y="706432"/>
                </a:lnTo>
                <a:lnTo>
                  <a:pt x="1106799" y="706432"/>
                </a:lnTo>
                <a:lnTo>
                  <a:pt x="1106799" y="670288"/>
                </a:lnTo>
                <a:cubicBezTo>
                  <a:pt x="1392049" y="658509"/>
                  <a:pt x="1606322" y="595956"/>
                  <a:pt x="1601428" y="521730"/>
                </a:cubicBezTo>
                <a:cubicBezTo>
                  <a:pt x="1596646" y="449181"/>
                  <a:pt x="1384077" y="389502"/>
                  <a:pt x="1106799" y="378054"/>
                </a:cubicBezTo>
                <a:lnTo>
                  <a:pt x="1106799" y="298995"/>
                </a:lnTo>
                <a:cubicBezTo>
                  <a:pt x="1147826" y="306126"/>
                  <a:pt x="1175307" y="317836"/>
                  <a:pt x="1177972" y="331303"/>
                </a:cubicBezTo>
                <a:lnTo>
                  <a:pt x="1600785" y="326074"/>
                </a:lnTo>
                <a:cubicBezTo>
                  <a:pt x="1586775" y="255283"/>
                  <a:pt x="1376225" y="198400"/>
                  <a:pt x="1106799" y="187117"/>
                </a:cubicBezTo>
                <a:lnTo>
                  <a:pt x="1106799" y="152870"/>
                </a:lnTo>
                <a:close/>
                <a:moveTo>
                  <a:pt x="1008112" y="0"/>
                </a:moveTo>
                <a:cubicBezTo>
                  <a:pt x="1564877" y="0"/>
                  <a:pt x="2016224" y="209531"/>
                  <a:pt x="2016224" y="468000"/>
                </a:cubicBezTo>
                <a:cubicBezTo>
                  <a:pt x="2016224" y="726469"/>
                  <a:pt x="1564877" y="936000"/>
                  <a:pt x="1008112" y="936000"/>
                </a:cubicBezTo>
                <a:cubicBezTo>
                  <a:pt x="451347" y="936000"/>
                  <a:pt x="0" y="726469"/>
                  <a:pt x="0" y="468000"/>
                </a:cubicBezTo>
                <a:cubicBezTo>
                  <a:pt x="0" y="209531"/>
                  <a:pt x="451347" y="0"/>
                  <a:pt x="10081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Freeform 36">
            <a:extLst>
              <a:ext uri="{FF2B5EF4-FFF2-40B4-BE49-F238E27FC236}">
                <a16:creationId xmlns:a16="http://schemas.microsoft.com/office/drawing/2014/main" id="{7C875A96-A1D5-45D4-92B1-0B13E89F52C5}"/>
              </a:ext>
            </a:extLst>
          </p:cNvPr>
          <p:cNvSpPr/>
          <p:nvPr/>
        </p:nvSpPr>
        <p:spPr>
          <a:xfrm flipH="1">
            <a:off x="0" y="2212643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9E6D9DC-548B-4546-90AC-5211107DD8CD}"/>
              </a:ext>
            </a:extLst>
          </p:cNvPr>
          <p:cNvSpPr/>
          <p:nvPr/>
        </p:nvSpPr>
        <p:spPr>
          <a:xfrm>
            <a:off x="1545193" y="2420765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DB18033-17C3-442E-BB1C-44A00750316B}"/>
              </a:ext>
            </a:extLst>
          </p:cNvPr>
          <p:cNvGrpSpPr/>
          <p:nvPr/>
        </p:nvGrpSpPr>
        <p:grpSpPr>
          <a:xfrm>
            <a:off x="2423425" y="2728572"/>
            <a:ext cx="1560200" cy="2267554"/>
            <a:chOff x="2447282" y="2285094"/>
            <a:chExt cx="1560200" cy="2267554"/>
          </a:xfrm>
        </p:grpSpPr>
        <p:grpSp>
          <p:nvGrpSpPr>
            <p:cNvPr id="59" name="Group 7">
              <a:extLst>
                <a:ext uri="{FF2B5EF4-FFF2-40B4-BE49-F238E27FC236}">
                  <a16:creationId xmlns:a16="http://schemas.microsoft.com/office/drawing/2014/main" id="{F2D3FDC8-526B-4D05-BCEF-5B88420EEFE5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64" name="Group 20">
                <a:extLst>
                  <a:ext uri="{FF2B5EF4-FFF2-40B4-BE49-F238E27FC236}">
                    <a16:creationId xmlns:a16="http://schemas.microsoft.com/office/drawing/2014/main" id="{0BB26C30-59F2-4438-8596-082E141D9032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69" name="Oval 1">
                  <a:extLst>
                    <a:ext uri="{FF2B5EF4-FFF2-40B4-BE49-F238E27FC236}">
                      <a16:creationId xmlns:a16="http://schemas.microsoft.com/office/drawing/2014/main" id="{33CE50D4-5A82-456B-8A0B-E17074037B4B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Oval 1">
                  <a:extLst>
                    <a:ext uri="{FF2B5EF4-FFF2-40B4-BE49-F238E27FC236}">
                      <a16:creationId xmlns:a16="http://schemas.microsoft.com/office/drawing/2014/main" id="{9066D302-DFEC-45A8-9E33-298B0B7F75CD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1" name="Oval 1">
                  <a:extLst>
                    <a:ext uri="{FF2B5EF4-FFF2-40B4-BE49-F238E27FC236}">
                      <a16:creationId xmlns:a16="http://schemas.microsoft.com/office/drawing/2014/main" id="{7D0BAC73-52F1-4055-900D-47E92CEF29DB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2" name="Oval 1">
                  <a:extLst>
                    <a:ext uri="{FF2B5EF4-FFF2-40B4-BE49-F238E27FC236}">
                      <a16:creationId xmlns:a16="http://schemas.microsoft.com/office/drawing/2014/main" id="{701F5698-D4D3-4673-A2FF-C5A2CA6ED5DA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65" name="Group 31">
                <a:extLst>
                  <a:ext uri="{FF2B5EF4-FFF2-40B4-BE49-F238E27FC236}">
                    <a16:creationId xmlns:a16="http://schemas.microsoft.com/office/drawing/2014/main" id="{0744C440-0E38-4638-BEC8-0B2A98B29A6D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66" name="Block Arc 13">
                  <a:extLst>
                    <a:ext uri="{FF2B5EF4-FFF2-40B4-BE49-F238E27FC236}">
                      <a16:creationId xmlns:a16="http://schemas.microsoft.com/office/drawing/2014/main" id="{CDB609BF-1A54-4250-8594-1FB8E857D02C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Round Same Side Corner Rectangle 30">
                  <a:extLst>
                    <a:ext uri="{FF2B5EF4-FFF2-40B4-BE49-F238E27FC236}">
                      <a16:creationId xmlns:a16="http://schemas.microsoft.com/office/drawing/2014/main" id="{63F30FB6-1C2A-4F8D-81F1-FD16F358AEBC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8" name="Round Same Side Corner Rectangle 33">
                  <a:extLst>
                    <a:ext uri="{FF2B5EF4-FFF2-40B4-BE49-F238E27FC236}">
                      <a16:creationId xmlns:a16="http://schemas.microsoft.com/office/drawing/2014/main" id="{2B4C5018-F4E2-4645-B372-970B14D61D0C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AE17D59F-BF27-4427-9528-4BA1D163383F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39A28F03-BCED-4E86-8F7E-4A5CA43CB7ED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FDA315A9-7A98-4ED7-8065-CAA1D61D7704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2BD7F081-C287-40AD-BE9C-6C96CFBD84AB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131D2B8-04F1-42BB-B10A-67253CA02442}"/>
              </a:ext>
            </a:extLst>
          </p:cNvPr>
          <p:cNvGrpSpPr/>
          <p:nvPr/>
        </p:nvGrpSpPr>
        <p:grpSpPr>
          <a:xfrm>
            <a:off x="5340958" y="1418256"/>
            <a:ext cx="4072322" cy="1380139"/>
            <a:chOff x="1440114" y="2091382"/>
            <a:chExt cx="9927868" cy="3364624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0E205537-4FDC-45AB-B307-0BB5E84635BC}"/>
                </a:ext>
              </a:extLst>
            </p:cNvPr>
            <p:cNvGrpSpPr/>
            <p:nvPr/>
          </p:nvGrpSpPr>
          <p:grpSpPr>
            <a:xfrm>
              <a:off x="6174009" y="2430334"/>
              <a:ext cx="1145945" cy="1726055"/>
              <a:chOff x="6150565" y="3254095"/>
              <a:chExt cx="979312" cy="1475068"/>
            </a:xfrm>
          </p:grpSpPr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C730A089-6322-45D1-804A-10328CA5C4DB}"/>
                  </a:ext>
                </a:extLst>
              </p:cNvPr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avLst/>
                <a:gdLst>
                  <a:gd name="connsiteX0" fmla="*/ 182319 w 931229"/>
                  <a:gd name="connsiteY0" fmla="*/ 476834 h 617079"/>
                  <a:gd name="connsiteX1" fmla="*/ 423541 w 931229"/>
                  <a:gd name="connsiteY1" fmla="*/ 339394 h 617079"/>
                  <a:gd name="connsiteX2" fmla="*/ 516103 w 931229"/>
                  <a:gd name="connsiteY2" fmla="*/ 617079 h 617079"/>
                  <a:gd name="connsiteX3" fmla="*/ 0 w 931229"/>
                  <a:gd name="connsiteY3" fmla="*/ 448785 h 617079"/>
                  <a:gd name="connsiteX4" fmla="*/ 274881 w 931229"/>
                  <a:gd name="connsiteY4" fmla="*/ 0 h 617079"/>
                  <a:gd name="connsiteX5" fmla="*/ 504883 w 931229"/>
                  <a:gd name="connsiteY5" fmla="*/ 235612 h 617079"/>
                  <a:gd name="connsiteX6" fmla="*/ 765740 w 931229"/>
                  <a:gd name="connsiteY6" fmla="*/ 159879 h 617079"/>
                  <a:gd name="connsiteX7" fmla="*/ 931229 w 931229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68"/>
                  <a:gd name="connsiteY0" fmla="*/ 476834 h 617079"/>
                  <a:gd name="connsiteX1" fmla="*/ 423541 w 931968"/>
                  <a:gd name="connsiteY1" fmla="*/ 339394 h 617079"/>
                  <a:gd name="connsiteX2" fmla="*/ 516103 w 931968"/>
                  <a:gd name="connsiteY2" fmla="*/ 617079 h 617079"/>
                  <a:gd name="connsiteX3" fmla="*/ 0 w 931968"/>
                  <a:gd name="connsiteY3" fmla="*/ 448785 h 617079"/>
                  <a:gd name="connsiteX4" fmla="*/ 274881 w 931968"/>
                  <a:gd name="connsiteY4" fmla="*/ 0 h 617079"/>
                  <a:gd name="connsiteX5" fmla="*/ 504883 w 931968"/>
                  <a:gd name="connsiteY5" fmla="*/ 235612 h 617079"/>
                  <a:gd name="connsiteX6" fmla="*/ 765740 w 931968"/>
                  <a:gd name="connsiteY6" fmla="*/ 159879 h 617079"/>
                  <a:gd name="connsiteX7" fmla="*/ 931229 w 93196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4161"/>
                  <a:gd name="connsiteY0" fmla="*/ 476834 h 617079"/>
                  <a:gd name="connsiteX1" fmla="*/ 423541 w 934161"/>
                  <a:gd name="connsiteY1" fmla="*/ 339394 h 617079"/>
                  <a:gd name="connsiteX2" fmla="*/ 516103 w 934161"/>
                  <a:gd name="connsiteY2" fmla="*/ 617079 h 617079"/>
                  <a:gd name="connsiteX3" fmla="*/ 0 w 934161"/>
                  <a:gd name="connsiteY3" fmla="*/ 448785 h 617079"/>
                  <a:gd name="connsiteX4" fmla="*/ 274881 w 934161"/>
                  <a:gd name="connsiteY4" fmla="*/ 0 h 617079"/>
                  <a:gd name="connsiteX5" fmla="*/ 477341 w 934161"/>
                  <a:gd name="connsiteY5" fmla="*/ 243874 h 617079"/>
                  <a:gd name="connsiteX6" fmla="*/ 787773 w 934161"/>
                  <a:gd name="connsiteY6" fmla="*/ 162633 h 617079"/>
                  <a:gd name="connsiteX7" fmla="*/ 931229 w 934161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5016"/>
                  <a:gd name="connsiteY0" fmla="*/ 476834 h 617079"/>
                  <a:gd name="connsiteX1" fmla="*/ 423541 w 935016"/>
                  <a:gd name="connsiteY1" fmla="*/ 339394 h 617079"/>
                  <a:gd name="connsiteX2" fmla="*/ 516103 w 935016"/>
                  <a:gd name="connsiteY2" fmla="*/ 617079 h 617079"/>
                  <a:gd name="connsiteX3" fmla="*/ 0 w 935016"/>
                  <a:gd name="connsiteY3" fmla="*/ 448785 h 617079"/>
                  <a:gd name="connsiteX4" fmla="*/ 274881 w 935016"/>
                  <a:gd name="connsiteY4" fmla="*/ 0 h 617079"/>
                  <a:gd name="connsiteX5" fmla="*/ 477341 w 935016"/>
                  <a:gd name="connsiteY5" fmla="*/ 243874 h 617079"/>
                  <a:gd name="connsiteX6" fmla="*/ 782265 w 935016"/>
                  <a:gd name="connsiteY6" fmla="*/ 143353 h 617079"/>
                  <a:gd name="connsiteX7" fmla="*/ 931229 w 935016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77341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60286 w 910740"/>
                  <a:gd name="connsiteY0" fmla="*/ 478537 h 618782"/>
                  <a:gd name="connsiteX1" fmla="*/ 401508 w 910740"/>
                  <a:gd name="connsiteY1" fmla="*/ 341097 h 618782"/>
                  <a:gd name="connsiteX2" fmla="*/ 494070 w 910740"/>
                  <a:gd name="connsiteY2" fmla="*/ 618782 h 618782"/>
                  <a:gd name="connsiteX3" fmla="*/ 0 w 910740"/>
                  <a:gd name="connsiteY3" fmla="*/ 450488 h 618782"/>
                  <a:gd name="connsiteX4" fmla="*/ 217043 w 910740"/>
                  <a:gd name="connsiteY4" fmla="*/ 1703 h 618782"/>
                  <a:gd name="connsiteX5" fmla="*/ 469079 w 910740"/>
                  <a:gd name="connsiteY5" fmla="*/ 245577 h 618782"/>
                  <a:gd name="connsiteX6" fmla="*/ 760232 w 910740"/>
                  <a:gd name="connsiteY6" fmla="*/ 145056 h 618782"/>
                  <a:gd name="connsiteX7" fmla="*/ 909196 w 910740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07765"/>
                  <a:gd name="connsiteX1" fmla="*/ 446317 w 955549"/>
                  <a:gd name="connsiteY1" fmla="*/ 341097 h 607765"/>
                  <a:gd name="connsiteX2" fmla="*/ 527862 w 955549"/>
                  <a:gd name="connsiteY2" fmla="*/ 607765 h 607765"/>
                  <a:gd name="connsiteX3" fmla="*/ 44809 w 955549"/>
                  <a:gd name="connsiteY3" fmla="*/ 450488 h 607765"/>
                  <a:gd name="connsiteX4" fmla="*/ 261852 w 955549"/>
                  <a:gd name="connsiteY4" fmla="*/ 1703 h 607765"/>
                  <a:gd name="connsiteX5" fmla="*/ 513888 w 955549"/>
                  <a:gd name="connsiteY5" fmla="*/ 245577 h 607765"/>
                  <a:gd name="connsiteX6" fmla="*/ 805041 w 955549"/>
                  <a:gd name="connsiteY6" fmla="*/ 145056 h 607765"/>
                  <a:gd name="connsiteX7" fmla="*/ 954005 w 955549"/>
                  <a:gd name="connsiteY7" fmla="*/ 405609 h 60776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8696 w 962625"/>
                  <a:gd name="connsiteY0" fmla="*/ 500570 h 673975"/>
                  <a:gd name="connsiteX1" fmla="*/ 403816 w 962625"/>
                  <a:gd name="connsiteY1" fmla="*/ 327327 h 673975"/>
                  <a:gd name="connsiteX2" fmla="*/ 485362 w 962625"/>
                  <a:gd name="connsiteY2" fmla="*/ 610520 h 673975"/>
                  <a:gd name="connsiteX3" fmla="*/ 43623 w 962625"/>
                  <a:gd name="connsiteY3" fmla="*/ 480784 h 673975"/>
                  <a:gd name="connsiteX4" fmla="*/ 268928 w 962625"/>
                  <a:gd name="connsiteY4" fmla="*/ 1703 h 673975"/>
                  <a:gd name="connsiteX5" fmla="*/ 520964 w 962625"/>
                  <a:gd name="connsiteY5" fmla="*/ 245577 h 673975"/>
                  <a:gd name="connsiteX6" fmla="*/ 812117 w 962625"/>
                  <a:gd name="connsiteY6" fmla="*/ 145056 h 673975"/>
                  <a:gd name="connsiteX7" fmla="*/ 961081 w 962625"/>
                  <a:gd name="connsiteY7" fmla="*/ 405609 h 673975"/>
                  <a:gd name="connsiteX0" fmla="*/ 238218 w 972147"/>
                  <a:gd name="connsiteY0" fmla="*/ 500570 h 681004"/>
                  <a:gd name="connsiteX1" fmla="*/ 413338 w 972147"/>
                  <a:gd name="connsiteY1" fmla="*/ 327327 h 681004"/>
                  <a:gd name="connsiteX2" fmla="*/ 494884 w 972147"/>
                  <a:gd name="connsiteY2" fmla="*/ 610520 h 681004"/>
                  <a:gd name="connsiteX3" fmla="*/ 42128 w 972147"/>
                  <a:gd name="connsiteY3" fmla="*/ 505572 h 681004"/>
                  <a:gd name="connsiteX4" fmla="*/ 278450 w 972147"/>
                  <a:gd name="connsiteY4" fmla="*/ 1703 h 681004"/>
                  <a:gd name="connsiteX5" fmla="*/ 530486 w 972147"/>
                  <a:gd name="connsiteY5" fmla="*/ 245577 h 681004"/>
                  <a:gd name="connsiteX6" fmla="*/ 821639 w 972147"/>
                  <a:gd name="connsiteY6" fmla="*/ 145056 h 681004"/>
                  <a:gd name="connsiteX7" fmla="*/ 970603 w 972147"/>
                  <a:gd name="connsiteY7" fmla="*/ 405609 h 681004"/>
                  <a:gd name="connsiteX0" fmla="*/ 238218 w 972147"/>
                  <a:gd name="connsiteY0" fmla="*/ 500570 h 684851"/>
                  <a:gd name="connsiteX1" fmla="*/ 413338 w 972147"/>
                  <a:gd name="connsiteY1" fmla="*/ 327327 h 684851"/>
                  <a:gd name="connsiteX2" fmla="*/ 483867 w 972147"/>
                  <a:gd name="connsiteY2" fmla="*/ 616028 h 684851"/>
                  <a:gd name="connsiteX3" fmla="*/ 42128 w 972147"/>
                  <a:gd name="connsiteY3" fmla="*/ 505572 h 684851"/>
                  <a:gd name="connsiteX4" fmla="*/ 278450 w 972147"/>
                  <a:gd name="connsiteY4" fmla="*/ 1703 h 684851"/>
                  <a:gd name="connsiteX5" fmla="*/ 530486 w 972147"/>
                  <a:gd name="connsiteY5" fmla="*/ 245577 h 684851"/>
                  <a:gd name="connsiteX6" fmla="*/ 821639 w 972147"/>
                  <a:gd name="connsiteY6" fmla="*/ 145056 h 684851"/>
                  <a:gd name="connsiteX7" fmla="*/ 970603 w 972147"/>
                  <a:gd name="connsiteY7" fmla="*/ 405609 h 684851"/>
                  <a:gd name="connsiteX0" fmla="*/ 238218 w 972147"/>
                  <a:gd name="connsiteY0" fmla="*/ 500570 h 678763"/>
                  <a:gd name="connsiteX1" fmla="*/ 413338 w 972147"/>
                  <a:gd name="connsiteY1" fmla="*/ 327327 h 678763"/>
                  <a:gd name="connsiteX2" fmla="*/ 483867 w 972147"/>
                  <a:gd name="connsiteY2" fmla="*/ 616028 h 678763"/>
                  <a:gd name="connsiteX3" fmla="*/ 42128 w 972147"/>
                  <a:gd name="connsiteY3" fmla="*/ 505572 h 678763"/>
                  <a:gd name="connsiteX4" fmla="*/ 278450 w 972147"/>
                  <a:gd name="connsiteY4" fmla="*/ 1703 h 678763"/>
                  <a:gd name="connsiteX5" fmla="*/ 530486 w 972147"/>
                  <a:gd name="connsiteY5" fmla="*/ 245577 h 678763"/>
                  <a:gd name="connsiteX6" fmla="*/ 821639 w 972147"/>
                  <a:gd name="connsiteY6" fmla="*/ 145056 h 678763"/>
                  <a:gd name="connsiteX7" fmla="*/ 970603 w 972147"/>
                  <a:gd name="connsiteY7" fmla="*/ 405609 h 67876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2590 h 680783"/>
                  <a:gd name="connsiteX1" fmla="*/ 413338 w 972147"/>
                  <a:gd name="connsiteY1" fmla="*/ 329347 h 680783"/>
                  <a:gd name="connsiteX2" fmla="*/ 483867 w 972147"/>
                  <a:gd name="connsiteY2" fmla="*/ 618048 h 680783"/>
                  <a:gd name="connsiteX3" fmla="*/ 42128 w 972147"/>
                  <a:gd name="connsiteY3" fmla="*/ 507592 h 680783"/>
                  <a:gd name="connsiteX4" fmla="*/ 278450 w 972147"/>
                  <a:gd name="connsiteY4" fmla="*/ 3723 h 680783"/>
                  <a:gd name="connsiteX5" fmla="*/ 535994 w 972147"/>
                  <a:gd name="connsiteY5" fmla="*/ 211792 h 680783"/>
                  <a:gd name="connsiteX6" fmla="*/ 821639 w 972147"/>
                  <a:gd name="connsiteY6" fmla="*/ 147076 h 680783"/>
                  <a:gd name="connsiteX7" fmla="*/ 970603 w 972147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58028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6290 h 684483"/>
                  <a:gd name="connsiteX1" fmla="*/ 413338 w 973301"/>
                  <a:gd name="connsiteY1" fmla="*/ 333047 h 684483"/>
                  <a:gd name="connsiteX2" fmla="*/ 483867 w 973301"/>
                  <a:gd name="connsiteY2" fmla="*/ 621748 h 684483"/>
                  <a:gd name="connsiteX3" fmla="*/ 42128 w 973301"/>
                  <a:gd name="connsiteY3" fmla="*/ 511292 h 684483"/>
                  <a:gd name="connsiteX4" fmla="*/ 278450 w 973301"/>
                  <a:gd name="connsiteY4" fmla="*/ 7423 h 684483"/>
                  <a:gd name="connsiteX5" fmla="*/ 549765 w 973301"/>
                  <a:gd name="connsiteY5" fmla="*/ 190704 h 684483"/>
                  <a:gd name="connsiteX6" fmla="*/ 857444 w 973301"/>
                  <a:gd name="connsiteY6" fmla="*/ 148022 h 684483"/>
                  <a:gd name="connsiteX7" fmla="*/ 970603 w 973301"/>
                  <a:gd name="connsiteY7" fmla="*/ 411329 h 684483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1535 h 679728"/>
                  <a:gd name="connsiteX1" fmla="*/ 413338 w 973301"/>
                  <a:gd name="connsiteY1" fmla="*/ 328292 h 679728"/>
                  <a:gd name="connsiteX2" fmla="*/ 483867 w 973301"/>
                  <a:gd name="connsiteY2" fmla="*/ 616993 h 679728"/>
                  <a:gd name="connsiteX3" fmla="*/ 42128 w 973301"/>
                  <a:gd name="connsiteY3" fmla="*/ 506537 h 679728"/>
                  <a:gd name="connsiteX4" fmla="*/ 278450 w 973301"/>
                  <a:gd name="connsiteY4" fmla="*/ 2668 h 679728"/>
                  <a:gd name="connsiteX5" fmla="*/ 549765 w 973301"/>
                  <a:gd name="connsiteY5" fmla="*/ 185949 h 679728"/>
                  <a:gd name="connsiteX6" fmla="*/ 857444 w 973301"/>
                  <a:gd name="connsiteY6" fmla="*/ 143267 h 679728"/>
                  <a:gd name="connsiteX7" fmla="*/ 970603 w 973301"/>
                  <a:gd name="connsiteY7" fmla="*/ 406574 h 679728"/>
                  <a:gd name="connsiteX0" fmla="*/ 239713 w 974796"/>
                  <a:gd name="connsiteY0" fmla="*/ 509581 h 687774"/>
                  <a:gd name="connsiteX1" fmla="*/ 414833 w 974796"/>
                  <a:gd name="connsiteY1" fmla="*/ 336338 h 687774"/>
                  <a:gd name="connsiteX2" fmla="*/ 485362 w 974796"/>
                  <a:gd name="connsiteY2" fmla="*/ 625039 h 687774"/>
                  <a:gd name="connsiteX3" fmla="*/ 43623 w 974796"/>
                  <a:gd name="connsiteY3" fmla="*/ 514583 h 687774"/>
                  <a:gd name="connsiteX4" fmla="*/ 268928 w 974796"/>
                  <a:gd name="connsiteY4" fmla="*/ 2452 h 687774"/>
                  <a:gd name="connsiteX5" fmla="*/ 551260 w 974796"/>
                  <a:gd name="connsiteY5" fmla="*/ 193995 h 687774"/>
                  <a:gd name="connsiteX6" fmla="*/ 858939 w 974796"/>
                  <a:gd name="connsiteY6" fmla="*/ 151313 h 687774"/>
                  <a:gd name="connsiteX7" fmla="*/ 972098 w 974796"/>
                  <a:gd name="connsiteY7" fmla="*/ 414620 h 687774"/>
                  <a:gd name="connsiteX0" fmla="*/ 239713 w 974796"/>
                  <a:gd name="connsiteY0" fmla="*/ 508440 h 686633"/>
                  <a:gd name="connsiteX1" fmla="*/ 414833 w 974796"/>
                  <a:gd name="connsiteY1" fmla="*/ 335197 h 686633"/>
                  <a:gd name="connsiteX2" fmla="*/ 485362 w 974796"/>
                  <a:gd name="connsiteY2" fmla="*/ 623898 h 686633"/>
                  <a:gd name="connsiteX3" fmla="*/ 43623 w 974796"/>
                  <a:gd name="connsiteY3" fmla="*/ 513442 h 686633"/>
                  <a:gd name="connsiteX4" fmla="*/ 268928 w 974796"/>
                  <a:gd name="connsiteY4" fmla="*/ 1311 h 686633"/>
                  <a:gd name="connsiteX5" fmla="*/ 551260 w 974796"/>
                  <a:gd name="connsiteY5" fmla="*/ 192854 h 686633"/>
                  <a:gd name="connsiteX6" fmla="*/ 858939 w 974796"/>
                  <a:gd name="connsiteY6" fmla="*/ 150172 h 686633"/>
                  <a:gd name="connsiteX7" fmla="*/ 972098 w 974796"/>
                  <a:gd name="connsiteY7" fmla="*/ 413479 h 6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962DA493-17EF-4FAB-95DE-8DE0F8CE1100}"/>
                  </a:ext>
                </a:extLst>
              </p:cNvPr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avLst/>
                <a:gdLst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35314"/>
                  <a:gd name="connsiteX1" fmla="*/ 330979 w 647937"/>
                  <a:gd name="connsiteY1" fmla="*/ 0 h 1035314"/>
                  <a:gd name="connsiteX2" fmla="*/ 560982 w 647937"/>
                  <a:gd name="connsiteY2" fmla="*/ 171099 h 1035314"/>
                  <a:gd name="connsiteX3" fmla="*/ 468420 w 647937"/>
                  <a:gd name="connsiteY3" fmla="*/ 493663 h 1035314"/>
                  <a:gd name="connsiteX4" fmla="*/ 647934 w 647937"/>
                  <a:gd name="connsiteY4" fmla="*/ 793789 h 1035314"/>
                  <a:gd name="connsiteX5" fmla="*/ 465665 w 647937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489"/>
                  <a:gd name="connsiteY0" fmla="*/ 277685 h 1035314"/>
                  <a:gd name="connsiteX1" fmla="*/ 330979 w 642489"/>
                  <a:gd name="connsiteY1" fmla="*/ 0 h 1035314"/>
                  <a:gd name="connsiteX2" fmla="*/ 560982 w 642489"/>
                  <a:gd name="connsiteY2" fmla="*/ 171099 h 1035314"/>
                  <a:gd name="connsiteX3" fmla="*/ 446386 w 642489"/>
                  <a:gd name="connsiteY3" fmla="*/ 490909 h 1035314"/>
                  <a:gd name="connsiteX4" fmla="*/ 642425 w 642489"/>
                  <a:gd name="connsiteY4" fmla="*/ 769001 h 1035314"/>
                  <a:gd name="connsiteX5" fmla="*/ 465665 w 642489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564"/>
                  <a:gd name="connsiteY0" fmla="*/ 277685 h 1035314"/>
                  <a:gd name="connsiteX1" fmla="*/ 330979 w 642564"/>
                  <a:gd name="connsiteY1" fmla="*/ 0 h 1035314"/>
                  <a:gd name="connsiteX2" fmla="*/ 560982 w 642564"/>
                  <a:gd name="connsiteY2" fmla="*/ 171099 h 1035314"/>
                  <a:gd name="connsiteX3" fmla="*/ 446386 w 642564"/>
                  <a:gd name="connsiteY3" fmla="*/ 490909 h 1035314"/>
                  <a:gd name="connsiteX4" fmla="*/ 642425 w 642564"/>
                  <a:gd name="connsiteY4" fmla="*/ 769001 h 1035314"/>
                  <a:gd name="connsiteX5" fmla="*/ 465665 w 642564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80359 h 1037988"/>
                  <a:gd name="connsiteX1" fmla="*/ 330979 w 639815"/>
                  <a:gd name="connsiteY1" fmla="*/ 2674 h 1037988"/>
                  <a:gd name="connsiteX2" fmla="*/ 560982 w 639815"/>
                  <a:gd name="connsiteY2" fmla="*/ 173773 h 1037988"/>
                  <a:gd name="connsiteX3" fmla="*/ 446386 w 639815"/>
                  <a:gd name="connsiteY3" fmla="*/ 493583 h 1037988"/>
                  <a:gd name="connsiteX4" fmla="*/ 639670 w 639815"/>
                  <a:gd name="connsiteY4" fmla="*/ 763412 h 1037988"/>
                  <a:gd name="connsiteX5" fmla="*/ 465665 w 639815"/>
                  <a:gd name="connsiteY5" fmla="*/ 1037988 h 1037988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78763 h 1036392"/>
                  <a:gd name="connsiteX1" fmla="*/ 330979 w 639815"/>
                  <a:gd name="connsiteY1" fmla="*/ 1078 h 1036392"/>
                  <a:gd name="connsiteX2" fmla="*/ 560982 w 639815"/>
                  <a:gd name="connsiteY2" fmla="*/ 172177 h 1036392"/>
                  <a:gd name="connsiteX3" fmla="*/ 446386 w 639815"/>
                  <a:gd name="connsiteY3" fmla="*/ 491987 h 1036392"/>
                  <a:gd name="connsiteX4" fmla="*/ 639670 w 639815"/>
                  <a:gd name="connsiteY4" fmla="*/ 761816 h 1036392"/>
                  <a:gd name="connsiteX5" fmla="*/ 465665 w 639815"/>
                  <a:gd name="connsiteY5" fmla="*/ 1036392 h 1036392"/>
                  <a:gd name="connsiteX0" fmla="*/ 0 w 639815"/>
                  <a:gd name="connsiteY0" fmla="*/ 280192 h 1037821"/>
                  <a:gd name="connsiteX1" fmla="*/ 330979 w 639815"/>
                  <a:gd name="connsiteY1" fmla="*/ 2507 h 1037821"/>
                  <a:gd name="connsiteX2" fmla="*/ 560982 w 639815"/>
                  <a:gd name="connsiteY2" fmla="*/ 173606 h 1037821"/>
                  <a:gd name="connsiteX3" fmla="*/ 446386 w 639815"/>
                  <a:gd name="connsiteY3" fmla="*/ 493416 h 1037821"/>
                  <a:gd name="connsiteX4" fmla="*/ 639670 w 639815"/>
                  <a:gd name="connsiteY4" fmla="*/ 763245 h 1037821"/>
                  <a:gd name="connsiteX5" fmla="*/ 465665 w 639815"/>
                  <a:gd name="connsiteY5" fmla="*/ 1037821 h 1037821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26 w 639841"/>
                  <a:gd name="connsiteY0" fmla="*/ 279103 h 1036732"/>
                  <a:gd name="connsiteX1" fmla="*/ 331005 w 639841"/>
                  <a:gd name="connsiteY1" fmla="*/ 1418 h 1036732"/>
                  <a:gd name="connsiteX2" fmla="*/ 561008 w 639841"/>
                  <a:gd name="connsiteY2" fmla="*/ 172517 h 1036732"/>
                  <a:gd name="connsiteX3" fmla="*/ 446412 w 639841"/>
                  <a:gd name="connsiteY3" fmla="*/ 492327 h 1036732"/>
                  <a:gd name="connsiteX4" fmla="*/ 639696 w 639841"/>
                  <a:gd name="connsiteY4" fmla="*/ 762156 h 1036732"/>
                  <a:gd name="connsiteX5" fmla="*/ 465691 w 639841"/>
                  <a:gd name="connsiteY5" fmla="*/ 1036732 h 1036732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40 w 620576"/>
                  <a:gd name="connsiteY0" fmla="*/ 296331 h 1037435"/>
                  <a:gd name="connsiteX1" fmla="*/ 311740 w 620576"/>
                  <a:gd name="connsiteY1" fmla="*/ 2121 h 1037435"/>
                  <a:gd name="connsiteX2" fmla="*/ 541743 w 620576"/>
                  <a:gd name="connsiteY2" fmla="*/ 173220 h 1037435"/>
                  <a:gd name="connsiteX3" fmla="*/ 427147 w 620576"/>
                  <a:gd name="connsiteY3" fmla="*/ 493030 h 1037435"/>
                  <a:gd name="connsiteX4" fmla="*/ 620431 w 620576"/>
                  <a:gd name="connsiteY4" fmla="*/ 762859 h 1037435"/>
                  <a:gd name="connsiteX5" fmla="*/ 446426 w 620576"/>
                  <a:gd name="connsiteY5" fmla="*/ 1037435 h 1037435"/>
                  <a:gd name="connsiteX0" fmla="*/ 5008 w 625544"/>
                  <a:gd name="connsiteY0" fmla="*/ 297012 h 1038116"/>
                  <a:gd name="connsiteX1" fmla="*/ 316708 w 625544"/>
                  <a:gd name="connsiteY1" fmla="*/ 2802 h 1038116"/>
                  <a:gd name="connsiteX2" fmla="*/ 546711 w 625544"/>
                  <a:gd name="connsiteY2" fmla="*/ 173901 h 1038116"/>
                  <a:gd name="connsiteX3" fmla="*/ 432115 w 625544"/>
                  <a:gd name="connsiteY3" fmla="*/ 493711 h 1038116"/>
                  <a:gd name="connsiteX4" fmla="*/ 625399 w 625544"/>
                  <a:gd name="connsiteY4" fmla="*/ 763540 h 1038116"/>
                  <a:gd name="connsiteX5" fmla="*/ 451394 w 625544"/>
                  <a:gd name="connsiteY5" fmla="*/ 1038116 h 1038116"/>
                  <a:gd name="connsiteX0" fmla="*/ 5008 w 625544"/>
                  <a:gd name="connsiteY0" fmla="*/ 299704 h 1040808"/>
                  <a:gd name="connsiteX1" fmla="*/ 316708 w 625544"/>
                  <a:gd name="connsiteY1" fmla="*/ 2739 h 1040808"/>
                  <a:gd name="connsiteX2" fmla="*/ 546711 w 625544"/>
                  <a:gd name="connsiteY2" fmla="*/ 176593 h 1040808"/>
                  <a:gd name="connsiteX3" fmla="*/ 432115 w 625544"/>
                  <a:gd name="connsiteY3" fmla="*/ 496403 h 1040808"/>
                  <a:gd name="connsiteX4" fmla="*/ 625399 w 625544"/>
                  <a:gd name="connsiteY4" fmla="*/ 766232 h 1040808"/>
                  <a:gd name="connsiteX5" fmla="*/ 451394 w 625544"/>
                  <a:gd name="connsiteY5" fmla="*/ 1040808 h 1040808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5023"/>
                  <a:gd name="connsiteY0" fmla="*/ 298093 h 1039197"/>
                  <a:gd name="connsiteX1" fmla="*/ 315906 w 625023"/>
                  <a:gd name="connsiteY1" fmla="*/ 1128 h 1039197"/>
                  <a:gd name="connsiteX2" fmla="*/ 545909 w 625023"/>
                  <a:gd name="connsiteY2" fmla="*/ 174982 h 1039197"/>
                  <a:gd name="connsiteX3" fmla="*/ 431313 w 625023"/>
                  <a:gd name="connsiteY3" fmla="*/ 494792 h 1039197"/>
                  <a:gd name="connsiteX4" fmla="*/ 624597 w 625023"/>
                  <a:gd name="connsiteY4" fmla="*/ 764621 h 1039197"/>
                  <a:gd name="connsiteX5" fmla="*/ 450592 w 625023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25804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24084F9B-C8BC-4E41-A43A-9F02B25BDC17}"/>
                  </a:ext>
                </a:extLst>
              </p:cNvPr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avLst/>
                <a:gdLst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7877 w 1035080"/>
                  <a:gd name="connsiteY0" fmla="*/ 213173 h 925619"/>
                  <a:gd name="connsiteX1" fmla="*/ 535806 w 1035080"/>
                  <a:gd name="connsiteY1" fmla="*/ 0 h 925619"/>
                  <a:gd name="connsiteX2" fmla="*/ 676051 w 1035080"/>
                  <a:gd name="connsiteY2" fmla="*/ 311345 h 925619"/>
                  <a:gd name="connsiteX3" fmla="*/ 1035080 w 1035080"/>
                  <a:gd name="connsiteY3" fmla="*/ 535737 h 925619"/>
                  <a:gd name="connsiteX4" fmla="*/ 603124 w 1035080"/>
                  <a:gd name="connsiteY4" fmla="*/ 925619 h 925619"/>
                  <a:gd name="connsiteX5" fmla="*/ 53565 w 1035080"/>
                  <a:gd name="connsiteY5" fmla="*/ 871971 h 925619"/>
                  <a:gd name="connsiteX6" fmla="*/ 106351 w 1035080"/>
                  <a:gd name="connsiteY6" fmla="*/ 395289 h 925619"/>
                  <a:gd name="connsiteX7" fmla="*/ 443903 w 1035080"/>
                  <a:gd name="connsiteY7" fmla="*/ 599641 h 925619"/>
                  <a:gd name="connsiteX0" fmla="*/ 375671 w 1062874"/>
                  <a:gd name="connsiteY0" fmla="*/ 213173 h 925619"/>
                  <a:gd name="connsiteX1" fmla="*/ 563600 w 1062874"/>
                  <a:gd name="connsiteY1" fmla="*/ 0 h 925619"/>
                  <a:gd name="connsiteX2" fmla="*/ 703845 w 1062874"/>
                  <a:gd name="connsiteY2" fmla="*/ 311345 h 925619"/>
                  <a:gd name="connsiteX3" fmla="*/ 1062874 w 1062874"/>
                  <a:gd name="connsiteY3" fmla="*/ 535737 h 925619"/>
                  <a:gd name="connsiteX4" fmla="*/ 630918 w 1062874"/>
                  <a:gd name="connsiteY4" fmla="*/ 925619 h 925619"/>
                  <a:gd name="connsiteX5" fmla="*/ 81359 w 1062874"/>
                  <a:gd name="connsiteY5" fmla="*/ 871971 h 925619"/>
                  <a:gd name="connsiteX6" fmla="*/ 134145 w 1062874"/>
                  <a:gd name="connsiteY6" fmla="*/ 395289 h 925619"/>
                  <a:gd name="connsiteX7" fmla="*/ 471697 w 1062874"/>
                  <a:gd name="connsiteY7" fmla="*/ 599641 h 92561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30918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06130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9036"/>
                  <a:gd name="connsiteX1" fmla="*/ 563600 w 1062874"/>
                  <a:gd name="connsiteY1" fmla="*/ 0 h 979036"/>
                  <a:gd name="connsiteX2" fmla="*/ 703845 w 1062874"/>
                  <a:gd name="connsiteY2" fmla="*/ 311345 h 979036"/>
                  <a:gd name="connsiteX3" fmla="*/ 1062874 w 1062874"/>
                  <a:gd name="connsiteY3" fmla="*/ 535737 h 979036"/>
                  <a:gd name="connsiteX4" fmla="*/ 597867 w 1062874"/>
                  <a:gd name="connsiteY4" fmla="*/ 942144 h 979036"/>
                  <a:gd name="connsiteX5" fmla="*/ 81359 w 1062874"/>
                  <a:gd name="connsiteY5" fmla="*/ 871971 h 979036"/>
                  <a:gd name="connsiteX6" fmla="*/ 134145 w 1062874"/>
                  <a:gd name="connsiteY6" fmla="*/ 395289 h 979036"/>
                  <a:gd name="connsiteX7" fmla="*/ 471697 w 1062874"/>
                  <a:gd name="connsiteY7" fmla="*/ 599641 h 979036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33999"/>
                  <a:gd name="connsiteX1" fmla="*/ 563600 w 1062874"/>
                  <a:gd name="connsiteY1" fmla="*/ 0 h 1033999"/>
                  <a:gd name="connsiteX2" fmla="*/ 703845 w 1062874"/>
                  <a:gd name="connsiteY2" fmla="*/ 311345 h 1033999"/>
                  <a:gd name="connsiteX3" fmla="*/ 1062874 w 1062874"/>
                  <a:gd name="connsiteY3" fmla="*/ 535737 h 1033999"/>
                  <a:gd name="connsiteX4" fmla="*/ 597867 w 1062874"/>
                  <a:gd name="connsiteY4" fmla="*/ 942144 h 1033999"/>
                  <a:gd name="connsiteX5" fmla="*/ 81359 w 1062874"/>
                  <a:gd name="connsiteY5" fmla="*/ 871971 h 1033999"/>
                  <a:gd name="connsiteX6" fmla="*/ 134145 w 1062874"/>
                  <a:gd name="connsiteY6" fmla="*/ 395289 h 1033999"/>
                  <a:gd name="connsiteX7" fmla="*/ 471697 w 1062874"/>
                  <a:gd name="connsiteY7" fmla="*/ 599641 h 1033999"/>
                  <a:gd name="connsiteX0" fmla="*/ 363975 w 1051178"/>
                  <a:gd name="connsiteY0" fmla="*/ 213173 h 1033999"/>
                  <a:gd name="connsiteX1" fmla="*/ 551904 w 1051178"/>
                  <a:gd name="connsiteY1" fmla="*/ 0 h 1033999"/>
                  <a:gd name="connsiteX2" fmla="*/ 692149 w 1051178"/>
                  <a:gd name="connsiteY2" fmla="*/ 311345 h 1033999"/>
                  <a:gd name="connsiteX3" fmla="*/ 1051178 w 1051178"/>
                  <a:gd name="connsiteY3" fmla="*/ 535737 h 1033999"/>
                  <a:gd name="connsiteX4" fmla="*/ 586171 w 1051178"/>
                  <a:gd name="connsiteY4" fmla="*/ 942144 h 1033999"/>
                  <a:gd name="connsiteX5" fmla="*/ 69663 w 1051178"/>
                  <a:gd name="connsiteY5" fmla="*/ 871971 h 1033999"/>
                  <a:gd name="connsiteX6" fmla="*/ 122449 w 1051178"/>
                  <a:gd name="connsiteY6" fmla="*/ 395289 h 1033999"/>
                  <a:gd name="connsiteX7" fmla="*/ 460001 w 1051178"/>
                  <a:gd name="connsiteY7" fmla="*/ 599641 h 1033999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34653"/>
                  <a:gd name="connsiteY0" fmla="*/ 213173 h 1030327"/>
                  <a:gd name="connsiteX1" fmla="*/ 551904 w 1034653"/>
                  <a:gd name="connsiteY1" fmla="*/ 0 h 1030327"/>
                  <a:gd name="connsiteX2" fmla="*/ 692149 w 1034653"/>
                  <a:gd name="connsiteY2" fmla="*/ 311345 h 1030327"/>
                  <a:gd name="connsiteX3" fmla="*/ 1034653 w 1034653"/>
                  <a:gd name="connsiteY3" fmla="*/ 538491 h 1030327"/>
                  <a:gd name="connsiteX4" fmla="*/ 613713 w 1034653"/>
                  <a:gd name="connsiteY4" fmla="*/ 936636 h 1030327"/>
                  <a:gd name="connsiteX5" fmla="*/ 69663 w 1034653"/>
                  <a:gd name="connsiteY5" fmla="*/ 871971 h 1030327"/>
                  <a:gd name="connsiteX6" fmla="*/ 122449 w 1034653"/>
                  <a:gd name="connsiteY6" fmla="*/ 395289 h 1030327"/>
                  <a:gd name="connsiteX7" fmla="*/ 460001 w 1034653"/>
                  <a:gd name="connsiteY7" fmla="*/ 599641 h 1030327"/>
                  <a:gd name="connsiteX0" fmla="*/ 363975 w 1037690"/>
                  <a:gd name="connsiteY0" fmla="*/ 213173 h 1030327"/>
                  <a:gd name="connsiteX1" fmla="*/ 551904 w 1037690"/>
                  <a:gd name="connsiteY1" fmla="*/ 0 h 1030327"/>
                  <a:gd name="connsiteX2" fmla="*/ 692149 w 1037690"/>
                  <a:gd name="connsiteY2" fmla="*/ 311345 h 1030327"/>
                  <a:gd name="connsiteX3" fmla="*/ 1034653 w 1037690"/>
                  <a:gd name="connsiteY3" fmla="*/ 538491 h 1030327"/>
                  <a:gd name="connsiteX4" fmla="*/ 613713 w 1037690"/>
                  <a:gd name="connsiteY4" fmla="*/ 936636 h 1030327"/>
                  <a:gd name="connsiteX5" fmla="*/ 69663 w 1037690"/>
                  <a:gd name="connsiteY5" fmla="*/ 871971 h 1030327"/>
                  <a:gd name="connsiteX6" fmla="*/ 122449 w 1037690"/>
                  <a:gd name="connsiteY6" fmla="*/ 395289 h 1030327"/>
                  <a:gd name="connsiteX7" fmla="*/ 460001 w 1037690"/>
                  <a:gd name="connsiteY7" fmla="*/ 599641 h 1030327"/>
                  <a:gd name="connsiteX0" fmla="*/ 363975 w 1037917"/>
                  <a:gd name="connsiteY0" fmla="*/ 213173 h 1030327"/>
                  <a:gd name="connsiteX1" fmla="*/ 551904 w 1037917"/>
                  <a:gd name="connsiteY1" fmla="*/ 0 h 1030327"/>
                  <a:gd name="connsiteX2" fmla="*/ 692149 w 1037917"/>
                  <a:gd name="connsiteY2" fmla="*/ 311345 h 1030327"/>
                  <a:gd name="connsiteX3" fmla="*/ 1034653 w 1037917"/>
                  <a:gd name="connsiteY3" fmla="*/ 538491 h 1030327"/>
                  <a:gd name="connsiteX4" fmla="*/ 613713 w 1037917"/>
                  <a:gd name="connsiteY4" fmla="*/ 936636 h 1030327"/>
                  <a:gd name="connsiteX5" fmla="*/ 69663 w 1037917"/>
                  <a:gd name="connsiteY5" fmla="*/ 871971 h 1030327"/>
                  <a:gd name="connsiteX6" fmla="*/ 122449 w 1037917"/>
                  <a:gd name="connsiteY6" fmla="*/ 395289 h 1030327"/>
                  <a:gd name="connsiteX7" fmla="*/ 460001 w 103791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270 h 1030424"/>
                  <a:gd name="connsiteX1" fmla="*/ 551904 w 1041370"/>
                  <a:gd name="connsiteY1" fmla="*/ 97 h 1030424"/>
                  <a:gd name="connsiteX2" fmla="*/ 675624 w 1041370"/>
                  <a:gd name="connsiteY2" fmla="*/ 300425 h 1030424"/>
                  <a:gd name="connsiteX3" fmla="*/ 1034653 w 1041370"/>
                  <a:gd name="connsiteY3" fmla="*/ 538588 h 1030424"/>
                  <a:gd name="connsiteX4" fmla="*/ 613713 w 1041370"/>
                  <a:gd name="connsiteY4" fmla="*/ 936733 h 1030424"/>
                  <a:gd name="connsiteX5" fmla="*/ 69663 w 1041370"/>
                  <a:gd name="connsiteY5" fmla="*/ 872068 h 1030424"/>
                  <a:gd name="connsiteX6" fmla="*/ 122449 w 1041370"/>
                  <a:gd name="connsiteY6" fmla="*/ 395386 h 1030424"/>
                  <a:gd name="connsiteX7" fmla="*/ 460001 w 1041370"/>
                  <a:gd name="connsiteY7" fmla="*/ 599738 h 1030424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266"/>
                  <a:gd name="connsiteY0" fmla="*/ 237961 h 1016230"/>
                  <a:gd name="connsiteX1" fmla="*/ 551904 w 1041266"/>
                  <a:gd name="connsiteY1" fmla="*/ 0 h 1016230"/>
                  <a:gd name="connsiteX2" fmla="*/ 675624 w 1041266"/>
                  <a:gd name="connsiteY2" fmla="*/ 300328 h 1016230"/>
                  <a:gd name="connsiteX3" fmla="*/ 1034653 w 1041266"/>
                  <a:gd name="connsiteY3" fmla="*/ 538491 h 1016230"/>
                  <a:gd name="connsiteX4" fmla="*/ 610959 w 1041266"/>
                  <a:gd name="connsiteY4" fmla="*/ 914602 h 1016230"/>
                  <a:gd name="connsiteX5" fmla="*/ 69663 w 1041266"/>
                  <a:gd name="connsiteY5" fmla="*/ 871971 h 1016230"/>
                  <a:gd name="connsiteX6" fmla="*/ 122449 w 1041266"/>
                  <a:gd name="connsiteY6" fmla="*/ 395289 h 1016230"/>
                  <a:gd name="connsiteX7" fmla="*/ 407671 w 1041266"/>
                  <a:gd name="connsiteY7" fmla="*/ 709810 h 1016230"/>
                  <a:gd name="connsiteX0" fmla="*/ 408043 w 1042386"/>
                  <a:gd name="connsiteY0" fmla="*/ 237961 h 1016230"/>
                  <a:gd name="connsiteX1" fmla="*/ 551904 w 1042386"/>
                  <a:gd name="connsiteY1" fmla="*/ 0 h 1016230"/>
                  <a:gd name="connsiteX2" fmla="*/ 675624 w 1042386"/>
                  <a:gd name="connsiteY2" fmla="*/ 300328 h 1016230"/>
                  <a:gd name="connsiteX3" fmla="*/ 1034653 w 1042386"/>
                  <a:gd name="connsiteY3" fmla="*/ 538491 h 1016230"/>
                  <a:gd name="connsiteX4" fmla="*/ 610959 w 1042386"/>
                  <a:gd name="connsiteY4" fmla="*/ 914602 h 1016230"/>
                  <a:gd name="connsiteX5" fmla="*/ 69663 w 1042386"/>
                  <a:gd name="connsiteY5" fmla="*/ 871971 h 1016230"/>
                  <a:gd name="connsiteX6" fmla="*/ 122449 w 1042386"/>
                  <a:gd name="connsiteY6" fmla="*/ 395289 h 1016230"/>
                  <a:gd name="connsiteX7" fmla="*/ 407671 w 1042386"/>
                  <a:gd name="connsiteY7" fmla="*/ 709810 h 1016230"/>
                  <a:gd name="connsiteX0" fmla="*/ 408043 w 1042386"/>
                  <a:gd name="connsiteY0" fmla="*/ 237961 h 1031503"/>
                  <a:gd name="connsiteX1" fmla="*/ 551904 w 1042386"/>
                  <a:gd name="connsiteY1" fmla="*/ 0 h 1031503"/>
                  <a:gd name="connsiteX2" fmla="*/ 675624 w 1042386"/>
                  <a:gd name="connsiteY2" fmla="*/ 300328 h 1031503"/>
                  <a:gd name="connsiteX3" fmla="*/ 1034653 w 1042386"/>
                  <a:gd name="connsiteY3" fmla="*/ 538491 h 1031503"/>
                  <a:gd name="connsiteX4" fmla="*/ 610959 w 1042386"/>
                  <a:gd name="connsiteY4" fmla="*/ 914602 h 1031503"/>
                  <a:gd name="connsiteX5" fmla="*/ 69663 w 1042386"/>
                  <a:gd name="connsiteY5" fmla="*/ 871971 h 1031503"/>
                  <a:gd name="connsiteX6" fmla="*/ 122449 w 1042386"/>
                  <a:gd name="connsiteY6" fmla="*/ 395289 h 1031503"/>
                  <a:gd name="connsiteX7" fmla="*/ 407671 w 1042386"/>
                  <a:gd name="connsiteY7" fmla="*/ 709810 h 1031503"/>
                  <a:gd name="connsiteX0" fmla="*/ 408043 w 1040983"/>
                  <a:gd name="connsiteY0" fmla="*/ 237961 h 1031503"/>
                  <a:gd name="connsiteX1" fmla="*/ 551904 w 1040983"/>
                  <a:gd name="connsiteY1" fmla="*/ 0 h 1031503"/>
                  <a:gd name="connsiteX2" fmla="*/ 675624 w 1040983"/>
                  <a:gd name="connsiteY2" fmla="*/ 300328 h 1031503"/>
                  <a:gd name="connsiteX3" fmla="*/ 1034653 w 1040983"/>
                  <a:gd name="connsiteY3" fmla="*/ 538491 h 1031503"/>
                  <a:gd name="connsiteX4" fmla="*/ 610959 w 1040983"/>
                  <a:gd name="connsiteY4" fmla="*/ 914602 h 1031503"/>
                  <a:gd name="connsiteX5" fmla="*/ 69663 w 1040983"/>
                  <a:gd name="connsiteY5" fmla="*/ 871971 h 1031503"/>
                  <a:gd name="connsiteX6" fmla="*/ 122449 w 1040983"/>
                  <a:gd name="connsiteY6" fmla="*/ 395289 h 1031503"/>
                  <a:gd name="connsiteX7" fmla="*/ 407671 w 1040983"/>
                  <a:gd name="connsiteY7" fmla="*/ 709810 h 1031503"/>
                  <a:gd name="connsiteX0" fmla="*/ 408043 w 1040983"/>
                  <a:gd name="connsiteY0" fmla="*/ 237961 h 1036239"/>
                  <a:gd name="connsiteX1" fmla="*/ 551904 w 1040983"/>
                  <a:gd name="connsiteY1" fmla="*/ 0 h 1036239"/>
                  <a:gd name="connsiteX2" fmla="*/ 675624 w 1040983"/>
                  <a:gd name="connsiteY2" fmla="*/ 300328 h 1036239"/>
                  <a:gd name="connsiteX3" fmla="*/ 1034653 w 1040983"/>
                  <a:gd name="connsiteY3" fmla="*/ 538491 h 1036239"/>
                  <a:gd name="connsiteX4" fmla="*/ 610959 w 1040983"/>
                  <a:gd name="connsiteY4" fmla="*/ 914602 h 1036239"/>
                  <a:gd name="connsiteX5" fmla="*/ 69663 w 1040983"/>
                  <a:gd name="connsiteY5" fmla="*/ 871971 h 1036239"/>
                  <a:gd name="connsiteX6" fmla="*/ 122449 w 1040983"/>
                  <a:gd name="connsiteY6" fmla="*/ 395289 h 1036239"/>
                  <a:gd name="connsiteX7" fmla="*/ 407671 w 1040983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75624 w 1040106"/>
                  <a:gd name="connsiteY2" fmla="*/ 300328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2163"/>
                  <a:gd name="connsiteY0" fmla="*/ 237961 h 1036239"/>
                  <a:gd name="connsiteX1" fmla="*/ 551904 w 1042163"/>
                  <a:gd name="connsiteY1" fmla="*/ 0 h 1036239"/>
                  <a:gd name="connsiteX2" fmla="*/ 694904 w 1042163"/>
                  <a:gd name="connsiteY2" fmla="*/ 308591 h 1036239"/>
                  <a:gd name="connsiteX3" fmla="*/ 1034653 w 1042163"/>
                  <a:gd name="connsiteY3" fmla="*/ 538491 h 1036239"/>
                  <a:gd name="connsiteX4" fmla="*/ 610959 w 1042163"/>
                  <a:gd name="connsiteY4" fmla="*/ 914602 h 1036239"/>
                  <a:gd name="connsiteX5" fmla="*/ 69663 w 1042163"/>
                  <a:gd name="connsiteY5" fmla="*/ 871971 h 1036239"/>
                  <a:gd name="connsiteX6" fmla="*/ 122449 w 1042163"/>
                  <a:gd name="connsiteY6" fmla="*/ 395289 h 1036239"/>
                  <a:gd name="connsiteX7" fmla="*/ 407671 w 1042163"/>
                  <a:gd name="connsiteY7" fmla="*/ 709810 h 103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3DE8E92C-C9C8-4F24-9C91-A742CAFCF742}"/>
                  </a:ext>
                </a:extLst>
              </p:cNvPr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avLst/>
                <a:gdLst>
                  <a:gd name="connsiteX0" fmla="*/ 0 w 210368"/>
                  <a:gd name="connsiteY0" fmla="*/ 692812 h 692812"/>
                  <a:gd name="connsiteX1" fmla="*/ 145855 w 210368"/>
                  <a:gd name="connsiteY1" fmla="*/ 0 h 692812"/>
                  <a:gd name="connsiteX2" fmla="*/ 210368 w 210368"/>
                  <a:gd name="connsiteY2" fmla="*/ 350614 h 692812"/>
                  <a:gd name="connsiteX0" fmla="*/ 0 w 204758"/>
                  <a:gd name="connsiteY0" fmla="*/ 692812 h 692812"/>
                  <a:gd name="connsiteX1" fmla="*/ 145855 w 204758"/>
                  <a:gd name="connsiteY1" fmla="*/ 0 h 692812"/>
                  <a:gd name="connsiteX2" fmla="*/ 204758 w 204758"/>
                  <a:gd name="connsiteY2" fmla="*/ 350614 h 692812"/>
                  <a:gd name="connsiteX0" fmla="*/ 0 w 259110"/>
                  <a:gd name="connsiteY0" fmla="*/ 692812 h 692812"/>
                  <a:gd name="connsiteX1" fmla="*/ 145855 w 259110"/>
                  <a:gd name="connsiteY1" fmla="*/ 0 h 692812"/>
                  <a:gd name="connsiteX2" fmla="*/ 204758 w 259110"/>
                  <a:gd name="connsiteY2" fmla="*/ 350614 h 692812"/>
                  <a:gd name="connsiteX0" fmla="*/ 0 w 259110"/>
                  <a:gd name="connsiteY0" fmla="*/ 670372 h 670372"/>
                  <a:gd name="connsiteX1" fmla="*/ 145855 w 259110"/>
                  <a:gd name="connsiteY1" fmla="*/ 0 h 670372"/>
                  <a:gd name="connsiteX2" fmla="*/ 204758 w 259110"/>
                  <a:gd name="connsiteY2" fmla="*/ 328174 h 670372"/>
                  <a:gd name="connsiteX0" fmla="*/ 0 w 276458"/>
                  <a:gd name="connsiteY0" fmla="*/ 670372 h 670372"/>
                  <a:gd name="connsiteX1" fmla="*/ 145855 w 276458"/>
                  <a:gd name="connsiteY1" fmla="*/ 0 h 670372"/>
                  <a:gd name="connsiteX2" fmla="*/ 204758 w 276458"/>
                  <a:gd name="connsiteY2" fmla="*/ 328174 h 670372"/>
                  <a:gd name="connsiteX0" fmla="*/ 0 w 276458"/>
                  <a:gd name="connsiteY0" fmla="*/ 670381 h 670381"/>
                  <a:gd name="connsiteX1" fmla="*/ 145855 w 276458"/>
                  <a:gd name="connsiteY1" fmla="*/ 9 h 670381"/>
                  <a:gd name="connsiteX2" fmla="*/ 204758 w 276458"/>
                  <a:gd name="connsiteY2" fmla="*/ 328183 h 670381"/>
                  <a:gd name="connsiteX0" fmla="*/ 17567 w 294025"/>
                  <a:gd name="connsiteY0" fmla="*/ 670381 h 670381"/>
                  <a:gd name="connsiteX1" fmla="*/ 163422 w 294025"/>
                  <a:gd name="connsiteY1" fmla="*/ 9 h 670381"/>
                  <a:gd name="connsiteX2" fmla="*/ 222325 w 294025"/>
                  <a:gd name="connsiteY2" fmla="*/ 328183 h 670381"/>
                  <a:gd name="connsiteX0" fmla="*/ 17567 w 327330"/>
                  <a:gd name="connsiteY0" fmla="*/ 671068 h 671068"/>
                  <a:gd name="connsiteX1" fmla="*/ 163422 w 327330"/>
                  <a:gd name="connsiteY1" fmla="*/ 696 h 671068"/>
                  <a:gd name="connsiteX2" fmla="*/ 222325 w 327330"/>
                  <a:gd name="connsiteY2" fmla="*/ 328870 h 671068"/>
                  <a:gd name="connsiteX0" fmla="*/ 17567 w 321664"/>
                  <a:gd name="connsiteY0" fmla="*/ 671068 h 671068"/>
                  <a:gd name="connsiteX1" fmla="*/ 163422 w 321664"/>
                  <a:gd name="connsiteY1" fmla="*/ 696 h 671068"/>
                  <a:gd name="connsiteX2" fmla="*/ 222325 w 321664"/>
                  <a:gd name="connsiteY2" fmla="*/ 328870 h 671068"/>
                  <a:gd name="connsiteX0" fmla="*/ 18431 w 322528"/>
                  <a:gd name="connsiteY0" fmla="*/ 671068 h 671068"/>
                  <a:gd name="connsiteX1" fmla="*/ 164286 w 322528"/>
                  <a:gd name="connsiteY1" fmla="*/ 696 h 671068"/>
                  <a:gd name="connsiteX2" fmla="*/ 223189 w 322528"/>
                  <a:gd name="connsiteY2" fmla="*/ 328870 h 671068"/>
                  <a:gd name="connsiteX0" fmla="*/ 18431 w 311947"/>
                  <a:gd name="connsiteY0" fmla="*/ 671151 h 671151"/>
                  <a:gd name="connsiteX1" fmla="*/ 164286 w 311947"/>
                  <a:gd name="connsiteY1" fmla="*/ 779 h 671151"/>
                  <a:gd name="connsiteX2" fmla="*/ 203910 w 311947"/>
                  <a:gd name="connsiteY2" fmla="*/ 312427 h 671151"/>
                  <a:gd name="connsiteX0" fmla="*/ 18431 w 319515"/>
                  <a:gd name="connsiteY0" fmla="*/ 670768 h 670768"/>
                  <a:gd name="connsiteX1" fmla="*/ 164286 w 319515"/>
                  <a:gd name="connsiteY1" fmla="*/ 396 h 670768"/>
                  <a:gd name="connsiteX2" fmla="*/ 203910 w 319515"/>
                  <a:gd name="connsiteY2" fmla="*/ 312044 h 670768"/>
                  <a:gd name="connsiteX0" fmla="*/ 16717 w 317801"/>
                  <a:gd name="connsiteY0" fmla="*/ 670768 h 670768"/>
                  <a:gd name="connsiteX1" fmla="*/ 162572 w 317801"/>
                  <a:gd name="connsiteY1" fmla="*/ 396 h 670768"/>
                  <a:gd name="connsiteX2" fmla="*/ 202196 w 317801"/>
                  <a:gd name="connsiteY2" fmla="*/ 312044 h 670768"/>
                  <a:gd name="connsiteX0" fmla="*/ 16717 w 320719"/>
                  <a:gd name="connsiteY0" fmla="*/ 670412 h 670412"/>
                  <a:gd name="connsiteX1" fmla="*/ 162572 w 320719"/>
                  <a:gd name="connsiteY1" fmla="*/ 40 h 670412"/>
                  <a:gd name="connsiteX2" fmla="*/ 202196 w 320719"/>
                  <a:gd name="connsiteY2" fmla="*/ 311688 h 670412"/>
                  <a:gd name="connsiteX0" fmla="*/ 16717 w 314294"/>
                  <a:gd name="connsiteY0" fmla="*/ 670412 h 670412"/>
                  <a:gd name="connsiteX1" fmla="*/ 162572 w 314294"/>
                  <a:gd name="connsiteY1" fmla="*/ 40 h 670412"/>
                  <a:gd name="connsiteX2" fmla="*/ 202196 w 314294"/>
                  <a:gd name="connsiteY2" fmla="*/ 311688 h 670412"/>
                  <a:gd name="connsiteX0" fmla="*/ 20002 w 313692"/>
                  <a:gd name="connsiteY0" fmla="*/ 684181 h 684181"/>
                  <a:gd name="connsiteX1" fmla="*/ 157594 w 313692"/>
                  <a:gd name="connsiteY1" fmla="*/ 38 h 684181"/>
                  <a:gd name="connsiteX2" fmla="*/ 205481 w 313692"/>
                  <a:gd name="connsiteY2" fmla="*/ 325457 h 684181"/>
                  <a:gd name="connsiteX0" fmla="*/ 20002 w 335146"/>
                  <a:gd name="connsiteY0" fmla="*/ 684143 h 684143"/>
                  <a:gd name="connsiteX1" fmla="*/ 157594 w 335146"/>
                  <a:gd name="connsiteY1" fmla="*/ 0 h 684143"/>
                  <a:gd name="connsiteX2" fmla="*/ 205481 w 335146"/>
                  <a:gd name="connsiteY2" fmla="*/ 325419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11876 w 318923"/>
                  <a:gd name="connsiteY0" fmla="*/ 463808 h 463808"/>
                  <a:gd name="connsiteX1" fmla="*/ 171501 w 318923"/>
                  <a:gd name="connsiteY1" fmla="*/ 2 h 463808"/>
                  <a:gd name="connsiteX2" fmla="*/ 191846 w 318923"/>
                  <a:gd name="connsiteY2" fmla="*/ 275845 h 463808"/>
                  <a:gd name="connsiteX0" fmla="*/ 11876 w 318923"/>
                  <a:gd name="connsiteY0" fmla="*/ 444528 h 444528"/>
                  <a:gd name="connsiteX1" fmla="*/ 171501 w 318923"/>
                  <a:gd name="connsiteY1" fmla="*/ 2 h 444528"/>
                  <a:gd name="connsiteX2" fmla="*/ 191846 w 318923"/>
                  <a:gd name="connsiteY2" fmla="*/ 275845 h 444528"/>
                  <a:gd name="connsiteX0" fmla="*/ 1452 w 308499"/>
                  <a:gd name="connsiteY0" fmla="*/ 444528 h 444528"/>
                  <a:gd name="connsiteX1" fmla="*/ 161077 w 308499"/>
                  <a:gd name="connsiteY1" fmla="*/ 2 h 444528"/>
                  <a:gd name="connsiteX2" fmla="*/ 181422 w 308499"/>
                  <a:gd name="connsiteY2" fmla="*/ 275845 h 444528"/>
                  <a:gd name="connsiteX0" fmla="*/ 1452 w 296864"/>
                  <a:gd name="connsiteY0" fmla="*/ 444638 h 444638"/>
                  <a:gd name="connsiteX1" fmla="*/ 161077 w 296864"/>
                  <a:gd name="connsiteY1" fmla="*/ 112 h 444638"/>
                  <a:gd name="connsiteX2" fmla="*/ 181422 w 296864"/>
                  <a:gd name="connsiteY2" fmla="*/ 275955 h 444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D31B8A51-6DCD-4F91-A64E-038D994E3C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2008" y="3476077"/>
                <a:ext cx="1188" cy="974737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BDFB0920-619A-4413-BA62-3E5E86866F21}"/>
                </a:ext>
              </a:extLst>
            </p:cNvPr>
            <p:cNvGrpSpPr/>
            <p:nvPr/>
          </p:nvGrpSpPr>
          <p:grpSpPr>
            <a:xfrm flipH="1">
              <a:off x="4867025" y="2430334"/>
              <a:ext cx="1145945" cy="1726055"/>
              <a:chOff x="6150565" y="3254095"/>
              <a:chExt cx="979312" cy="1475068"/>
            </a:xfrm>
          </p:grpSpPr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B4BEFA88-FB5C-4CF8-93CB-66A8CBF8BB62}"/>
                  </a:ext>
                </a:extLst>
              </p:cNvPr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avLst/>
                <a:gdLst>
                  <a:gd name="connsiteX0" fmla="*/ 182319 w 931229"/>
                  <a:gd name="connsiteY0" fmla="*/ 476834 h 617079"/>
                  <a:gd name="connsiteX1" fmla="*/ 423541 w 931229"/>
                  <a:gd name="connsiteY1" fmla="*/ 339394 h 617079"/>
                  <a:gd name="connsiteX2" fmla="*/ 516103 w 931229"/>
                  <a:gd name="connsiteY2" fmla="*/ 617079 h 617079"/>
                  <a:gd name="connsiteX3" fmla="*/ 0 w 931229"/>
                  <a:gd name="connsiteY3" fmla="*/ 448785 h 617079"/>
                  <a:gd name="connsiteX4" fmla="*/ 274881 w 931229"/>
                  <a:gd name="connsiteY4" fmla="*/ 0 h 617079"/>
                  <a:gd name="connsiteX5" fmla="*/ 504883 w 931229"/>
                  <a:gd name="connsiteY5" fmla="*/ 235612 h 617079"/>
                  <a:gd name="connsiteX6" fmla="*/ 765740 w 931229"/>
                  <a:gd name="connsiteY6" fmla="*/ 159879 h 617079"/>
                  <a:gd name="connsiteX7" fmla="*/ 931229 w 931229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68"/>
                  <a:gd name="connsiteY0" fmla="*/ 476834 h 617079"/>
                  <a:gd name="connsiteX1" fmla="*/ 423541 w 931968"/>
                  <a:gd name="connsiteY1" fmla="*/ 339394 h 617079"/>
                  <a:gd name="connsiteX2" fmla="*/ 516103 w 931968"/>
                  <a:gd name="connsiteY2" fmla="*/ 617079 h 617079"/>
                  <a:gd name="connsiteX3" fmla="*/ 0 w 931968"/>
                  <a:gd name="connsiteY3" fmla="*/ 448785 h 617079"/>
                  <a:gd name="connsiteX4" fmla="*/ 274881 w 931968"/>
                  <a:gd name="connsiteY4" fmla="*/ 0 h 617079"/>
                  <a:gd name="connsiteX5" fmla="*/ 504883 w 931968"/>
                  <a:gd name="connsiteY5" fmla="*/ 235612 h 617079"/>
                  <a:gd name="connsiteX6" fmla="*/ 765740 w 931968"/>
                  <a:gd name="connsiteY6" fmla="*/ 159879 h 617079"/>
                  <a:gd name="connsiteX7" fmla="*/ 931229 w 93196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4161"/>
                  <a:gd name="connsiteY0" fmla="*/ 476834 h 617079"/>
                  <a:gd name="connsiteX1" fmla="*/ 423541 w 934161"/>
                  <a:gd name="connsiteY1" fmla="*/ 339394 h 617079"/>
                  <a:gd name="connsiteX2" fmla="*/ 516103 w 934161"/>
                  <a:gd name="connsiteY2" fmla="*/ 617079 h 617079"/>
                  <a:gd name="connsiteX3" fmla="*/ 0 w 934161"/>
                  <a:gd name="connsiteY3" fmla="*/ 448785 h 617079"/>
                  <a:gd name="connsiteX4" fmla="*/ 274881 w 934161"/>
                  <a:gd name="connsiteY4" fmla="*/ 0 h 617079"/>
                  <a:gd name="connsiteX5" fmla="*/ 477341 w 934161"/>
                  <a:gd name="connsiteY5" fmla="*/ 243874 h 617079"/>
                  <a:gd name="connsiteX6" fmla="*/ 787773 w 934161"/>
                  <a:gd name="connsiteY6" fmla="*/ 162633 h 617079"/>
                  <a:gd name="connsiteX7" fmla="*/ 931229 w 934161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5016"/>
                  <a:gd name="connsiteY0" fmla="*/ 476834 h 617079"/>
                  <a:gd name="connsiteX1" fmla="*/ 423541 w 935016"/>
                  <a:gd name="connsiteY1" fmla="*/ 339394 h 617079"/>
                  <a:gd name="connsiteX2" fmla="*/ 516103 w 935016"/>
                  <a:gd name="connsiteY2" fmla="*/ 617079 h 617079"/>
                  <a:gd name="connsiteX3" fmla="*/ 0 w 935016"/>
                  <a:gd name="connsiteY3" fmla="*/ 448785 h 617079"/>
                  <a:gd name="connsiteX4" fmla="*/ 274881 w 935016"/>
                  <a:gd name="connsiteY4" fmla="*/ 0 h 617079"/>
                  <a:gd name="connsiteX5" fmla="*/ 477341 w 935016"/>
                  <a:gd name="connsiteY5" fmla="*/ 243874 h 617079"/>
                  <a:gd name="connsiteX6" fmla="*/ 782265 w 935016"/>
                  <a:gd name="connsiteY6" fmla="*/ 143353 h 617079"/>
                  <a:gd name="connsiteX7" fmla="*/ 931229 w 935016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77341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60286 w 910740"/>
                  <a:gd name="connsiteY0" fmla="*/ 478537 h 618782"/>
                  <a:gd name="connsiteX1" fmla="*/ 401508 w 910740"/>
                  <a:gd name="connsiteY1" fmla="*/ 341097 h 618782"/>
                  <a:gd name="connsiteX2" fmla="*/ 494070 w 910740"/>
                  <a:gd name="connsiteY2" fmla="*/ 618782 h 618782"/>
                  <a:gd name="connsiteX3" fmla="*/ 0 w 910740"/>
                  <a:gd name="connsiteY3" fmla="*/ 450488 h 618782"/>
                  <a:gd name="connsiteX4" fmla="*/ 217043 w 910740"/>
                  <a:gd name="connsiteY4" fmla="*/ 1703 h 618782"/>
                  <a:gd name="connsiteX5" fmla="*/ 469079 w 910740"/>
                  <a:gd name="connsiteY5" fmla="*/ 245577 h 618782"/>
                  <a:gd name="connsiteX6" fmla="*/ 760232 w 910740"/>
                  <a:gd name="connsiteY6" fmla="*/ 145056 h 618782"/>
                  <a:gd name="connsiteX7" fmla="*/ 909196 w 910740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07765"/>
                  <a:gd name="connsiteX1" fmla="*/ 446317 w 955549"/>
                  <a:gd name="connsiteY1" fmla="*/ 341097 h 607765"/>
                  <a:gd name="connsiteX2" fmla="*/ 527862 w 955549"/>
                  <a:gd name="connsiteY2" fmla="*/ 607765 h 607765"/>
                  <a:gd name="connsiteX3" fmla="*/ 44809 w 955549"/>
                  <a:gd name="connsiteY3" fmla="*/ 450488 h 607765"/>
                  <a:gd name="connsiteX4" fmla="*/ 261852 w 955549"/>
                  <a:gd name="connsiteY4" fmla="*/ 1703 h 607765"/>
                  <a:gd name="connsiteX5" fmla="*/ 513888 w 955549"/>
                  <a:gd name="connsiteY5" fmla="*/ 245577 h 607765"/>
                  <a:gd name="connsiteX6" fmla="*/ 805041 w 955549"/>
                  <a:gd name="connsiteY6" fmla="*/ 145056 h 607765"/>
                  <a:gd name="connsiteX7" fmla="*/ 954005 w 955549"/>
                  <a:gd name="connsiteY7" fmla="*/ 405609 h 60776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8696 w 962625"/>
                  <a:gd name="connsiteY0" fmla="*/ 500570 h 673975"/>
                  <a:gd name="connsiteX1" fmla="*/ 403816 w 962625"/>
                  <a:gd name="connsiteY1" fmla="*/ 327327 h 673975"/>
                  <a:gd name="connsiteX2" fmla="*/ 485362 w 962625"/>
                  <a:gd name="connsiteY2" fmla="*/ 610520 h 673975"/>
                  <a:gd name="connsiteX3" fmla="*/ 43623 w 962625"/>
                  <a:gd name="connsiteY3" fmla="*/ 480784 h 673975"/>
                  <a:gd name="connsiteX4" fmla="*/ 268928 w 962625"/>
                  <a:gd name="connsiteY4" fmla="*/ 1703 h 673975"/>
                  <a:gd name="connsiteX5" fmla="*/ 520964 w 962625"/>
                  <a:gd name="connsiteY5" fmla="*/ 245577 h 673975"/>
                  <a:gd name="connsiteX6" fmla="*/ 812117 w 962625"/>
                  <a:gd name="connsiteY6" fmla="*/ 145056 h 673975"/>
                  <a:gd name="connsiteX7" fmla="*/ 961081 w 962625"/>
                  <a:gd name="connsiteY7" fmla="*/ 405609 h 673975"/>
                  <a:gd name="connsiteX0" fmla="*/ 238218 w 972147"/>
                  <a:gd name="connsiteY0" fmla="*/ 500570 h 681004"/>
                  <a:gd name="connsiteX1" fmla="*/ 413338 w 972147"/>
                  <a:gd name="connsiteY1" fmla="*/ 327327 h 681004"/>
                  <a:gd name="connsiteX2" fmla="*/ 494884 w 972147"/>
                  <a:gd name="connsiteY2" fmla="*/ 610520 h 681004"/>
                  <a:gd name="connsiteX3" fmla="*/ 42128 w 972147"/>
                  <a:gd name="connsiteY3" fmla="*/ 505572 h 681004"/>
                  <a:gd name="connsiteX4" fmla="*/ 278450 w 972147"/>
                  <a:gd name="connsiteY4" fmla="*/ 1703 h 681004"/>
                  <a:gd name="connsiteX5" fmla="*/ 530486 w 972147"/>
                  <a:gd name="connsiteY5" fmla="*/ 245577 h 681004"/>
                  <a:gd name="connsiteX6" fmla="*/ 821639 w 972147"/>
                  <a:gd name="connsiteY6" fmla="*/ 145056 h 681004"/>
                  <a:gd name="connsiteX7" fmla="*/ 970603 w 972147"/>
                  <a:gd name="connsiteY7" fmla="*/ 405609 h 681004"/>
                  <a:gd name="connsiteX0" fmla="*/ 238218 w 972147"/>
                  <a:gd name="connsiteY0" fmla="*/ 500570 h 684851"/>
                  <a:gd name="connsiteX1" fmla="*/ 413338 w 972147"/>
                  <a:gd name="connsiteY1" fmla="*/ 327327 h 684851"/>
                  <a:gd name="connsiteX2" fmla="*/ 483867 w 972147"/>
                  <a:gd name="connsiteY2" fmla="*/ 616028 h 684851"/>
                  <a:gd name="connsiteX3" fmla="*/ 42128 w 972147"/>
                  <a:gd name="connsiteY3" fmla="*/ 505572 h 684851"/>
                  <a:gd name="connsiteX4" fmla="*/ 278450 w 972147"/>
                  <a:gd name="connsiteY4" fmla="*/ 1703 h 684851"/>
                  <a:gd name="connsiteX5" fmla="*/ 530486 w 972147"/>
                  <a:gd name="connsiteY5" fmla="*/ 245577 h 684851"/>
                  <a:gd name="connsiteX6" fmla="*/ 821639 w 972147"/>
                  <a:gd name="connsiteY6" fmla="*/ 145056 h 684851"/>
                  <a:gd name="connsiteX7" fmla="*/ 970603 w 972147"/>
                  <a:gd name="connsiteY7" fmla="*/ 405609 h 684851"/>
                  <a:gd name="connsiteX0" fmla="*/ 238218 w 972147"/>
                  <a:gd name="connsiteY0" fmla="*/ 500570 h 678763"/>
                  <a:gd name="connsiteX1" fmla="*/ 413338 w 972147"/>
                  <a:gd name="connsiteY1" fmla="*/ 327327 h 678763"/>
                  <a:gd name="connsiteX2" fmla="*/ 483867 w 972147"/>
                  <a:gd name="connsiteY2" fmla="*/ 616028 h 678763"/>
                  <a:gd name="connsiteX3" fmla="*/ 42128 w 972147"/>
                  <a:gd name="connsiteY3" fmla="*/ 505572 h 678763"/>
                  <a:gd name="connsiteX4" fmla="*/ 278450 w 972147"/>
                  <a:gd name="connsiteY4" fmla="*/ 1703 h 678763"/>
                  <a:gd name="connsiteX5" fmla="*/ 530486 w 972147"/>
                  <a:gd name="connsiteY5" fmla="*/ 245577 h 678763"/>
                  <a:gd name="connsiteX6" fmla="*/ 821639 w 972147"/>
                  <a:gd name="connsiteY6" fmla="*/ 145056 h 678763"/>
                  <a:gd name="connsiteX7" fmla="*/ 970603 w 972147"/>
                  <a:gd name="connsiteY7" fmla="*/ 405609 h 67876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2590 h 680783"/>
                  <a:gd name="connsiteX1" fmla="*/ 413338 w 972147"/>
                  <a:gd name="connsiteY1" fmla="*/ 329347 h 680783"/>
                  <a:gd name="connsiteX2" fmla="*/ 483867 w 972147"/>
                  <a:gd name="connsiteY2" fmla="*/ 618048 h 680783"/>
                  <a:gd name="connsiteX3" fmla="*/ 42128 w 972147"/>
                  <a:gd name="connsiteY3" fmla="*/ 507592 h 680783"/>
                  <a:gd name="connsiteX4" fmla="*/ 278450 w 972147"/>
                  <a:gd name="connsiteY4" fmla="*/ 3723 h 680783"/>
                  <a:gd name="connsiteX5" fmla="*/ 535994 w 972147"/>
                  <a:gd name="connsiteY5" fmla="*/ 211792 h 680783"/>
                  <a:gd name="connsiteX6" fmla="*/ 821639 w 972147"/>
                  <a:gd name="connsiteY6" fmla="*/ 147076 h 680783"/>
                  <a:gd name="connsiteX7" fmla="*/ 970603 w 972147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58028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6290 h 684483"/>
                  <a:gd name="connsiteX1" fmla="*/ 413338 w 973301"/>
                  <a:gd name="connsiteY1" fmla="*/ 333047 h 684483"/>
                  <a:gd name="connsiteX2" fmla="*/ 483867 w 973301"/>
                  <a:gd name="connsiteY2" fmla="*/ 621748 h 684483"/>
                  <a:gd name="connsiteX3" fmla="*/ 42128 w 973301"/>
                  <a:gd name="connsiteY3" fmla="*/ 511292 h 684483"/>
                  <a:gd name="connsiteX4" fmla="*/ 278450 w 973301"/>
                  <a:gd name="connsiteY4" fmla="*/ 7423 h 684483"/>
                  <a:gd name="connsiteX5" fmla="*/ 549765 w 973301"/>
                  <a:gd name="connsiteY5" fmla="*/ 190704 h 684483"/>
                  <a:gd name="connsiteX6" fmla="*/ 857444 w 973301"/>
                  <a:gd name="connsiteY6" fmla="*/ 148022 h 684483"/>
                  <a:gd name="connsiteX7" fmla="*/ 970603 w 973301"/>
                  <a:gd name="connsiteY7" fmla="*/ 411329 h 684483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1535 h 679728"/>
                  <a:gd name="connsiteX1" fmla="*/ 413338 w 973301"/>
                  <a:gd name="connsiteY1" fmla="*/ 328292 h 679728"/>
                  <a:gd name="connsiteX2" fmla="*/ 483867 w 973301"/>
                  <a:gd name="connsiteY2" fmla="*/ 616993 h 679728"/>
                  <a:gd name="connsiteX3" fmla="*/ 42128 w 973301"/>
                  <a:gd name="connsiteY3" fmla="*/ 506537 h 679728"/>
                  <a:gd name="connsiteX4" fmla="*/ 278450 w 973301"/>
                  <a:gd name="connsiteY4" fmla="*/ 2668 h 679728"/>
                  <a:gd name="connsiteX5" fmla="*/ 549765 w 973301"/>
                  <a:gd name="connsiteY5" fmla="*/ 185949 h 679728"/>
                  <a:gd name="connsiteX6" fmla="*/ 857444 w 973301"/>
                  <a:gd name="connsiteY6" fmla="*/ 143267 h 679728"/>
                  <a:gd name="connsiteX7" fmla="*/ 970603 w 973301"/>
                  <a:gd name="connsiteY7" fmla="*/ 406574 h 679728"/>
                  <a:gd name="connsiteX0" fmla="*/ 239713 w 974796"/>
                  <a:gd name="connsiteY0" fmla="*/ 509581 h 687774"/>
                  <a:gd name="connsiteX1" fmla="*/ 414833 w 974796"/>
                  <a:gd name="connsiteY1" fmla="*/ 336338 h 687774"/>
                  <a:gd name="connsiteX2" fmla="*/ 485362 w 974796"/>
                  <a:gd name="connsiteY2" fmla="*/ 625039 h 687774"/>
                  <a:gd name="connsiteX3" fmla="*/ 43623 w 974796"/>
                  <a:gd name="connsiteY3" fmla="*/ 514583 h 687774"/>
                  <a:gd name="connsiteX4" fmla="*/ 268928 w 974796"/>
                  <a:gd name="connsiteY4" fmla="*/ 2452 h 687774"/>
                  <a:gd name="connsiteX5" fmla="*/ 551260 w 974796"/>
                  <a:gd name="connsiteY5" fmla="*/ 193995 h 687774"/>
                  <a:gd name="connsiteX6" fmla="*/ 858939 w 974796"/>
                  <a:gd name="connsiteY6" fmla="*/ 151313 h 687774"/>
                  <a:gd name="connsiteX7" fmla="*/ 972098 w 974796"/>
                  <a:gd name="connsiteY7" fmla="*/ 414620 h 687774"/>
                  <a:gd name="connsiteX0" fmla="*/ 239713 w 974796"/>
                  <a:gd name="connsiteY0" fmla="*/ 508440 h 686633"/>
                  <a:gd name="connsiteX1" fmla="*/ 414833 w 974796"/>
                  <a:gd name="connsiteY1" fmla="*/ 335197 h 686633"/>
                  <a:gd name="connsiteX2" fmla="*/ 485362 w 974796"/>
                  <a:gd name="connsiteY2" fmla="*/ 623898 h 686633"/>
                  <a:gd name="connsiteX3" fmla="*/ 43623 w 974796"/>
                  <a:gd name="connsiteY3" fmla="*/ 513442 h 686633"/>
                  <a:gd name="connsiteX4" fmla="*/ 268928 w 974796"/>
                  <a:gd name="connsiteY4" fmla="*/ 1311 h 686633"/>
                  <a:gd name="connsiteX5" fmla="*/ 551260 w 974796"/>
                  <a:gd name="connsiteY5" fmla="*/ 192854 h 686633"/>
                  <a:gd name="connsiteX6" fmla="*/ 858939 w 974796"/>
                  <a:gd name="connsiteY6" fmla="*/ 150172 h 686633"/>
                  <a:gd name="connsiteX7" fmla="*/ 972098 w 974796"/>
                  <a:gd name="connsiteY7" fmla="*/ 413479 h 6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4AB609CD-13FD-4610-9D3D-06BF3E0BB00A}"/>
                  </a:ext>
                </a:extLst>
              </p:cNvPr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avLst/>
                <a:gdLst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35314"/>
                  <a:gd name="connsiteX1" fmla="*/ 330979 w 647937"/>
                  <a:gd name="connsiteY1" fmla="*/ 0 h 1035314"/>
                  <a:gd name="connsiteX2" fmla="*/ 560982 w 647937"/>
                  <a:gd name="connsiteY2" fmla="*/ 171099 h 1035314"/>
                  <a:gd name="connsiteX3" fmla="*/ 468420 w 647937"/>
                  <a:gd name="connsiteY3" fmla="*/ 493663 h 1035314"/>
                  <a:gd name="connsiteX4" fmla="*/ 647934 w 647937"/>
                  <a:gd name="connsiteY4" fmla="*/ 793789 h 1035314"/>
                  <a:gd name="connsiteX5" fmla="*/ 465665 w 647937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489"/>
                  <a:gd name="connsiteY0" fmla="*/ 277685 h 1035314"/>
                  <a:gd name="connsiteX1" fmla="*/ 330979 w 642489"/>
                  <a:gd name="connsiteY1" fmla="*/ 0 h 1035314"/>
                  <a:gd name="connsiteX2" fmla="*/ 560982 w 642489"/>
                  <a:gd name="connsiteY2" fmla="*/ 171099 h 1035314"/>
                  <a:gd name="connsiteX3" fmla="*/ 446386 w 642489"/>
                  <a:gd name="connsiteY3" fmla="*/ 490909 h 1035314"/>
                  <a:gd name="connsiteX4" fmla="*/ 642425 w 642489"/>
                  <a:gd name="connsiteY4" fmla="*/ 769001 h 1035314"/>
                  <a:gd name="connsiteX5" fmla="*/ 465665 w 642489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564"/>
                  <a:gd name="connsiteY0" fmla="*/ 277685 h 1035314"/>
                  <a:gd name="connsiteX1" fmla="*/ 330979 w 642564"/>
                  <a:gd name="connsiteY1" fmla="*/ 0 h 1035314"/>
                  <a:gd name="connsiteX2" fmla="*/ 560982 w 642564"/>
                  <a:gd name="connsiteY2" fmla="*/ 171099 h 1035314"/>
                  <a:gd name="connsiteX3" fmla="*/ 446386 w 642564"/>
                  <a:gd name="connsiteY3" fmla="*/ 490909 h 1035314"/>
                  <a:gd name="connsiteX4" fmla="*/ 642425 w 642564"/>
                  <a:gd name="connsiteY4" fmla="*/ 769001 h 1035314"/>
                  <a:gd name="connsiteX5" fmla="*/ 465665 w 642564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80359 h 1037988"/>
                  <a:gd name="connsiteX1" fmla="*/ 330979 w 639815"/>
                  <a:gd name="connsiteY1" fmla="*/ 2674 h 1037988"/>
                  <a:gd name="connsiteX2" fmla="*/ 560982 w 639815"/>
                  <a:gd name="connsiteY2" fmla="*/ 173773 h 1037988"/>
                  <a:gd name="connsiteX3" fmla="*/ 446386 w 639815"/>
                  <a:gd name="connsiteY3" fmla="*/ 493583 h 1037988"/>
                  <a:gd name="connsiteX4" fmla="*/ 639670 w 639815"/>
                  <a:gd name="connsiteY4" fmla="*/ 763412 h 1037988"/>
                  <a:gd name="connsiteX5" fmla="*/ 465665 w 639815"/>
                  <a:gd name="connsiteY5" fmla="*/ 1037988 h 1037988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78763 h 1036392"/>
                  <a:gd name="connsiteX1" fmla="*/ 330979 w 639815"/>
                  <a:gd name="connsiteY1" fmla="*/ 1078 h 1036392"/>
                  <a:gd name="connsiteX2" fmla="*/ 560982 w 639815"/>
                  <a:gd name="connsiteY2" fmla="*/ 172177 h 1036392"/>
                  <a:gd name="connsiteX3" fmla="*/ 446386 w 639815"/>
                  <a:gd name="connsiteY3" fmla="*/ 491987 h 1036392"/>
                  <a:gd name="connsiteX4" fmla="*/ 639670 w 639815"/>
                  <a:gd name="connsiteY4" fmla="*/ 761816 h 1036392"/>
                  <a:gd name="connsiteX5" fmla="*/ 465665 w 639815"/>
                  <a:gd name="connsiteY5" fmla="*/ 1036392 h 1036392"/>
                  <a:gd name="connsiteX0" fmla="*/ 0 w 639815"/>
                  <a:gd name="connsiteY0" fmla="*/ 280192 h 1037821"/>
                  <a:gd name="connsiteX1" fmla="*/ 330979 w 639815"/>
                  <a:gd name="connsiteY1" fmla="*/ 2507 h 1037821"/>
                  <a:gd name="connsiteX2" fmla="*/ 560982 w 639815"/>
                  <a:gd name="connsiteY2" fmla="*/ 173606 h 1037821"/>
                  <a:gd name="connsiteX3" fmla="*/ 446386 w 639815"/>
                  <a:gd name="connsiteY3" fmla="*/ 493416 h 1037821"/>
                  <a:gd name="connsiteX4" fmla="*/ 639670 w 639815"/>
                  <a:gd name="connsiteY4" fmla="*/ 763245 h 1037821"/>
                  <a:gd name="connsiteX5" fmla="*/ 465665 w 639815"/>
                  <a:gd name="connsiteY5" fmla="*/ 1037821 h 1037821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26 w 639841"/>
                  <a:gd name="connsiteY0" fmla="*/ 279103 h 1036732"/>
                  <a:gd name="connsiteX1" fmla="*/ 331005 w 639841"/>
                  <a:gd name="connsiteY1" fmla="*/ 1418 h 1036732"/>
                  <a:gd name="connsiteX2" fmla="*/ 561008 w 639841"/>
                  <a:gd name="connsiteY2" fmla="*/ 172517 h 1036732"/>
                  <a:gd name="connsiteX3" fmla="*/ 446412 w 639841"/>
                  <a:gd name="connsiteY3" fmla="*/ 492327 h 1036732"/>
                  <a:gd name="connsiteX4" fmla="*/ 639696 w 639841"/>
                  <a:gd name="connsiteY4" fmla="*/ 762156 h 1036732"/>
                  <a:gd name="connsiteX5" fmla="*/ 465691 w 639841"/>
                  <a:gd name="connsiteY5" fmla="*/ 1036732 h 1036732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40 w 620576"/>
                  <a:gd name="connsiteY0" fmla="*/ 296331 h 1037435"/>
                  <a:gd name="connsiteX1" fmla="*/ 311740 w 620576"/>
                  <a:gd name="connsiteY1" fmla="*/ 2121 h 1037435"/>
                  <a:gd name="connsiteX2" fmla="*/ 541743 w 620576"/>
                  <a:gd name="connsiteY2" fmla="*/ 173220 h 1037435"/>
                  <a:gd name="connsiteX3" fmla="*/ 427147 w 620576"/>
                  <a:gd name="connsiteY3" fmla="*/ 493030 h 1037435"/>
                  <a:gd name="connsiteX4" fmla="*/ 620431 w 620576"/>
                  <a:gd name="connsiteY4" fmla="*/ 762859 h 1037435"/>
                  <a:gd name="connsiteX5" fmla="*/ 446426 w 620576"/>
                  <a:gd name="connsiteY5" fmla="*/ 1037435 h 1037435"/>
                  <a:gd name="connsiteX0" fmla="*/ 5008 w 625544"/>
                  <a:gd name="connsiteY0" fmla="*/ 297012 h 1038116"/>
                  <a:gd name="connsiteX1" fmla="*/ 316708 w 625544"/>
                  <a:gd name="connsiteY1" fmla="*/ 2802 h 1038116"/>
                  <a:gd name="connsiteX2" fmla="*/ 546711 w 625544"/>
                  <a:gd name="connsiteY2" fmla="*/ 173901 h 1038116"/>
                  <a:gd name="connsiteX3" fmla="*/ 432115 w 625544"/>
                  <a:gd name="connsiteY3" fmla="*/ 493711 h 1038116"/>
                  <a:gd name="connsiteX4" fmla="*/ 625399 w 625544"/>
                  <a:gd name="connsiteY4" fmla="*/ 763540 h 1038116"/>
                  <a:gd name="connsiteX5" fmla="*/ 451394 w 625544"/>
                  <a:gd name="connsiteY5" fmla="*/ 1038116 h 1038116"/>
                  <a:gd name="connsiteX0" fmla="*/ 5008 w 625544"/>
                  <a:gd name="connsiteY0" fmla="*/ 299704 h 1040808"/>
                  <a:gd name="connsiteX1" fmla="*/ 316708 w 625544"/>
                  <a:gd name="connsiteY1" fmla="*/ 2739 h 1040808"/>
                  <a:gd name="connsiteX2" fmla="*/ 546711 w 625544"/>
                  <a:gd name="connsiteY2" fmla="*/ 176593 h 1040808"/>
                  <a:gd name="connsiteX3" fmla="*/ 432115 w 625544"/>
                  <a:gd name="connsiteY3" fmla="*/ 496403 h 1040808"/>
                  <a:gd name="connsiteX4" fmla="*/ 625399 w 625544"/>
                  <a:gd name="connsiteY4" fmla="*/ 766232 h 1040808"/>
                  <a:gd name="connsiteX5" fmla="*/ 451394 w 625544"/>
                  <a:gd name="connsiteY5" fmla="*/ 1040808 h 1040808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5023"/>
                  <a:gd name="connsiteY0" fmla="*/ 298093 h 1039197"/>
                  <a:gd name="connsiteX1" fmla="*/ 315906 w 625023"/>
                  <a:gd name="connsiteY1" fmla="*/ 1128 h 1039197"/>
                  <a:gd name="connsiteX2" fmla="*/ 545909 w 625023"/>
                  <a:gd name="connsiteY2" fmla="*/ 174982 h 1039197"/>
                  <a:gd name="connsiteX3" fmla="*/ 431313 w 625023"/>
                  <a:gd name="connsiteY3" fmla="*/ 494792 h 1039197"/>
                  <a:gd name="connsiteX4" fmla="*/ 624597 w 625023"/>
                  <a:gd name="connsiteY4" fmla="*/ 764621 h 1039197"/>
                  <a:gd name="connsiteX5" fmla="*/ 450592 w 625023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25804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자유형: 도형 82">
                <a:extLst>
                  <a:ext uri="{FF2B5EF4-FFF2-40B4-BE49-F238E27FC236}">
                    <a16:creationId xmlns:a16="http://schemas.microsoft.com/office/drawing/2014/main" id="{A84C0AD7-C373-41BD-8617-A1E9E720F96A}"/>
                  </a:ext>
                </a:extLst>
              </p:cNvPr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avLst/>
                <a:gdLst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7877 w 1035080"/>
                  <a:gd name="connsiteY0" fmla="*/ 213173 h 925619"/>
                  <a:gd name="connsiteX1" fmla="*/ 535806 w 1035080"/>
                  <a:gd name="connsiteY1" fmla="*/ 0 h 925619"/>
                  <a:gd name="connsiteX2" fmla="*/ 676051 w 1035080"/>
                  <a:gd name="connsiteY2" fmla="*/ 311345 h 925619"/>
                  <a:gd name="connsiteX3" fmla="*/ 1035080 w 1035080"/>
                  <a:gd name="connsiteY3" fmla="*/ 535737 h 925619"/>
                  <a:gd name="connsiteX4" fmla="*/ 603124 w 1035080"/>
                  <a:gd name="connsiteY4" fmla="*/ 925619 h 925619"/>
                  <a:gd name="connsiteX5" fmla="*/ 53565 w 1035080"/>
                  <a:gd name="connsiteY5" fmla="*/ 871971 h 925619"/>
                  <a:gd name="connsiteX6" fmla="*/ 106351 w 1035080"/>
                  <a:gd name="connsiteY6" fmla="*/ 395289 h 925619"/>
                  <a:gd name="connsiteX7" fmla="*/ 443903 w 1035080"/>
                  <a:gd name="connsiteY7" fmla="*/ 599641 h 925619"/>
                  <a:gd name="connsiteX0" fmla="*/ 375671 w 1062874"/>
                  <a:gd name="connsiteY0" fmla="*/ 213173 h 925619"/>
                  <a:gd name="connsiteX1" fmla="*/ 563600 w 1062874"/>
                  <a:gd name="connsiteY1" fmla="*/ 0 h 925619"/>
                  <a:gd name="connsiteX2" fmla="*/ 703845 w 1062874"/>
                  <a:gd name="connsiteY2" fmla="*/ 311345 h 925619"/>
                  <a:gd name="connsiteX3" fmla="*/ 1062874 w 1062874"/>
                  <a:gd name="connsiteY3" fmla="*/ 535737 h 925619"/>
                  <a:gd name="connsiteX4" fmla="*/ 630918 w 1062874"/>
                  <a:gd name="connsiteY4" fmla="*/ 925619 h 925619"/>
                  <a:gd name="connsiteX5" fmla="*/ 81359 w 1062874"/>
                  <a:gd name="connsiteY5" fmla="*/ 871971 h 925619"/>
                  <a:gd name="connsiteX6" fmla="*/ 134145 w 1062874"/>
                  <a:gd name="connsiteY6" fmla="*/ 395289 h 925619"/>
                  <a:gd name="connsiteX7" fmla="*/ 471697 w 1062874"/>
                  <a:gd name="connsiteY7" fmla="*/ 599641 h 92561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30918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06130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9036"/>
                  <a:gd name="connsiteX1" fmla="*/ 563600 w 1062874"/>
                  <a:gd name="connsiteY1" fmla="*/ 0 h 979036"/>
                  <a:gd name="connsiteX2" fmla="*/ 703845 w 1062874"/>
                  <a:gd name="connsiteY2" fmla="*/ 311345 h 979036"/>
                  <a:gd name="connsiteX3" fmla="*/ 1062874 w 1062874"/>
                  <a:gd name="connsiteY3" fmla="*/ 535737 h 979036"/>
                  <a:gd name="connsiteX4" fmla="*/ 597867 w 1062874"/>
                  <a:gd name="connsiteY4" fmla="*/ 942144 h 979036"/>
                  <a:gd name="connsiteX5" fmla="*/ 81359 w 1062874"/>
                  <a:gd name="connsiteY5" fmla="*/ 871971 h 979036"/>
                  <a:gd name="connsiteX6" fmla="*/ 134145 w 1062874"/>
                  <a:gd name="connsiteY6" fmla="*/ 395289 h 979036"/>
                  <a:gd name="connsiteX7" fmla="*/ 471697 w 1062874"/>
                  <a:gd name="connsiteY7" fmla="*/ 599641 h 979036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33999"/>
                  <a:gd name="connsiteX1" fmla="*/ 563600 w 1062874"/>
                  <a:gd name="connsiteY1" fmla="*/ 0 h 1033999"/>
                  <a:gd name="connsiteX2" fmla="*/ 703845 w 1062874"/>
                  <a:gd name="connsiteY2" fmla="*/ 311345 h 1033999"/>
                  <a:gd name="connsiteX3" fmla="*/ 1062874 w 1062874"/>
                  <a:gd name="connsiteY3" fmla="*/ 535737 h 1033999"/>
                  <a:gd name="connsiteX4" fmla="*/ 597867 w 1062874"/>
                  <a:gd name="connsiteY4" fmla="*/ 942144 h 1033999"/>
                  <a:gd name="connsiteX5" fmla="*/ 81359 w 1062874"/>
                  <a:gd name="connsiteY5" fmla="*/ 871971 h 1033999"/>
                  <a:gd name="connsiteX6" fmla="*/ 134145 w 1062874"/>
                  <a:gd name="connsiteY6" fmla="*/ 395289 h 1033999"/>
                  <a:gd name="connsiteX7" fmla="*/ 471697 w 1062874"/>
                  <a:gd name="connsiteY7" fmla="*/ 599641 h 1033999"/>
                  <a:gd name="connsiteX0" fmla="*/ 363975 w 1051178"/>
                  <a:gd name="connsiteY0" fmla="*/ 213173 h 1033999"/>
                  <a:gd name="connsiteX1" fmla="*/ 551904 w 1051178"/>
                  <a:gd name="connsiteY1" fmla="*/ 0 h 1033999"/>
                  <a:gd name="connsiteX2" fmla="*/ 692149 w 1051178"/>
                  <a:gd name="connsiteY2" fmla="*/ 311345 h 1033999"/>
                  <a:gd name="connsiteX3" fmla="*/ 1051178 w 1051178"/>
                  <a:gd name="connsiteY3" fmla="*/ 535737 h 1033999"/>
                  <a:gd name="connsiteX4" fmla="*/ 586171 w 1051178"/>
                  <a:gd name="connsiteY4" fmla="*/ 942144 h 1033999"/>
                  <a:gd name="connsiteX5" fmla="*/ 69663 w 1051178"/>
                  <a:gd name="connsiteY5" fmla="*/ 871971 h 1033999"/>
                  <a:gd name="connsiteX6" fmla="*/ 122449 w 1051178"/>
                  <a:gd name="connsiteY6" fmla="*/ 395289 h 1033999"/>
                  <a:gd name="connsiteX7" fmla="*/ 460001 w 1051178"/>
                  <a:gd name="connsiteY7" fmla="*/ 599641 h 1033999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34653"/>
                  <a:gd name="connsiteY0" fmla="*/ 213173 h 1030327"/>
                  <a:gd name="connsiteX1" fmla="*/ 551904 w 1034653"/>
                  <a:gd name="connsiteY1" fmla="*/ 0 h 1030327"/>
                  <a:gd name="connsiteX2" fmla="*/ 692149 w 1034653"/>
                  <a:gd name="connsiteY2" fmla="*/ 311345 h 1030327"/>
                  <a:gd name="connsiteX3" fmla="*/ 1034653 w 1034653"/>
                  <a:gd name="connsiteY3" fmla="*/ 538491 h 1030327"/>
                  <a:gd name="connsiteX4" fmla="*/ 613713 w 1034653"/>
                  <a:gd name="connsiteY4" fmla="*/ 936636 h 1030327"/>
                  <a:gd name="connsiteX5" fmla="*/ 69663 w 1034653"/>
                  <a:gd name="connsiteY5" fmla="*/ 871971 h 1030327"/>
                  <a:gd name="connsiteX6" fmla="*/ 122449 w 1034653"/>
                  <a:gd name="connsiteY6" fmla="*/ 395289 h 1030327"/>
                  <a:gd name="connsiteX7" fmla="*/ 460001 w 1034653"/>
                  <a:gd name="connsiteY7" fmla="*/ 599641 h 1030327"/>
                  <a:gd name="connsiteX0" fmla="*/ 363975 w 1037690"/>
                  <a:gd name="connsiteY0" fmla="*/ 213173 h 1030327"/>
                  <a:gd name="connsiteX1" fmla="*/ 551904 w 1037690"/>
                  <a:gd name="connsiteY1" fmla="*/ 0 h 1030327"/>
                  <a:gd name="connsiteX2" fmla="*/ 692149 w 1037690"/>
                  <a:gd name="connsiteY2" fmla="*/ 311345 h 1030327"/>
                  <a:gd name="connsiteX3" fmla="*/ 1034653 w 1037690"/>
                  <a:gd name="connsiteY3" fmla="*/ 538491 h 1030327"/>
                  <a:gd name="connsiteX4" fmla="*/ 613713 w 1037690"/>
                  <a:gd name="connsiteY4" fmla="*/ 936636 h 1030327"/>
                  <a:gd name="connsiteX5" fmla="*/ 69663 w 1037690"/>
                  <a:gd name="connsiteY5" fmla="*/ 871971 h 1030327"/>
                  <a:gd name="connsiteX6" fmla="*/ 122449 w 1037690"/>
                  <a:gd name="connsiteY6" fmla="*/ 395289 h 1030327"/>
                  <a:gd name="connsiteX7" fmla="*/ 460001 w 1037690"/>
                  <a:gd name="connsiteY7" fmla="*/ 599641 h 1030327"/>
                  <a:gd name="connsiteX0" fmla="*/ 363975 w 1037917"/>
                  <a:gd name="connsiteY0" fmla="*/ 213173 h 1030327"/>
                  <a:gd name="connsiteX1" fmla="*/ 551904 w 1037917"/>
                  <a:gd name="connsiteY1" fmla="*/ 0 h 1030327"/>
                  <a:gd name="connsiteX2" fmla="*/ 692149 w 1037917"/>
                  <a:gd name="connsiteY2" fmla="*/ 311345 h 1030327"/>
                  <a:gd name="connsiteX3" fmla="*/ 1034653 w 1037917"/>
                  <a:gd name="connsiteY3" fmla="*/ 538491 h 1030327"/>
                  <a:gd name="connsiteX4" fmla="*/ 613713 w 1037917"/>
                  <a:gd name="connsiteY4" fmla="*/ 936636 h 1030327"/>
                  <a:gd name="connsiteX5" fmla="*/ 69663 w 1037917"/>
                  <a:gd name="connsiteY5" fmla="*/ 871971 h 1030327"/>
                  <a:gd name="connsiteX6" fmla="*/ 122449 w 1037917"/>
                  <a:gd name="connsiteY6" fmla="*/ 395289 h 1030327"/>
                  <a:gd name="connsiteX7" fmla="*/ 460001 w 103791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270 h 1030424"/>
                  <a:gd name="connsiteX1" fmla="*/ 551904 w 1041370"/>
                  <a:gd name="connsiteY1" fmla="*/ 97 h 1030424"/>
                  <a:gd name="connsiteX2" fmla="*/ 675624 w 1041370"/>
                  <a:gd name="connsiteY2" fmla="*/ 300425 h 1030424"/>
                  <a:gd name="connsiteX3" fmla="*/ 1034653 w 1041370"/>
                  <a:gd name="connsiteY3" fmla="*/ 538588 h 1030424"/>
                  <a:gd name="connsiteX4" fmla="*/ 613713 w 1041370"/>
                  <a:gd name="connsiteY4" fmla="*/ 936733 h 1030424"/>
                  <a:gd name="connsiteX5" fmla="*/ 69663 w 1041370"/>
                  <a:gd name="connsiteY5" fmla="*/ 872068 h 1030424"/>
                  <a:gd name="connsiteX6" fmla="*/ 122449 w 1041370"/>
                  <a:gd name="connsiteY6" fmla="*/ 395386 h 1030424"/>
                  <a:gd name="connsiteX7" fmla="*/ 460001 w 1041370"/>
                  <a:gd name="connsiteY7" fmla="*/ 599738 h 1030424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266"/>
                  <a:gd name="connsiteY0" fmla="*/ 237961 h 1016230"/>
                  <a:gd name="connsiteX1" fmla="*/ 551904 w 1041266"/>
                  <a:gd name="connsiteY1" fmla="*/ 0 h 1016230"/>
                  <a:gd name="connsiteX2" fmla="*/ 675624 w 1041266"/>
                  <a:gd name="connsiteY2" fmla="*/ 300328 h 1016230"/>
                  <a:gd name="connsiteX3" fmla="*/ 1034653 w 1041266"/>
                  <a:gd name="connsiteY3" fmla="*/ 538491 h 1016230"/>
                  <a:gd name="connsiteX4" fmla="*/ 610959 w 1041266"/>
                  <a:gd name="connsiteY4" fmla="*/ 914602 h 1016230"/>
                  <a:gd name="connsiteX5" fmla="*/ 69663 w 1041266"/>
                  <a:gd name="connsiteY5" fmla="*/ 871971 h 1016230"/>
                  <a:gd name="connsiteX6" fmla="*/ 122449 w 1041266"/>
                  <a:gd name="connsiteY6" fmla="*/ 395289 h 1016230"/>
                  <a:gd name="connsiteX7" fmla="*/ 407671 w 1041266"/>
                  <a:gd name="connsiteY7" fmla="*/ 709810 h 1016230"/>
                  <a:gd name="connsiteX0" fmla="*/ 408043 w 1042386"/>
                  <a:gd name="connsiteY0" fmla="*/ 237961 h 1016230"/>
                  <a:gd name="connsiteX1" fmla="*/ 551904 w 1042386"/>
                  <a:gd name="connsiteY1" fmla="*/ 0 h 1016230"/>
                  <a:gd name="connsiteX2" fmla="*/ 675624 w 1042386"/>
                  <a:gd name="connsiteY2" fmla="*/ 300328 h 1016230"/>
                  <a:gd name="connsiteX3" fmla="*/ 1034653 w 1042386"/>
                  <a:gd name="connsiteY3" fmla="*/ 538491 h 1016230"/>
                  <a:gd name="connsiteX4" fmla="*/ 610959 w 1042386"/>
                  <a:gd name="connsiteY4" fmla="*/ 914602 h 1016230"/>
                  <a:gd name="connsiteX5" fmla="*/ 69663 w 1042386"/>
                  <a:gd name="connsiteY5" fmla="*/ 871971 h 1016230"/>
                  <a:gd name="connsiteX6" fmla="*/ 122449 w 1042386"/>
                  <a:gd name="connsiteY6" fmla="*/ 395289 h 1016230"/>
                  <a:gd name="connsiteX7" fmla="*/ 407671 w 1042386"/>
                  <a:gd name="connsiteY7" fmla="*/ 709810 h 1016230"/>
                  <a:gd name="connsiteX0" fmla="*/ 408043 w 1042386"/>
                  <a:gd name="connsiteY0" fmla="*/ 237961 h 1031503"/>
                  <a:gd name="connsiteX1" fmla="*/ 551904 w 1042386"/>
                  <a:gd name="connsiteY1" fmla="*/ 0 h 1031503"/>
                  <a:gd name="connsiteX2" fmla="*/ 675624 w 1042386"/>
                  <a:gd name="connsiteY2" fmla="*/ 300328 h 1031503"/>
                  <a:gd name="connsiteX3" fmla="*/ 1034653 w 1042386"/>
                  <a:gd name="connsiteY3" fmla="*/ 538491 h 1031503"/>
                  <a:gd name="connsiteX4" fmla="*/ 610959 w 1042386"/>
                  <a:gd name="connsiteY4" fmla="*/ 914602 h 1031503"/>
                  <a:gd name="connsiteX5" fmla="*/ 69663 w 1042386"/>
                  <a:gd name="connsiteY5" fmla="*/ 871971 h 1031503"/>
                  <a:gd name="connsiteX6" fmla="*/ 122449 w 1042386"/>
                  <a:gd name="connsiteY6" fmla="*/ 395289 h 1031503"/>
                  <a:gd name="connsiteX7" fmla="*/ 407671 w 1042386"/>
                  <a:gd name="connsiteY7" fmla="*/ 709810 h 1031503"/>
                  <a:gd name="connsiteX0" fmla="*/ 408043 w 1040983"/>
                  <a:gd name="connsiteY0" fmla="*/ 237961 h 1031503"/>
                  <a:gd name="connsiteX1" fmla="*/ 551904 w 1040983"/>
                  <a:gd name="connsiteY1" fmla="*/ 0 h 1031503"/>
                  <a:gd name="connsiteX2" fmla="*/ 675624 w 1040983"/>
                  <a:gd name="connsiteY2" fmla="*/ 300328 h 1031503"/>
                  <a:gd name="connsiteX3" fmla="*/ 1034653 w 1040983"/>
                  <a:gd name="connsiteY3" fmla="*/ 538491 h 1031503"/>
                  <a:gd name="connsiteX4" fmla="*/ 610959 w 1040983"/>
                  <a:gd name="connsiteY4" fmla="*/ 914602 h 1031503"/>
                  <a:gd name="connsiteX5" fmla="*/ 69663 w 1040983"/>
                  <a:gd name="connsiteY5" fmla="*/ 871971 h 1031503"/>
                  <a:gd name="connsiteX6" fmla="*/ 122449 w 1040983"/>
                  <a:gd name="connsiteY6" fmla="*/ 395289 h 1031503"/>
                  <a:gd name="connsiteX7" fmla="*/ 407671 w 1040983"/>
                  <a:gd name="connsiteY7" fmla="*/ 709810 h 1031503"/>
                  <a:gd name="connsiteX0" fmla="*/ 408043 w 1040983"/>
                  <a:gd name="connsiteY0" fmla="*/ 237961 h 1036239"/>
                  <a:gd name="connsiteX1" fmla="*/ 551904 w 1040983"/>
                  <a:gd name="connsiteY1" fmla="*/ 0 h 1036239"/>
                  <a:gd name="connsiteX2" fmla="*/ 675624 w 1040983"/>
                  <a:gd name="connsiteY2" fmla="*/ 300328 h 1036239"/>
                  <a:gd name="connsiteX3" fmla="*/ 1034653 w 1040983"/>
                  <a:gd name="connsiteY3" fmla="*/ 538491 h 1036239"/>
                  <a:gd name="connsiteX4" fmla="*/ 610959 w 1040983"/>
                  <a:gd name="connsiteY4" fmla="*/ 914602 h 1036239"/>
                  <a:gd name="connsiteX5" fmla="*/ 69663 w 1040983"/>
                  <a:gd name="connsiteY5" fmla="*/ 871971 h 1036239"/>
                  <a:gd name="connsiteX6" fmla="*/ 122449 w 1040983"/>
                  <a:gd name="connsiteY6" fmla="*/ 395289 h 1036239"/>
                  <a:gd name="connsiteX7" fmla="*/ 407671 w 1040983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75624 w 1040106"/>
                  <a:gd name="connsiteY2" fmla="*/ 300328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2163"/>
                  <a:gd name="connsiteY0" fmla="*/ 237961 h 1036239"/>
                  <a:gd name="connsiteX1" fmla="*/ 551904 w 1042163"/>
                  <a:gd name="connsiteY1" fmla="*/ 0 h 1036239"/>
                  <a:gd name="connsiteX2" fmla="*/ 694904 w 1042163"/>
                  <a:gd name="connsiteY2" fmla="*/ 308591 h 1036239"/>
                  <a:gd name="connsiteX3" fmla="*/ 1034653 w 1042163"/>
                  <a:gd name="connsiteY3" fmla="*/ 538491 h 1036239"/>
                  <a:gd name="connsiteX4" fmla="*/ 610959 w 1042163"/>
                  <a:gd name="connsiteY4" fmla="*/ 914602 h 1036239"/>
                  <a:gd name="connsiteX5" fmla="*/ 69663 w 1042163"/>
                  <a:gd name="connsiteY5" fmla="*/ 871971 h 1036239"/>
                  <a:gd name="connsiteX6" fmla="*/ 122449 w 1042163"/>
                  <a:gd name="connsiteY6" fmla="*/ 395289 h 1036239"/>
                  <a:gd name="connsiteX7" fmla="*/ 407671 w 1042163"/>
                  <a:gd name="connsiteY7" fmla="*/ 709810 h 103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자유형: 도형 83">
                <a:extLst>
                  <a:ext uri="{FF2B5EF4-FFF2-40B4-BE49-F238E27FC236}">
                    <a16:creationId xmlns:a16="http://schemas.microsoft.com/office/drawing/2014/main" id="{0613E620-3433-4353-BA65-D86DE26AA24C}"/>
                  </a:ext>
                </a:extLst>
              </p:cNvPr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avLst/>
                <a:gdLst>
                  <a:gd name="connsiteX0" fmla="*/ 0 w 210368"/>
                  <a:gd name="connsiteY0" fmla="*/ 692812 h 692812"/>
                  <a:gd name="connsiteX1" fmla="*/ 145855 w 210368"/>
                  <a:gd name="connsiteY1" fmla="*/ 0 h 692812"/>
                  <a:gd name="connsiteX2" fmla="*/ 210368 w 210368"/>
                  <a:gd name="connsiteY2" fmla="*/ 350614 h 692812"/>
                  <a:gd name="connsiteX0" fmla="*/ 0 w 204758"/>
                  <a:gd name="connsiteY0" fmla="*/ 692812 h 692812"/>
                  <a:gd name="connsiteX1" fmla="*/ 145855 w 204758"/>
                  <a:gd name="connsiteY1" fmla="*/ 0 h 692812"/>
                  <a:gd name="connsiteX2" fmla="*/ 204758 w 204758"/>
                  <a:gd name="connsiteY2" fmla="*/ 350614 h 692812"/>
                  <a:gd name="connsiteX0" fmla="*/ 0 w 259110"/>
                  <a:gd name="connsiteY0" fmla="*/ 692812 h 692812"/>
                  <a:gd name="connsiteX1" fmla="*/ 145855 w 259110"/>
                  <a:gd name="connsiteY1" fmla="*/ 0 h 692812"/>
                  <a:gd name="connsiteX2" fmla="*/ 204758 w 259110"/>
                  <a:gd name="connsiteY2" fmla="*/ 350614 h 692812"/>
                  <a:gd name="connsiteX0" fmla="*/ 0 w 259110"/>
                  <a:gd name="connsiteY0" fmla="*/ 670372 h 670372"/>
                  <a:gd name="connsiteX1" fmla="*/ 145855 w 259110"/>
                  <a:gd name="connsiteY1" fmla="*/ 0 h 670372"/>
                  <a:gd name="connsiteX2" fmla="*/ 204758 w 259110"/>
                  <a:gd name="connsiteY2" fmla="*/ 328174 h 670372"/>
                  <a:gd name="connsiteX0" fmla="*/ 0 w 276458"/>
                  <a:gd name="connsiteY0" fmla="*/ 670372 h 670372"/>
                  <a:gd name="connsiteX1" fmla="*/ 145855 w 276458"/>
                  <a:gd name="connsiteY1" fmla="*/ 0 h 670372"/>
                  <a:gd name="connsiteX2" fmla="*/ 204758 w 276458"/>
                  <a:gd name="connsiteY2" fmla="*/ 328174 h 670372"/>
                  <a:gd name="connsiteX0" fmla="*/ 0 w 276458"/>
                  <a:gd name="connsiteY0" fmla="*/ 670381 h 670381"/>
                  <a:gd name="connsiteX1" fmla="*/ 145855 w 276458"/>
                  <a:gd name="connsiteY1" fmla="*/ 9 h 670381"/>
                  <a:gd name="connsiteX2" fmla="*/ 204758 w 276458"/>
                  <a:gd name="connsiteY2" fmla="*/ 328183 h 670381"/>
                  <a:gd name="connsiteX0" fmla="*/ 17567 w 294025"/>
                  <a:gd name="connsiteY0" fmla="*/ 670381 h 670381"/>
                  <a:gd name="connsiteX1" fmla="*/ 163422 w 294025"/>
                  <a:gd name="connsiteY1" fmla="*/ 9 h 670381"/>
                  <a:gd name="connsiteX2" fmla="*/ 222325 w 294025"/>
                  <a:gd name="connsiteY2" fmla="*/ 328183 h 670381"/>
                  <a:gd name="connsiteX0" fmla="*/ 17567 w 327330"/>
                  <a:gd name="connsiteY0" fmla="*/ 671068 h 671068"/>
                  <a:gd name="connsiteX1" fmla="*/ 163422 w 327330"/>
                  <a:gd name="connsiteY1" fmla="*/ 696 h 671068"/>
                  <a:gd name="connsiteX2" fmla="*/ 222325 w 327330"/>
                  <a:gd name="connsiteY2" fmla="*/ 328870 h 671068"/>
                  <a:gd name="connsiteX0" fmla="*/ 17567 w 321664"/>
                  <a:gd name="connsiteY0" fmla="*/ 671068 h 671068"/>
                  <a:gd name="connsiteX1" fmla="*/ 163422 w 321664"/>
                  <a:gd name="connsiteY1" fmla="*/ 696 h 671068"/>
                  <a:gd name="connsiteX2" fmla="*/ 222325 w 321664"/>
                  <a:gd name="connsiteY2" fmla="*/ 328870 h 671068"/>
                  <a:gd name="connsiteX0" fmla="*/ 18431 w 322528"/>
                  <a:gd name="connsiteY0" fmla="*/ 671068 h 671068"/>
                  <a:gd name="connsiteX1" fmla="*/ 164286 w 322528"/>
                  <a:gd name="connsiteY1" fmla="*/ 696 h 671068"/>
                  <a:gd name="connsiteX2" fmla="*/ 223189 w 322528"/>
                  <a:gd name="connsiteY2" fmla="*/ 328870 h 671068"/>
                  <a:gd name="connsiteX0" fmla="*/ 18431 w 311947"/>
                  <a:gd name="connsiteY0" fmla="*/ 671151 h 671151"/>
                  <a:gd name="connsiteX1" fmla="*/ 164286 w 311947"/>
                  <a:gd name="connsiteY1" fmla="*/ 779 h 671151"/>
                  <a:gd name="connsiteX2" fmla="*/ 203910 w 311947"/>
                  <a:gd name="connsiteY2" fmla="*/ 312427 h 671151"/>
                  <a:gd name="connsiteX0" fmla="*/ 18431 w 319515"/>
                  <a:gd name="connsiteY0" fmla="*/ 670768 h 670768"/>
                  <a:gd name="connsiteX1" fmla="*/ 164286 w 319515"/>
                  <a:gd name="connsiteY1" fmla="*/ 396 h 670768"/>
                  <a:gd name="connsiteX2" fmla="*/ 203910 w 319515"/>
                  <a:gd name="connsiteY2" fmla="*/ 312044 h 670768"/>
                  <a:gd name="connsiteX0" fmla="*/ 16717 w 317801"/>
                  <a:gd name="connsiteY0" fmla="*/ 670768 h 670768"/>
                  <a:gd name="connsiteX1" fmla="*/ 162572 w 317801"/>
                  <a:gd name="connsiteY1" fmla="*/ 396 h 670768"/>
                  <a:gd name="connsiteX2" fmla="*/ 202196 w 317801"/>
                  <a:gd name="connsiteY2" fmla="*/ 312044 h 670768"/>
                  <a:gd name="connsiteX0" fmla="*/ 16717 w 320719"/>
                  <a:gd name="connsiteY0" fmla="*/ 670412 h 670412"/>
                  <a:gd name="connsiteX1" fmla="*/ 162572 w 320719"/>
                  <a:gd name="connsiteY1" fmla="*/ 40 h 670412"/>
                  <a:gd name="connsiteX2" fmla="*/ 202196 w 320719"/>
                  <a:gd name="connsiteY2" fmla="*/ 311688 h 670412"/>
                  <a:gd name="connsiteX0" fmla="*/ 16717 w 314294"/>
                  <a:gd name="connsiteY0" fmla="*/ 670412 h 670412"/>
                  <a:gd name="connsiteX1" fmla="*/ 162572 w 314294"/>
                  <a:gd name="connsiteY1" fmla="*/ 40 h 670412"/>
                  <a:gd name="connsiteX2" fmla="*/ 202196 w 314294"/>
                  <a:gd name="connsiteY2" fmla="*/ 311688 h 670412"/>
                  <a:gd name="connsiteX0" fmla="*/ 20002 w 313692"/>
                  <a:gd name="connsiteY0" fmla="*/ 684181 h 684181"/>
                  <a:gd name="connsiteX1" fmla="*/ 157594 w 313692"/>
                  <a:gd name="connsiteY1" fmla="*/ 38 h 684181"/>
                  <a:gd name="connsiteX2" fmla="*/ 205481 w 313692"/>
                  <a:gd name="connsiteY2" fmla="*/ 325457 h 684181"/>
                  <a:gd name="connsiteX0" fmla="*/ 20002 w 335146"/>
                  <a:gd name="connsiteY0" fmla="*/ 684143 h 684143"/>
                  <a:gd name="connsiteX1" fmla="*/ 157594 w 335146"/>
                  <a:gd name="connsiteY1" fmla="*/ 0 h 684143"/>
                  <a:gd name="connsiteX2" fmla="*/ 205481 w 335146"/>
                  <a:gd name="connsiteY2" fmla="*/ 325419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11876 w 318923"/>
                  <a:gd name="connsiteY0" fmla="*/ 463808 h 463808"/>
                  <a:gd name="connsiteX1" fmla="*/ 171501 w 318923"/>
                  <a:gd name="connsiteY1" fmla="*/ 2 h 463808"/>
                  <a:gd name="connsiteX2" fmla="*/ 191846 w 318923"/>
                  <a:gd name="connsiteY2" fmla="*/ 275845 h 463808"/>
                  <a:gd name="connsiteX0" fmla="*/ 11876 w 318923"/>
                  <a:gd name="connsiteY0" fmla="*/ 444528 h 444528"/>
                  <a:gd name="connsiteX1" fmla="*/ 171501 w 318923"/>
                  <a:gd name="connsiteY1" fmla="*/ 2 h 444528"/>
                  <a:gd name="connsiteX2" fmla="*/ 191846 w 318923"/>
                  <a:gd name="connsiteY2" fmla="*/ 275845 h 444528"/>
                  <a:gd name="connsiteX0" fmla="*/ 1452 w 308499"/>
                  <a:gd name="connsiteY0" fmla="*/ 444528 h 444528"/>
                  <a:gd name="connsiteX1" fmla="*/ 161077 w 308499"/>
                  <a:gd name="connsiteY1" fmla="*/ 2 h 444528"/>
                  <a:gd name="connsiteX2" fmla="*/ 181422 w 308499"/>
                  <a:gd name="connsiteY2" fmla="*/ 275845 h 444528"/>
                  <a:gd name="connsiteX0" fmla="*/ 1452 w 296864"/>
                  <a:gd name="connsiteY0" fmla="*/ 444638 h 444638"/>
                  <a:gd name="connsiteX1" fmla="*/ 161077 w 296864"/>
                  <a:gd name="connsiteY1" fmla="*/ 112 h 444638"/>
                  <a:gd name="connsiteX2" fmla="*/ 181422 w 296864"/>
                  <a:gd name="connsiteY2" fmla="*/ 275955 h 444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80B3C279-4606-44F4-9E50-0FD4FD1075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2008" y="3476077"/>
                <a:ext cx="1188" cy="974737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3F2A468C-01EB-456D-B146-01D81E6BC7F1}"/>
                </a:ext>
              </a:extLst>
            </p:cNvPr>
            <p:cNvGrpSpPr/>
            <p:nvPr/>
          </p:nvGrpSpPr>
          <p:grpSpPr>
            <a:xfrm>
              <a:off x="9064356" y="2091382"/>
              <a:ext cx="2303626" cy="2356921"/>
              <a:chOff x="9087273" y="2875432"/>
              <a:chExt cx="2303626" cy="2356921"/>
            </a:xfrm>
          </p:grpSpPr>
          <p:sp>
            <p:nvSpPr>
              <p:cNvPr id="87" name="Rounded Rectangle 7">
                <a:extLst>
                  <a:ext uri="{FF2B5EF4-FFF2-40B4-BE49-F238E27FC236}">
                    <a16:creationId xmlns:a16="http://schemas.microsoft.com/office/drawing/2014/main" id="{BC7178CE-1AA4-4F34-A58D-9FFB5738813D}"/>
                  </a:ext>
                </a:extLst>
              </p:cNvPr>
              <p:cNvSpPr/>
              <p:nvPr/>
            </p:nvSpPr>
            <p:spPr>
              <a:xfrm>
                <a:off x="10019157" y="4810446"/>
                <a:ext cx="433068" cy="740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Rounded Rectangle 8">
                <a:extLst>
                  <a:ext uri="{FF2B5EF4-FFF2-40B4-BE49-F238E27FC236}">
                    <a16:creationId xmlns:a16="http://schemas.microsoft.com/office/drawing/2014/main" id="{D50EA8D9-0021-4993-AAE4-B6F62F28034B}"/>
                  </a:ext>
                </a:extLst>
              </p:cNvPr>
              <p:cNvSpPr/>
              <p:nvPr/>
            </p:nvSpPr>
            <p:spPr>
              <a:xfrm>
                <a:off x="10019157" y="4908581"/>
                <a:ext cx="433068" cy="740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9" name="Rounded Rectangle 9">
                <a:extLst>
                  <a:ext uri="{FF2B5EF4-FFF2-40B4-BE49-F238E27FC236}">
                    <a16:creationId xmlns:a16="http://schemas.microsoft.com/office/drawing/2014/main" id="{C6139D4D-06CA-4B32-80B5-9CD5738CAAA1}"/>
                  </a:ext>
                </a:extLst>
              </p:cNvPr>
              <p:cNvSpPr/>
              <p:nvPr/>
            </p:nvSpPr>
            <p:spPr>
              <a:xfrm>
                <a:off x="10019157" y="5006715"/>
                <a:ext cx="433068" cy="74049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Chord 8">
                <a:extLst>
                  <a:ext uri="{FF2B5EF4-FFF2-40B4-BE49-F238E27FC236}">
                    <a16:creationId xmlns:a16="http://schemas.microsoft.com/office/drawing/2014/main" id="{1EF05CD8-BC84-4D9D-9979-B72A02966793}"/>
                  </a:ext>
                </a:extLst>
              </p:cNvPr>
              <p:cNvSpPr/>
              <p:nvPr/>
            </p:nvSpPr>
            <p:spPr>
              <a:xfrm rot="19366553">
                <a:off x="10104241" y="5001620"/>
                <a:ext cx="27997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808567" h="666352">
                    <a:moveTo>
                      <a:pt x="11238" y="0"/>
                    </a:moveTo>
                    <a:lnTo>
                      <a:pt x="808567" y="605735"/>
                    </a:lnTo>
                    <a:cubicBezTo>
                      <a:pt x="631295" y="696452"/>
                      <a:pt x="413578" y="686352"/>
                      <a:pt x="241904" y="568647"/>
                    </a:cubicBezTo>
                    <a:cubicBezTo>
                      <a:pt x="54716" y="440307"/>
                      <a:pt x="-32876" y="214793"/>
                      <a:pt x="1123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Freeform 19">
                <a:extLst>
                  <a:ext uri="{FF2B5EF4-FFF2-40B4-BE49-F238E27FC236}">
                    <a16:creationId xmlns:a16="http://schemas.microsoft.com/office/drawing/2014/main" id="{436E314A-A5D9-4EC7-A4A4-C1EBEECB9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15953" y="3562517"/>
                <a:ext cx="1039477" cy="1222505"/>
              </a:xfrm>
              <a:custGeom>
                <a:avLst/>
                <a:gdLst>
                  <a:gd name="T0" fmla="*/ 1239 w 2141"/>
                  <a:gd name="T1" fmla="*/ 16 h 2665"/>
                  <a:gd name="T2" fmla="*/ 1465 w 2141"/>
                  <a:gd name="T3" fmla="*/ 82 h 2665"/>
                  <a:gd name="T4" fmla="*/ 1673 w 2141"/>
                  <a:gd name="T5" fmla="*/ 194 h 2665"/>
                  <a:gd name="T6" fmla="*/ 1855 w 2141"/>
                  <a:gd name="T7" fmla="*/ 349 h 2665"/>
                  <a:gd name="T8" fmla="*/ 2000 w 2141"/>
                  <a:gd name="T9" fmla="*/ 546 h 2665"/>
                  <a:gd name="T10" fmla="*/ 2099 w 2141"/>
                  <a:gd name="T11" fmla="*/ 777 h 2665"/>
                  <a:gd name="T12" fmla="*/ 2141 w 2141"/>
                  <a:gd name="T13" fmla="*/ 1039 h 2665"/>
                  <a:gd name="T14" fmla="*/ 2119 w 2141"/>
                  <a:gd name="T15" fmla="*/ 1331 h 2665"/>
                  <a:gd name="T16" fmla="*/ 2051 w 2141"/>
                  <a:gd name="T17" fmla="*/ 1562 h 2665"/>
                  <a:gd name="T18" fmla="*/ 1959 w 2141"/>
                  <a:gd name="T19" fmla="*/ 1722 h 2665"/>
                  <a:gd name="T20" fmla="*/ 1853 w 2141"/>
                  <a:gd name="T21" fmla="*/ 1859 h 2665"/>
                  <a:gd name="T22" fmla="*/ 1743 w 2141"/>
                  <a:gd name="T23" fmla="*/ 1990 h 2665"/>
                  <a:gd name="T24" fmla="*/ 1644 w 2141"/>
                  <a:gd name="T25" fmla="*/ 2133 h 2665"/>
                  <a:gd name="T26" fmla="*/ 1578 w 2141"/>
                  <a:gd name="T27" fmla="*/ 2265 h 2665"/>
                  <a:gd name="T28" fmla="*/ 1542 w 2141"/>
                  <a:gd name="T29" fmla="*/ 2384 h 2665"/>
                  <a:gd name="T30" fmla="*/ 1535 w 2141"/>
                  <a:gd name="T31" fmla="*/ 2512 h 2665"/>
                  <a:gd name="T32" fmla="*/ 1495 w 2141"/>
                  <a:gd name="T33" fmla="*/ 2608 h 2665"/>
                  <a:gd name="T34" fmla="*/ 1430 w 2141"/>
                  <a:gd name="T35" fmla="*/ 2661 h 2665"/>
                  <a:gd name="T36" fmla="*/ 1302 w 2141"/>
                  <a:gd name="T37" fmla="*/ 2665 h 2665"/>
                  <a:gd name="T38" fmla="*/ 1103 w 2141"/>
                  <a:gd name="T39" fmla="*/ 2664 h 2665"/>
                  <a:gd name="T40" fmla="*/ 893 w 2141"/>
                  <a:gd name="T41" fmla="*/ 2664 h 2665"/>
                  <a:gd name="T42" fmla="*/ 736 w 2141"/>
                  <a:gd name="T43" fmla="*/ 2664 h 2665"/>
                  <a:gd name="T44" fmla="*/ 668 w 2141"/>
                  <a:gd name="T45" fmla="*/ 2629 h 2665"/>
                  <a:gd name="T46" fmla="*/ 633 w 2141"/>
                  <a:gd name="T47" fmla="*/ 2573 h 2665"/>
                  <a:gd name="T48" fmla="*/ 621 w 2141"/>
                  <a:gd name="T49" fmla="*/ 2514 h 2665"/>
                  <a:gd name="T50" fmla="*/ 621 w 2141"/>
                  <a:gd name="T51" fmla="*/ 2441 h 2665"/>
                  <a:gd name="T52" fmla="*/ 615 w 2141"/>
                  <a:gd name="T53" fmla="*/ 2358 h 2665"/>
                  <a:gd name="T54" fmla="*/ 589 w 2141"/>
                  <a:gd name="T55" fmla="*/ 2258 h 2665"/>
                  <a:gd name="T56" fmla="*/ 522 w 2141"/>
                  <a:gd name="T57" fmla="*/ 2136 h 2665"/>
                  <a:gd name="T58" fmla="*/ 429 w 2141"/>
                  <a:gd name="T59" fmla="*/ 2015 h 2665"/>
                  <a:gd name="T60" fmla="*/ 351 w 2141"/>
                  <a:gd name="T61" fmla="*/ 1917 h 2665"/>
                  <a:gd name="T62" fmla="*/ 250 w 2141"/>
                  <a:gd name="T63" fmla="*/ 1794 h 2665"/>
                  <a:gd name="T64" fmla="*/ 145 w 2141"/>
                  <a:gd name="T65" fmla="*/ 1641 h 2665"/>
                  <a:gd name="T66" fmla="*/ 58 w 2141"/>
                  <a:gd name="T67" fmla="*/ 1458 h 2665"/>
                  <a:gd name="T68" fmla="*/ 6 w 2141"/>
                  <a:gd name="T69" fmla="*/ 1244 h 2665"/>
                  <a:gd name="T70" fmla="*/ 7 w 2141"/>
                  <a:gd name="T71" fmla="*/ 988 h 2665"/>
                  <a:gd name="T72" fmla="*/ 58 w 2141"/>
                  <a:gd name="T73" fmla="*/ 742 h 2665"/>
                  <a:gd name="T74" fmla="*/ 145 w 2141"/>
                  <a:gd name="T75" fmla="*/ 540 h 2665"/>
                  <a:gd name="T76" fmla="*/ 260 w 2141"/>
                  <a:gd name="T77" fmla="*/ 376 h 2665"/>
                  <a:gd name="T78" fmla="*/ 394 w 2141"/>
                  <a:gd name="T79" fmla="*/ 249 h 2665"/>
                  <a:gd name="T80" fmla="*/ 537 w 2141"/>
                  <a:gd name="T81" fmla="*/ 152 h 2665"/>
                  <a:gd name="T82" fmla="*/ 679 w 2141"/>
                  <a:gd name="T83" fmla="*/ 83 h 2665"/>
                  <a:gd name="T84" fmla="*/ 813 w 2141"/>
                  <a:gd name="T85" fmla="*/ 37 h 2665"/>
                  <a:gd name="T86" fmla="*/ 928 w 2141"/>
                  <a:gd name="T87" fmla="*/ 9 h 26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141" h="2665">
                    <a:moveTo>
                      <a:pt x="1084" y="0"/>
                    </a:moveTo>
                    <a:lnTo>
                      <a:pt x="1162" y="6"/>
                    </a:lnTo>
                    <a:lnTo>
                      <a:pt x="1239" y="16"/>
                    </a:lnTo>
                    <a:lnTo>
                      <a:pt x="1316" y="32"/>
                    </a:lnTo>
                    <a:lnTo>
                      <a:pt x="1391" y="54"/>
                    </a:lnTo>
                    <a:lnTo>
                      <a:pt x="1465" y="82"/>
                    </a:lnTo>
                    <a:lnTo>
                      <a:pt x="1537" y="114"/>
                    </a:lnTo>
                    <a:lnTo>
                      <a:pt x="1606" y="152"/>
                    </a:lnTo>
                    <a:lnTo>
                      <a:pt x="1673" y="194"/>
                    </a:lnTo>
                    <a:lnTo>
                      <a:pt x="1737" y="242"/>
                    </a:lnTo>
                    <a:lnTo>
                      <a:pt x="1798" y="293"/>
                    </a:lnTo>
                    <a:lnTo>
                      <a:pt x="1855" y="349"/>
                    </a:lnTo>
                    <a:lnTo>
                      <a:pt x="1907" y="410"/>
                    </a:lnTo>
                    <a:lnTo>
                      <a:pt x="1956" y="476"/>
                    </a:lnTo>
                    <a:lnTo>
                      <a:pt x="2000" y="546"/>
                    </a:lnTo>
                    <a:lnTo>
                      <a:pt x="2038" y="618"/>
                    </a:lnTo>
                    <a:lnTo>
                      <a:pt x="2071" y="696"/>
                    </a:lnTo>
                    <a:lnTo>
                      <a:pt x="2099" y="777"/>
                    </a:lnTo>
                    <a:lnTo>
                      <a:pt x="2119" y="861"/>
                    </a:lnTo>
                    <a:lnTo>
                      <a:pt x="2134" y="949"/>
                    </a:lnTo>
                    <a:lnTo>
                      <a:pt x="2141" y="1039"/>
                    </a:lnTo>
                    <a:lnTo>
                      <a:pt x="2141" y="1133"/>
                    </a:lnTo>
                    <a:lnTo>
                      <a:pt x="2135" y="1231"/>
                    </a:lnTo>
                    <a:lnTo>
                      <a:pt x="2119" y="1331"/>
                    </a:lnTo>
                    <a:lnTo>
                      <a:pt x="2096" y="1433"/>
                    </a:lnTo>
                    <a:lnTo>
                      <a:pt x="2076" y="1500"/>
                    </a:lnTo>
                    <a:lnTo>
                      <a:pt x="2051" y="1562"/>
                    </a:lnTo>
                    <a:lnTo>
                      <a:pt x="2023" y="1619"/>
                    </a:lnTo>
                    <a:lnTo>
                      <a:pt x="1993" y="1672"/>
                    </a:lnTo>
                    <a:lnTo>
                      <a:pt x="1959" y="1722"/>
                    </a:lnTo>
                    <a:lnTo>
                      <a:pt x="1926" y="1769"/>
                    </a:lnTo>
                    <a:lnTo>
                      <a:pt x="1889" y="1816"/>
                    </a:lnTo>
                    <a:lnTo>
                      <a:pt x="1853" y="1859"/>
                    </a:lnTo>
                    <a:lnTo>
                      <a:pt x="1815" y="1903"/>
                    </a:lnTo>
                    <a:lnTo>
                      <a:pt x="1779" y="1945"/>
                    </a:lnTo>
                    <a:lnTo>
                      <a:pt x="1743" y="1990"/>
                    </a:lnTo>
                    <a:lnTo>
                      <a:pt x="1708" y="2035"/>
                    </a:lnTo>
                    <a:lnTo>
                      <a:pt x="1676" y="2082"/>
                    </a:lnTo>
                    <a:lnTo>
                      <a:pt x="1644" y="2133"/>
                    </a:lnTo>
                    <a:lnTo>
                      <a:pt x="1616" y="2185"/>
                    </a:lnTo>
                    <a:lnTo>
                      <a:pt x="1597" y="2226"/>
                    </a:lnTo>
                    <a:lnTo>
                      <a:pt x="1578" y="2265"/>
                    </a:lnTo>
                    <a:lnTo>
                      <a:pt x="1564" y="2304"/>
                    </a:lnTo>
                    <a:lnTo>
                      <a:pt x="1551" y="2344"/>
                    </a:lnTo>
                    <a:lnTo>
                      <a:pt x="1542" y="2384"/>
                    </a:lnTo>
                    <a:lnTo>
                      <a:pt x="1536" y="2428"/>
                    </a:lnTo>
                    <a:lnTo>
                      <a:pt x="1536" y="2473"/>
                    </a:lnTo>
                    <a:lnTo>
                      <a:pt x="1535" y="2512"/>
                    </a:lnTo>
                    <a:lnTo>
                      <a:pt x="1526" y="2549"/>
                    </a:lnTo>
                    <a:lnTo>
                      <a:pt x="1513" y="2581"/>
                    </a:lnTo>
                    <a:lnTo>
                      <a:pt x="1495" y="2608"/>
                    </a:lnTo>
                    <a:lnTo>
                      <a:pt x="1475" y="2632"/>
                    </a:lnTo>
                    <a:lnTo>
                      <a:pt x="1453" y="2649"/>
                    </a:lnTo>
                    <a:lnTo>
                      <a:pt x="1430" y="2661"/>
                    </a:lnTo>
                    <a:lnTo>
                      <a:pt x="1408" y="2665"/>
                    </a:lnTo>
                    <a:lnTo>
                      <a:pt x="1359" y="2665"/>
                    </a:lnTo>
                    <a:lnTo>
                      <a:pt x="1302" y="2665"/>
                    </a:lnTo>
                    <a:lnTo>
                      <a:pt x="1239" y="2665"/>
                    </a:lnTo>
                    <a:lnTo>
                      <a:pt x="1172" y="2665"/>
                    </a:lnTo>
                    <a:lnTo>
                      <a:pt x="1103" y="2664"/>
                    </a:lnTo>
                    <a:lnTo>
                      <a:pt x="1031" y="2664"/>
                    </a:lnTo>
                    <a:lnTo>
                      <a:pt x="961" y="2664"/>
                    </a:lnTo>
                    <a:lnTo>
                      <a:pt x="893" y="2664"/>
                    </a:lnTo>
                    <a:lnTo>
                      <a:pt x="828" y="2664"/>
                    </a:lnTo>
                    <a:lnTo>
                      <a:pt x="768" y="2665"/>
                    </a:lnTo>
                    <a:lnTo>
                      <a:pt x="736" y="2664"/>
                    </a:lnTo>
                    <a:lnTo>
                      <a:pt x="708" y="2656"/>
                    </a:lnTo>
                    <a:lnTo>
                      <a:pt x="687" y="2645"/>
                    </a:lnTo>
                    <a:lnTo>
                      <a:pt x="668" y="2629"/>
                    </a:lnTo>
                    <a:lnTo>
                      <a:pt x="652" y="2611"/>
                    </a:lnTo>
                    <a:lnTo>
                      <a:pt x="640" y="2592"/>
                    </a:lnTo>
                    <a:lnTo>
                      <a:pt x="633" y="2573"/>
                    </a:lnTo>
                    <a:lnTo>
                      <a:pt x="627" y="2554"/>
                    </a:lnTo>
                    <a:lnTo>
                      <a:pt x="624" y="2537"/>
                    </a:lnTo>
                    <a:lnTo>
                      <a:pt x="621" y="2514"/>
                    </a:lnTo>
                    <a:lnTo>
                      <a:pt x="621" y="2490"/>
                    </a:lnTo>
                    <a:lnTo>
                      <a:pt x="621" y="2467"/>
                    </a:lnTo>
                    <a:lnTo>
                      <a:pt x="621" y="2441"/>
                    </a:lnTo>
                    <a:lnTo>
                      <a:pt x="621" y="2415"/>
                    </a:lnTo>
                    <a:lnTo>
                      <a:pt x="620" y="2387"/>
                    </a:lnTo>
                    <a:lnTo>
                      <a:pt x="615" y="2358"/>
                    </a:lnTo>
                    <a:lnTo>
                      <a:pt x="609" y="2326"/>
                    </a:lnTo>
                    <a:lnTo>
                      <a:pt x="601" y="2293"/>
                    </a:lnTo>
                    <a:lnTo>
                      <a:pt x="589" y="2258"/>
                    </a:lnTo>
                    <a:lnTo>
                      <a:pt x="572" y="2220"/>
                    </a:lnTo>
                    <a:lnTo>
                      <a:pt x="550" y="2179"/>
                    </a:lnTo>
                    <a:lnTo>
                      <a:pt x="522" y="2136"/>
                    </a:lnTo>
                    <a:lnTo>
                      <a:pt x="489" y="2090"/>
                    </a:lnTo>
                    <a:lnTo>
                      <a:pt x="448" y="2041"/>
                    </a:lnTo>
                    <a:lnTo>
                      <a:pt x="429" y="2015"/>
                    </a:lnTo>
                    <a:lnTo>
                      <a:pt x="407" y="1984"/>
                    </a:lnTo>
                    <a:lnTo>
                      <a:pt x="380" y="1952"/>
                    </a:lnTo>
                    <a:lnTo>
                      <a:pt x="351" y="1917"/>
                    </a:lnTo>
                    <a:lnTo>
                      <a:pt x="319" y="1878"/>
                    </a:lnTo>
                    <a:lnTo>
                      <a:pt x="285" y="1837"/>
                    </a:lnTo>
                    <a:lnTo>
                      <a:pt x="250" y="1794"/>
                    </a:lnTo>
                    <a:lnTo>
                      <a:pt x="214" y="1746"/>
                    </a:lnTo>
                    <a:lnTo>
                      <a:pt x="179" y="1695"/>
                    </a:lnTo>
                    <a:lnTo>
                      <a:pt x="145" y="1641"/>
                    </a:lnTo>
                    <a:lnTo>
                      <a:pt x="113" y="1583"/>
                    </a:lnTo>
                    <a:lnTo>
                      <a:pt x="84" y="1523"/>
                    </a:lnTo>
                    <a:lnTo>
                      <a:pt x="58" y="1458"/>
                    </a:lnTo>
                    <a:lnTo>
                      <a:pt x="36" y="1391"/>
                    </a:lnTo>
                    <a:lnTo>
                      <a:pt x="19" y="1318"/>
                    </a:lnTo>
                    <a:lnTo>
                      <a:pt x="6" y="1244"/>
                    </a:lnTo>
                    <a:lnTo>
                      <a:pt x="0" y="1164"/>
                    </a:lnTo>
                    <a:lnTo>
                      <a:pt x="0" y="1081"/>
                    </a:lnTo>
                    <a:lnTo>
                      <a:pt x="7" y="988"/>
                    </a:lnTo>
                    <a:lnTo>
                      <a:pt x="19" y="901"/>
                    </a:lnTo>
                    <a:lnTo>
                      <a:pt x="36" y="819"/>
                    </a:lnTo>
                    <a:lnTo>
                      <a:pt x="58" y="742"/>
                    </a:lnTo>
                    <a:lnTo>
                      <a:pt x="83" y="669"/>
                    </a:lnTo>
                    <a:lnTo>
                      <a:pt x="112" y="602"/>
                    </a:lnTo>
                    <a:lnTo>
                      <a:pt x="145" y="540"/>
                    </a:lnTo>
                    <a:lnTo>
                      <a:pt x="180" y="480"/>
                    </a:lnTo>
                    <a:lnTo>
                      <a:pt x="220" y="426"/>
                    </a:lnTo>
                    <a:lnTo>
                      <a:pt x="260" y="376"/>
                    </a:lnTo>
                    <a:lnTo>
                      <a:pt x="304" y="330"/>
                    </a:lnTo>
                    <a:lnTo>
                      <a:pt x="348" y="287"/>
                    </a:lnTo>
                    <a:lnTo>
                      <a:pt x="394" y="249"/>
                    </a:lnTo>
                    <a:lnTo>
                      <a:pt x="441" y="213"/>
                    </a:lnTo>
                    <a:lnTo>
                      <a:pt x="489" y="181"/>
                    </a:lnTo>
                    <a:lnTo>
                      <a:pt x="537" y="152"/>
                    </a:lnTo>
                    <a:lnTo>
                      <a:pt x="585" y="125"/>
                    </a:lnTo>
                    <a:lnTo>
                      <a:pt x="633" y="104"/>
                    </a:lnTo>
                    <a:lnTo>
                      <a:pt x="679" y="83"/>
                    </a:lnTo>
                    <a:lnTo>
                      <a:pt x="726" y="64"/>
                    </a:lnTo>
                    <a:lnTo>
                      <a:pt x="769" y="50"/>
                    </a:lnTo>
                    <a:lnTo>
                      <a:pt x="813" y="37"/>
                    </a:lnTo>
                    <a:lnTo>
                      <a:pt x="854" y="25"/>
                    </a:lnTo>
                    <a:lnTo>
                      <a:pt x="892" y="16"/>
                    </a:lnTo>
                    <a:lnTo>
                      <a:pt x="928" y="9"/>
                    </a:lnTo>
                    <a:lnTo>
                      <a:pt x="1007" y="2"/>
                    </a:lnTo>
                    <a:lnTo>
                      <a:pt x="108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2" name="Rectangle 4102">
                <a:extLst>
                  <a:ext uri="{FF2B5EF4-FFF2-40B4-BE49-F238E27FC236}">
                    <a16:creationId xmlns:a16="http://schemas.microsoft.com/office/drawing/2014/main" id="{9A35A67F-0FB3-448A-9B9C-356DBFCA0F86}"/>
                  </a:ext>
                </a:extLst>
              </p:cNvPr>
              <p:cNvSpPr/>
              <p:nvPr/>
            </p:nvSpPr>
            <p:spPr>
              <a:xfrm>
                <a:off x="10199168" y="2875432"/>
                <a:ext cx="73047" cy="4869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Rectangle 116">
                <a:extLst>
                  <a:ext uri="{FF2B5EF4-FFF2-40B4-BE49-F238E27FC236}">
                    <a16:creationId xmlns:a16="http://schemas.microsoft.com/office/drawing/2014/main" id="{E0C289B1-FED4-4E13-87D8-B40CDE6959EC}"/>
                  </a:ext>
                </a:extLst>
              </p:cNvPr>
              <p:cNvSpPr/>
              <p:nvPr/>
            </p:nvSpPr>
            <p:spPr>
              <a:xfrm rot="8100000">
                <a:off x="9613374" y="3081280"/>
                <a:ext cx="73047" cy="4869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4" name="Rectangle 118">
                <a:extLst>
                  <a:ext uri="{FF2B5EF4-FFF2-40B4-BE49-F238E27FC236}">
                    <a16:creationId xmlns:a16="http://schemas.microsoft.com/office/drawing/2014/main" id="{1B802665-1AB9-4521-8C6C-B3ECA5C1BA7D}"/>
                  </a:ext>
                </a:extLst>
              </p:cNvPr>
              <p:cNvSpPr/>
              <p:nvPr/>
            </p:nvSpPr>
            <p:spPr>
              <a:xfrm rot="16800000">
                <a:off x="9294239" y="3582372"/>
                <a:ext cx="73047" cy="4869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Freeform 4103">
                <a:extLst>
                  <a:ext uri="{FF2B5EF4-FFF2-40B4-BE49-F238E27FC236}">
                    <a16:creationId xmlns:a16="http://schemas.microsoft.com/office/drawing/2014/main" id="{B34B86E4-CBFE-4A2C-B0C9-23A7CF935F53}"/>
                  </a:ext>
                </a:extLst>
              </p:cNvPr>
              <p:cNvSpPr/>
              <p:nvPr/>
            </p:nvSpPr>
            <p:spPr>
              <a:xfrm rot="18900000" flipV="1">
                <a:off x="10108452" y="4097750"/>
                <a:ext cx="475605" cy="267050"/>
              </a:xfrm>
              <a:custGeom>
                <a:avLst/>
                <a:gdLst>
                  <a:gd name="connsiteX0" fmla="*/ 447675 w 447675"/>
                  <a:gd name="connsiteY0" fmla="*/ 266700 h 266700"/>
                  <a:gd name="connsiteX1" fmla="*/ 0 w 447675"/>
                  <a:gd name="connsiteY1" fmla="*/ 171450 h 266700"/>
                  <a:gd name="connsiteX2" fmla="*/ 342900 w 447675"/>
                  <a:gd name="connsiteY2" fmla="*/ 0 h 266700"/>
                  <a:gd name="connsiteX3" fmla="*/ 447675 w 447675"/>
                  <a:gd name="connsiteY3" fmla="*/ 266700 h 266700"/>
                  <a:gd name="connsiteX0" fmla="*/ 447675 w 464732"/>
                  <a:gd name="connsiteY0" fmla="*/ 266700 h 266700"/>
                  <a:gd name="connsiteX1" fmla="*/ 0 w 464732"/>
                  <a:gd name="connsiteY1" fmla="*/ 171450 h 266700"/>
                  <a:gd name="connsiteX2" fmla="*/ 342900 w 464732"/>
                  <a:gd name="connsiteY2" fmla="*/ 0 h 266700"/>
                  <a:gd name="connsiteX3" fmla="*/ 447675 w 464732"/>
                  <a:gd name="connsiteY3" fmla="*/ 266700 h 266700"/>
                  <a:gd name="connsiteX0" fmla="*/ 447675 w 492584"/>
                  <a:gd name="connsiteY0" fmla="*/ 266700 h 266700"/>
                  <a:gd name="connsiteX1" fmla="*/ 0 w 492584"/>
                  <a:gd name="connsiteY1" fmla="*/ 171450 h 266700"/>
                  <a:gd name="connsiteX2" fmla="*/ 342900 w 492584"/>
                  <a:gd name="connsiteY2" fmla="*/ 0 h 266700"/>
                  <a:gd name="connsiteX3" fmla="*/ 447675 w 492584"/>
                  <a:gd name="connsiteY3" fmla="*/ 266700 h 266700"/>
                  <a:gd name="connsiteX0" fmla="*/ 447675 w 492584"/>
                  <a:gd name="connsiteY0" fmla="*/ 266700 h 267320"/>
                  <a:gd name="connsiteX1" fmla="*/ 0 w 492584"/>
                  <a:gd name="connsiteY1" fmla="*/ 171450 h 267320"/>
                  <a:gd name="connsiteX2" fmla="*/ 342900 w 492584"/>
                  <a:gd name="connsiteY2" fmla="*/ 0 h 267320"/>
                  <a:gd name="connsiteX3" fmla="*/ 447675 w 492584"/>
                  <a:gd name="connsiteY3" fmla="*/ 266700 h 267320"/>
                  <a:gd name="connsiteX0" fmla="*/ 447675 w 492584"/>
                  <a:gd name="connsiteY0" fmla="*/ 266700 h 268027"/>
                  <a:gd name="connsiteX1" fmla="*/ 0 w 492584"/>
                  <a:gd name="connsiteY1" fmla="*/ 171450 h 268027"/>
                  <a:gd name="connsiteX2" fmla="*/ 342900 w 492584"/>
                  <a:gd name="connsiteY2" fmla="*/ 0 h 268027"/>
                  <a:gd name="connsiteX3" fmla="*/ 447675 w 492584"/>
                  <a:gd name="connsiteY3" fmla="*/ 266700 h 268027"/>
                  <a:gd name="connsiteX0" fmla="*/ 447675 w 492584"/>
                  <a:gd name="connsiteY0" fmla="*/ 266700 h 268027"/>
                  <a:gd name="connsiteX1" fmla="*/ 0 w 492584"/>
                  <a:gd name="connsiteY1" fmla="*/ 171450 h 268027"/>
                  <a:gd name="connsiteX2" fmla="*/ 342900 w 492584"/>
                  <a:gd name="connsiteY2" fmla="*/ 0 h 268027"/>
                  <a:gd name="connsiteX3" fmla="*/ 447675 w 492584"/>
                  <a:gd name="connsiteY3" fmla="*/ 266700 h 268027"/>
                  <a:gd name="connsiteX0" fmla="*/ 447675 w 492584"/>
                  <a:gd name="connsiteY0" fmla="*/ 268433 h 269760"/>
                  <a:gd name="connsiteX1" fmla="*/ 0 w 492584"/>
                  <a:gd name="connsiteY1" fmla="*/ 173183 h 269760"/>
                  <a:gd name="connsiteX2" fmla="*/ 342900 w 492584"/>
                  <a:gd name="connsiteY2" fmla="*/ 1733 h 269760"/>
                  <a:gd name="connsiteX3" fmla="*/ 447675 w 492584"/>
                  <a:gd name="connsiteY3" fmla="*/ 268433 h 269760"/>
                  <a:gd name="connsiteX0" fmla="*/ 447675 w 475131"/>
                  <a:gd name="connsiteY0" fmla="*/ 268433 h 269760"/>
                  <a:gd name="connsiteX1" fmla="*/ 0 w 475131"/>
                  <a:gd name="connsiteY1" fmla="*/ 173183 h 269760"/>
                  <a:gd name="connsiteX2" fmla="*/ 342900 w 475131"/>
                  <a:gd name="connsiteY2" fmla="*/ 1733 h 269760"/>
                  <a:gd name="connsiteX3" fmla="*/ 447675 w 475131"/>
                  <a:gd name="connsiteY3" fmla="*/ 268433 h 269760"/>
                  <a:gd name="connsiteX0" fmla="*/ 447675 w 496136"/>
                  <a:gd name="connsiteY0" fmla="*/ 268433 h 269760"/>
                  <a:gd name="connsiteX1" fmla="*/ 0 w 496136"/>
                  <a:gd name="connsiteY1" fmla="*/ 173183 h 269760"/>
                  <a:gd name="connsiteX2" fmla="*/ 342900 w 496136"/>
                  <a:gd name="connsiteY2" fmla="*/ 1733 h 269760"/>
                  <a:gd name="connsiteX3" fmla="*/ 447675 w 496136"/>
                  <a:gd name="connsiteY3" fmla="*/ 268433 h 269760"/>
                  <a:gd name="connsiteX0" fmla="*/ 447675 w 496136"/>
                  <a:gd name="connsiteY0" fmla="*/ 268433 h 282774"/>
                  <a:gd name="connsiteX1" fmla="*/ 0 w 496136"/>
                  <a:gd name="connsiteY1" fmla="*/ 173183 h 282774"/>
                  <a:gd name="connsiteX2" fmla="*/ 342900 w 496136"/>
                  <a:gd name="connsiteY2" fmla="*/ 1733 h 282774"/>
                  <a:gd name="connsiteX3" fmla="*/ 447675 w 496136"/>
                  <a:gd name="connsiteY3" fmla="*/ 268433 h 282774"/>
                  <a:gd name="connsiteX0" fmla="*/ 566944 w 615405"/>
                  <a:gd name="connsiteY0" fmla="*/ 269154 h 280541"/>
                  <a:gd name="connsiteX1" fmla="*/ 0 w 615405"/>
                  <a:gd name="connsiteY1" fmla="*/ 146074 h 280541"/>
                  <a:gd name="connsiteX2" fmla="*/ 462169 w 615405"/>
                  <a:gd name="connsiteY2" fmla="*/ 2454 h 280541"/>
                  <a:gd name="connsiteX3" fmla="*/ 566944 w 615405"/>
                  <a:gd name="connsiteY3" fmla="*/ 269154 h 280541"/>
                  <a:gd name="connsiteX0" fmla="*/ 566944 w 615405"/>
                  <a:gd name="connsiteY0" fmla="*/ 268907 h 280294"/>
                  <a:gd name="connsiteX1" fmla="*/ 0 w 615405"/>
                  <a:gd name="connsiteY1" fmla="*/ 145827 h 280294"/>
                  <a:gd name="connsiteX2" fmla="*/ 462169 w 615405"/>
                  <a:gd name="connsiteY2" fmla="*/ 2207 h 280294"/>
                  <a:gd name="connsiteX3" fmla="*/ 566944 w 615405"/>
                  <a:gd name="connsiteY3" fmla="*/ 268907 h 280294"/>
                  <a:gd name="connsiteX0" fmla="*/ 586822 w 629800"/>
                  <a:gd name="connsiteY0" fmla="*/ 316615 h 324962"/>
                  <a:gd name="connsiteX1" fmla="*/ 0 w 629800"/>
                  <a:gd name="connsiteY1" fmla="*/ 145827 h 324962"/>
                  <a:gd name="connsiteX2" fmla="*/ 462169 w 629800"/>
                  <a:gd name="connsiteY2" fmla="*/ 2207 h 324962"/>
                  <a:gd name="connsiteX3" fmla="*/ 586822 w 629800"/>
                  <a:gd name="connsiteY3" fmla="*/ 316615 h 324962"/>
                  <a:gd name="connsiteX0" fmla="*/ 586822 w 635283"/>
                  <a:gd name="connsiteY0" fmla="*/ 282677 h 291024"/>
                  <a:gd name="connsiteX1" fmla="*/ 0 w 635283"/>
                  <a:gd name="connsiteY1" fmla="*/ 111889 h 291024"/>
                  <a:gd name="connsiteX2" fmla="*/ 482047 w 635283"/>
                  <a:gd name="connsiteY2" fmla="*/ 4050 h 291024"/>
                  <a:gd name="connsiteX3" fmla="*/ 586822 w 635283"/>
                  <a:gd name="connsiteY3" fmla="*/ 282677 h 291024"/>
                  <a:gd name="connsiteX0" fmla="*/ 622603 w 661839"/>
                  <a:gd name="connsiteY0" fmla="*/ 342312 h 348542"/>
                  <a:gd name="connsiteX1" fmla="*/ 0 w 661839"/>
                  <a:gd name="connsiteY1" fmla="*/ 111889 h 348542"/>
                  <a:gd name="connsiteX2" fmla="*/ 482047 w 661839"/>
                  <a:gd name="connsiteY2" fmla="*/ 4050 h 348542"/>
                  <a:gd name="connsiteX3" fmla="*/ 622603 w 661839"/>
                  <a:gd name="connsiteY3" fmla="*/ 342312 h 348542"/>
                  <a:gd name="connsiteX0" fmla="*/ 622603 w 639127"/>
                  <a:gd name="connsiteY0" fmla="*/ 342312 h 348542"/>
                  <a:gd name="connsiteX1" fmla="*/ 0 w 639127"/>
                  <a:gd name="connsiteY1" fmla="*/ 111889 h 348542"/>
                  <a:gd name="connsiteX2" fmla="*/ 482047 w 639127"/>
                  <a:gd name="connsiteY2" fmla="*/ 4050 h 348542"/>
                  <a:gd name="connsiteX3" fmla="*/ 622603 w 639127"/>
                  <a:gd name="connsiteY3" fmla="*/ 342312 h 348542"/>
                  <a:gd name="connsiteX0" fmla="*/ 622603 w 639127"/>
                  <a:gd name="connsiteY0" fmla="*/ 342312 h 342312"/>
                  <a:gd name="connsiteX1" fmla="*/ 0 w 639127"/>
                  <a:gd name="connsiteY1" fmla="*/ 111889 h 342312"/>
                  <a:gd name="connsiteX2" fmla="*/ 482047 w 639127"/>
                  <a:gd name="connsiteY2" fmla="*/ 4050 h 342312"/>
                  <a:gd name="connsiteX3" fmla="*/ 622603 w 639127"/>
                  <a:gd name="connsiteY3" fmla="*/ 342312 h 342312"/>
                  <a:gd name="connsiteX0" fmla="*/ 622603 w 639127"/>
                  <a:gd name="connsiteY0" fmla="*/ 342312 h 342312"/>
                  <a:gd name="connsiteX1" fmla="*/ 0 w 639127"/>
                  <a:gd name="connsiteY1" fmla="*/ 111889 h 342312"/>
                  <a:gd name="connsiteX2" fmla="*/ 482047 w 639127"/>
                  <a:gd name="connsiteY2" fmla="*/ 4050 h 342312"/>
                  <a:gd name="connsiteX3" fmla="*/ 622603 w 639127"/>
                  <a:gd name="connsiteY3" fmla="*/ 342312 h 342312"/>
                  <a:gd name="connsiteX0" fmla="*/ 622603 w 639127"/>
                  <a:gd name="connsiteY0" fmla="*/ 342312 h 355031"/>
                  <a:gd name="connsiteX1" fmla="*/ 0 w 639127"/>
                  <a:gd name="connsiteY1" fmla="*/ 111889 h 355031"/>
                  <a:gd name="connsiteX2" fmla="*/ 482047 w 639127"/>
                  <a:gd name="connsiteY2" fmla="*/ 4050 h 355031"/>
                  <a:gd name="connsiteX3" fmla="*/ 622603 w 639127"/>
                  <a:gd name="connsiteY3" fmla="*/ 342312 h 355031"/>
                  <a:gd name="connsiteX0" fmla="*/ 622603 w 644668"/>
                  <a:gd name="connsiteY0" fmla="*/ 342312 h 355031"/>
                  <a:gd name="connsiteX1" fmla="*/ 0 w 644668"/>
                  <a:gd name="connsiteY1" fmla="*/ 111889 h 355031"/>
                  <a:gd name="connsiteX2" fmla="*/ 482047 w 644668"/>
                  <a:gd name="connsiteY2" fmla="*/ 4050 h 355031"/>
                  <a:gd name="connsiteX3" fmla="*/ 622603 w 644668"/>
                  <a:gd name="connsiteY3" fmla="*/ 342312 h 355031"/>
                  <a:gd name="connsiteX0" fmla="*/ 622603 w 644668"/>
                  <a:gd name="connsiteY0" fmla="*/ 342312 h 355031"/>
                  <a:gd name="connsiteX1" fmla="*/ 0 w 644668"/>
                  <a:gd name="connsiteY1" fmla="*/ 111889 h 355031"/>
                  <a:gd name="connsiteX2" fmla="*/ 482047 w 644668"/>
                  <a:gd name="connsiteY2" fmla="*/ 4050 h 355031"/>
                  <a:gd name="connsiteX3" fmla="*/ 622603 w 644668"/>
                  <a:gd name="connsiteY3" fmla="*/ 342312 h 355031"/>
                  <a:gd name="connsiteX0" fmla="*/ 622603 w 642663"/>
                  <a:gd name="connsiteY0" fmla="*/ 328262 h 340981"/>
                  <a:gd name="connsiteX1" fmla="*/ 0 w 642663"/>
                  <a:gd name="connsiteY1" fmla="*/ 97839 h 340981"/>
                  <a:gd name="connsiteX2" fmla="*/ 474095 w 642663"/>
                  <a:gd name="connsiteY2" fmla="*/ 5903 h 340981"/>
                  <a:gd name="connsiteX3" fmla="*/ 622603 w 642663"/>
                  <a:gd name="connsiteY3" fmla="*/ 328262 h 340981"/>
                  <a:gd name="connsiteX0" fmla="*/ 622603 w 642663"/>
                  <a:gd name="connsiteY0" fmla="*/ 341991 h 354710"/>
                  <a:gd name="connsiteX1" fmla="*/ 0 w 642663"/>
                  <a:gd name="connsiteY1" fmla="*/ 111568 h 354710"/>
                  <a:gd name="connsiteX2" fmla="*/ 474095 w 642663"/>
                  <a:gd name="connsiteY2" fmla="*/ 19632 h 354710"/>
                  <a:gd name="connsiteX3" fmla="*/ 622603 w 642663"/>
                  <a:gd name="connsiteY3" fmla="*/ 341991 h 354710"/>
                  <a:gd name="connsiteX0" fmla="*/ 622603 w 631721"/>
                  <a:gd name="connsiteY0" fmla="*/ 341991 h 354710"/>
                  <a:gd name="connsiteX1" fmla="*/ 0 w 631721"/>
                  <a:gd name="connsiteY1" fmla="*/ 111568 h 354710"/>
                  <a:gd name="connsiteX2" fmla="*/ 474095 w 631721"/>
                  <a:gd name="connsiteY2" fmla="*/ 19632 h 354710"/>
                  <a:gd name="connsiteX3" fmla="*/ 622603 w 631721"/>
                  <a:gd name="connsiteY3" fmla="*/ 341991 h 354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1721" h="354710">
                    <a:moveTo>
                      <a:pt x="622603" y="341991"/>
                    </a:moveTo>
                    <a:cubicBezTo>
                      <a:pt x="453500" y="405656"/>
                      <a:pt x="248616" y="214880"/>
                      <a:pt x="0" y="111568"/>
                    </a:cubicBezTo>
                    <a:cubicBezTo>
                      <a:pt x="213691" y="10686"/>
                      <a:pt x="395576" y="-26586"/>
                      <a:pt x="474095" y="19632"/>
                    </a:cubicBezTo>
                    <a:cubicBezTo>
                      <a:pt x="580581" y="68776"/>
                      <a:pt x="659239" y="241164"/>
                      <a:pt x="622603" y="3419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Freeform 123">
                <a:extLst>
                  <a:ext uri="{FF2B5EF4-FFF2-40B4-BE49-F238E27FC236}">
                    <a16:creationId xmlns:a16="http://schemas.microsoft.com/office/drawing/2014/main" id="{33CFA85A-0100-4636-A060-14CE885C0871}"/>
                  </a:ext>
                </a:extLst>
              </p:cNvPr>
              <p:cNvSpPr/>
              <p:nvPr/>
            </p:nvSpPr>
            <p:spPr>
              <a:xfrm rot="13284775">
                <a:off x="9960891" y="4191599"/>
                <a:ext cx="350851" cy="197003"/>
              </a:xfrm>
              <a:custGeom>
                <a:avLst/>
                <a:gdLst>
                  <a:gd name="connsiteX0" fmla="*/ 447675 w 447675"/>
                  <a:gd name="connsiteY0" fmla="*/ 266700 h 266700"/>
                  <a:gd name="connsiteX1" fmla="*/ 0 w 447675"/>
                  <a:gd name="connsiteY1" fmla="*/ 171450 h 266700"/>
                  <a:gd name="connsiteX2" fmla="*/ 342900 w 447675"/>
                  <a:gd name="connsiteY2" fmla="*/ 0 h 266700"/>
                  <a:gd name="connsiteX3" fmla="*/ 447675 w 447675"/>
                  <a:gd name="connsiteY3" fmla="*/ 266700 h 266700"/>
                  <a:gd name="connsiteX0" fmla="*/ 447675 w 464732"/>
                  <a:gd name="connsiteY0" fmla="*/ 266700 h 266700"/>
                  <a:gd name="connsiteX1" fmla="*/ 0 w 464732"/>
                  <a:gd name="connsiteY1" fmla="*/ 171450 h 266700"/>
                  <a:gd name="connsiteX2" fmla="*/ 342900 w 464732"/>
                  <a:gd name="connsiteY2" fmla="*/ 0 h 266700"/>
                  <a:gd name="connsiteX3" fmla="*/ 447675 w 464732"/>
                  <a:gd name="connsiteY3" fmla="*/ 266700 h 266700"/>
                  <a:gd name="connsiteX0" fmla="*/ 447675 w 492584"/>
                  <a:gd name="connsiteY0" fmla="*/ 266700 h 266700"/>
                  <a:gd name="connsiteX1" fmla="*/ 0 w 492584"/>
                  <a:gd name="connsiteY1" fmla="*/ 171450 h 266700"/>
                  <a:gd name="connsiteX2" fmla="*/ 342900 w 492584"/>
                  <a:gd name="connsiteY2" fmla="*/ 0 h 266700"/>
                  <a:gd name="connsiteX3" fmla="*/ 447675 w 492584"/>
                  <a:gd name="connsiteY3" fmla="*/ 266700 h 266700"/>
                  <a:gd name="connsiteX0" fmla="*/ 447675 w 492584"/>
                  <a:gd name="connsiteY0" fmla="*/ 266700 h 267320"/>
                  <a:gd name="connsiteX1" fmla="*/ 0 w 492584"/>
                  <a:gd name="connsiteY1" fmla="*/ 171450 h 267320"/>
                  <a:gd name="connsiteX2" fmla="*/ 342900 w 492584"/>
                  <a:gd name="connsiteY2" fmla="*/ 0 h 267320"/>
                  <a:gd name="connsiteX3" fmla="*/ 447675 w 492584"/>
                  <a:gd name="connsiteY3" fmla="*/ 266700 h 267320"/>
                  <a:gd name="connsiteX0" fmla="*/ 447675 w 492584"/>
                  <a:gd name="connsiteY0" fmla="*/ 266700 h 268027"/>
                  <a:gd name="connsiteX1" fmla="*/ 0 w 492584"/>
                  <a:gd name="connsiteY1" fmla="*/ 171450 h 268027"/>
                  <a:gd name="connsiteX2" fmla="*/ 342900 w 492584"/>
                  <a:gd name="connsiteY2" fmla="*/ 0 h 268027"/>
                  <a:gd name="connsiteX3" fmla="*/ 447675 w 492584"/>
                  <a:gd name="connsiteY3" fmla="*/ 266700 h 268027"/>
                  <a:gd name="connsiteX0" fmla="*/ 447675 w 492584"/>
                  <a:gd name="connsiteY0" fmla="*/ 266700 h 268027"/>
                  <a:gd name="connsiteX1" fmla="*/ 0 w 492584"/>
                  <a:gd name="connsiteY1" fmla="*/ 171450 h 268027"/>
                  <a:gd name="connsiteX2" fmla="*/ 342900 w 492584"/>
                  <a:gd name="connsiteY2" fmla="*/ 0 h 268027"/>
                  <a:gd name="connsiteX3" fmla="*/ 447675 w 492584"/>
                  <a:gd name="connsiteY3" fmla="*/ 266700 h 268027"/>
                  <a:gd name="connsiteX0" fmla="*/ 447675 w 492584"/>
                  <a:gd name="connsiteY0" fmla="*/ 268433 h 269760"/>
                  <a:gd name="connsiteX1" fmla="*/ 0 w 492584"/>
                  <a:gd name="connsiteY1" fmla="*/ 173183 h 269760"/>
                  <a:gd name="connsiteX2" fmla="*/ 342900 w 492584"/>
                  <a:gd name="connsiteY2" fmla="*/ 1733 h 269760"/>
                  <a:gd name="connsiteX3" fmla="*/ 447675 w 492584"/>
                  <a:gd name="connsiteY3" fmla="*/ 268433 h 269760"/>
                  <a:gd name="connsiteX0" fmla="*/ 447675 w 475131"/>
                  <a:gd name="connsiteY0" fmla="*/ 268433 h 269760"/>
                  <a:gd name="connsiteX1" fmla="*/ 0 w 475131"/>
                  <a:gd name="connsiteY1" fmla="*/ 173183 h 269760"/>
                  <a:gd name="connsiteX2" fmla="*/ 342900 w 475131"/>
                  <a:gd name="connsiteY2" fmla="*/ 1733 h 269760"/>
                  <a:gd name="connsiteX3" fmla="*/ 447675 w 475131"/>
                  <a:gd name="connsiteY3" fmla="*/ 268433 h 269760"/>
                  <a:gd name="connsiteX0" fmla="*/ 447675 w 496136"/>
                  <a:gd name="connsiteY0" fmla="*/ 268433 h 269760"/>
                  <a:gd name="connsiteX1" fmla="*/ 0 w 496136"/>
                  <a:gd name="connsiteY1" fmla="*/ 173183 h 269760"/>
                  <a:gd name="connsiteX2" fmla="*/ 342900 w 496136"/>
                  <a:gd name="connsiteY2" fmla="*/ 1733 h 269760"/>
                  <a:gd name="connsiteX3" fmla="*/ 447675 w 496136"/>
                  <a:gd name="connsiteY3" fmla="*/ 268433 h 269760"/>
                  <a:gd name="connsiteX0" fmla="*/ 447675 w 496136"/>
                  <a:gd name="connsiteY0" fmla="*/ 268433 h 282774"/>
                  <a:gd name="connsiteX1" fmla="*/ 0 w 496136"/>
                  <a:gd name="connsiteY1" fmla="*/ 173183 h 282774"/>
                  <a:gd name="connsiteX2" fmla="*/ 342900 w 496136"/>
                  <a:gd name="connsiteY2" fmla="*/ 1733 h 282774"/>
                  <a:gd name="connsiteX3" fmla="*/ 447675 w 496136"/>
                  <a:gd name="connsiteY3" fmla="*/ 268433 h 282774"/>
                  <a:gd name="connsiteX0" fmla="*/ 566944 w 615405"/>
                  <a:gd name="connsiteY0" fmla="*/ 269154 h 280541"/>
                  <a:gd name="connsiteX1" fmla="*/ 0 w 615405"/>
                  <a:gd name="connsiteY1" fmla="*/ 146074 h 280541"/>
                  <a:gd name="connsiteX2" fmla="*/ 462169 w 615405"/>
                  <a:gd name="connsiteY2" fmla="*/ 2454 h 280541"/>
                  <a:gd name="connsiteX3" fmla="*/ 566944 w 615405"/>
                  <a:gd name="connsiteY3" fmla="*/ 269154 h 280541"/>
                  <a:gd name="connsiteX0" fmla="*/ 566944 w 615405"/>
                  <a:gd name="connsiteY0" fmla="*/ 268907 h 280294"/>
                  <a:gd name="connsiteX1" fmla="*/ 0 w 615405"/>
                  <a:gd name="connsiteY1" fmla="*/ 145827 h 280294"/>
                  <a:gd name="connsiteX2" fmla="*/ 462169 w 615405"/>
                  <a:gd name="connsiteY2" fmla="*/ 2207 h 280294"/>
                  <a:gd name="connsiteX3" fmla="*/ 566944 w 615405"/>
                  <a:gd name="connsiteY3" fmla="*/ 268907 h 280294"/>
                  <a:gd name="connsiteX0" fmla="*/ 586822 w 629800"/>
                  <a:gd name="connsiteY0" fmla="*/ 316615 h 324962"/>
                  <a:gd name="connsiteX1" fmla="*/ 0 w 629800"/>
                  <a:gd name="connsiteY1" fmla="*/ 145827 h 324962"/>
                  <a:gd name="connsiteX2" fmla="*/ 462169 w 629800"/>
                  <a:gd name="connsiteY2" fmla="*/ 2207 h 324962"/>
                  <a:gd name="connsiteX3" fmla="*/ 586822 w 629800"/>
                  <a:gd name="connsiteY3" fmla="*/ 316615 h 324962"/>
                  <a:gd name="connsiteX0" fmla="*/ 586822 w 635283"/>
                  <a:gd name="connsiteY0" fmla="*/ 282677 h 291024"/>
                  <a:gd name="connsiteX1" fmla="*/ 0 w 635283"/>
                  <a:gd name="connsiteY1" fmla="*/ 111889 h 291024"/>
                  <a:gd name="connsiteX2" fmla="*/ 482047 w 635283"/>
                  <a:gd name="connsiteY2" fmla="*/ 4050 h 291024"/>
                  <a:gd name="connsiteX3" fmla="*/ 586822 w 635283"/>
                  <a:gd name="connsiteY3" fmla="*/ 282677 h 291024"/>
                  <a:gd name="connsiteX0" fmla="*/ 622603 w 661839"/>
                  <a:gd name="connsiteY0" fmla="*/ 342312 h 348542"/>
                  <a:gd name="connsiteX1" fmla="*/ 0 w 661839"/>
                  <a:gd name="connsiteY1" fmla="*/ 111889 h 348542"/>
                  <a:gd name="connsiteX2" fmla="*/ 482047 w 661839"/>
                  <a:gd name="connsiteY2" fmla="*/ 4050 h 348542"/>
                  <a:gd name="connsiteX3" fmla="*/ 622603 w 661839"/>
                  <a:gd name="connsiteY3" fmla="*/ 342312 h 348542"/>
                  <a:gd name="connsiteX0" fmla="*/ 622603 w 639127"/>
                  <a:gd name="connsiteY0" fmla="*/ 342312 h 348542"/>
                  <a:gd name="connsiteX1" fmla="*/ 0 w 639127"/>
                  <a:gd name="connsiteY1" fmla="*/ 111889 h 348542"/>
                  <a:gd name="connsiteX2" fmla="*/ 482047 w 639127"/>
                  <a:gd name="connsiteY2" fmla="*/ 4050 h 348542"/>
                  <a:gd name="connsiteX3" fmla="*/ 622603 w 639127"/>
                  <a:gd name="connsiteY3" fmla="*/ 342312 h 348542"/>
                  <a:gd name="connsiteX0" fmla="*/ 622603 w 639127"/>
                  <a:gd name="connsiteY0" fmla="*/ 342312 h 342312"/>
                  <a:gd name="connsiteX1" fmla="*/ 0 w 639127"/>
                  <a:gd name="connsiteY1" fmla="*/ 111889 h 342312"/>
                  <a:gd name="connsiteX2" fmla="*/ 482047 w 639127"/>
                  <a:gd name="connsiteY2" fmla="*/ 4050 h 342312"/>
                  <a:gd name="connsiteX3" fmla="*/ 622603 w 639127"/>
                  <a:gd name="connsiteY3" fmla="*/ 342312 h 342312"/>
                  <a:gd name="connsiteX0" fmla="*/ 622603 w 639127"/>
                  <a:gd name="connsiteY0" fmla="*/ 342312 h 342312"/>
                  <a:gd name="connsiteX1" fmla="*/ 0 w 639127"/>
                  <a:gd name="connsiteY1" fmla="*/ 111889 h 342312"/>
                  <a:gd name="connsiteX2" fmla="*/ 482047 w 639127"/>
                  <a:gd name="connsiteY2" fmla="*/ 4050 h 342312"/>
                  <a:gd name="connsiteX3" fmla="*/ 622603 w 639127"/>
                  <a:gd name="connsiteY3" fmla="*/ 342312 h 342312"/>
                  <a:gd name="connsiteX0" fmla="*/ 622603 w 639127"/>
                  <a:gd name="connsiteY0" fmla="*/ 342312 h 355031"/>
                  <a:gd name="connsiteX1" fmla="*/ 0 w 639127"/>
                  <a:gd name="connsiteY1" fmla="*/ 111889 h 355031"/>
                  <a:gd name="connsiteX2" fmla="*/ 482047 w 639127"/>
                  <a:gd name="connsiteY2" fmla="*/ 4050 h 355031"/>
                  <a:gd name="connsiteX3" fmla="*/ 622603 w 639127"/>
                  <a:gd name="connsiteY3" fmla="*/ 342312 h 355031"/>
                  <a:gd name="connsiteX0" fmla="*/ 622603 w 644668"/>
                  <a:gd name="connsiteY0" fmla="*/ 342312 h 355031"/>
                  <a:gd name="connsiteX1" fmla="*/ 0 w 644668"/>
                  <a:gd name="connsiteY1" fmla="*/ 111889 h 355031"/>
                  <a:gd name="connsiteX2" fmla="*/ 482047 w 644668"/>
                  <a:gd name="connsiteY2" fmla="*/ 4050 h 355031"/>
                  <a:gd name="connsiteX3" fmla="*/ 622603 w 644668"/>
                  <a:gd name="connsiteY3" fmla="*/ 342312 h 355031"/>
                  <a:gd name="connsiteX0" fmla="*/ 622603 w 644668"/>
                  <a:gd name="connsiteY0" fmla="*/ 342312 h 355031"/>
                  <a:gd name="connsiteX1" fmla="*/ 0 w 644668"/>
                  <a:gd name="connsiteY1" fmla="*/ 111889 h 355031"/>
                  <a:gd name="connsiteX2" fmla="*/ 482047 w 644668"/>
                  <a:gd name="connsiteY2" fmla="*/ 4050 h 355031"/>
                  <a:gd name="connsiteX3" fmla="*/ 622603 w 644668"/>
                  <a:gd name="connsiteY3" fmla="*/ 342312 h 355031"/>
                  <a:gd name="connsiteX0" fmla="*/ 622603 w 642663"/>
                  <a:gd name="connsiteY0" fmla="*/ 328262 h 340981"/>
                  <a:gd name="connsiteX1" fmla="*/ 0 w 642663"/>
                  <a:gd name="connsiteY1" fmla="*/ 97839 h 340981"/>
                  <a:gd name="connsiteX2" fmla="*/ 474095 w 642663"/>
                  <a:gd name="connsiteY2" fmla="*/ 5903 h 340981"/>
                  <a:gd name="connsiteX3" fmla="*/ 622603 w 642663"/>
                  <a:gd name="connsiteY3" fmla="*/ 328262 h 340981"/>
                  <a:gd name="connsiteX0" fmla="*/ 622603 w 642663"/>
                  <a:gd name="connsiteY0" fmla="*/ 341991 h 354710"/>
                  <a:gd name="connsiteX1" fmla="*/ 0 w 642663"/>
                  <a:gd name="connsiteY1" fmla="*/ 111568 h 354710"/>
                  <a:gd name="connsiteX2" fmla="*/ 474095 w 642663"/>
                  <a:gd name="connsiteY2" fmla="*/ 19632 h 354710"/>
                  <a:gd name="connsiteX3" fmla="*/ 622603 w 642663"/>
                  <a:gd name="connsiteY3" fmla="*/ 341991 h 354710"/>
                  <a:gd name="connsiteX0" fmla="*/ 622603 w 631721"/>
                  <a:gd name="connsiteY0" fmla="*/ 341991 h 354710"/>
                  <a:gd name="connsiteX1" fmla="*/ 0 w 631721"/>
                  <a:gd name="connsiteY1" fmla="*/ 111568 h 354710"/>
                  <a:gd name="connsiteX2" fmla="*/ 474095 w 631721"/>
                  <a:gd name="connsiteY2" fmla="*/ 19632 h 354710"/>
                  <a:gd name="connsiteX3" fmla="*/ 622603 w 631721"/>
                  <a:gd name="connsiteY3" fmla="*/ 341991 h 354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1721" h="354710">
                    <a:moveTo>
                      <a:pt x="622603" y="341991"/>
                    </a:moveTo>
                    <a:cubicBezTo>
                      <a:pt x="453500" y="405656"/>
                      <a:pt x="248616" y="214880"/>
                      <a:pt x="0" y="111568"/>
                    </a:cubicBezTo>
                    <a:cubicBezTo>
                      <a:pt x="213691" y="10686"/>
                      <a:pt x="395576" y="-26586"/>
                      <a:pt x="474095" y="19632"/>
                    </a:cubicBezTo>
                    <a:cubicBezTo>
                      <a:pt x="580581" y="68776"/>
                      <a:pt x="659239" y="241164"/>
                      <a:pt x="622603" y="34199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Rectangle 4104">
                <a:extLst>
                  <a:ext uri="{FF2B5EF4-FFF2-40B4-BE49-F238E27FC236}">
                    <a16:creationId xmlns:a16="http://schemas.microsoft.com/office/drawing/2014/main" id="{ED196A1D-AEA4-4FB9-9D6C-FAF3266C0BDE}"/>
                  </a:ext>
                </a:extLst>
              </p:cNvPr>
              <p:cNvSpPr/>
              <p:nvPr/>
            </p:nvSpPr>
            <p:spPr>
              <a:xfrm>
                <a:off x="10201256" y="4404900"/>
                <a:ext cx="61845" cy="29222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Rectangle 116">
                <a:extLst>
                  <a:ext uri="{FF2B5EF4-FFF2-40B4-BE49-F238E27FC236}">
                    <a16:creationId xmlns:a16="http://schemas.microsoft.com/office/drawing/2014/main" id="{036E677B-831E-4303-9893-DAE99FCF0B8A}"/>
                  </a:ext>
                </a:extLst>
              </p:cNvPr>
              <p:cNvSpPr/>
              <p:nvPr/>
            </p:nvSpPr>
            <p:spPr>
              <a:xfrm rot="13500000" flipH="1">
                <a:off x="10791750" y="3081280"/>
                <a:ext cx="73047" cy="4869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Rectangle 118">
                <a:extLst>
                  <a:ext uri="{FF2B5EF4-FFF2-40B4-BE49-F238E27FC236}">
                    <a16:creationId xmlns:a16="http://schemas.microsoft.com/office/drawing/2014/main" id="{B3E8FC0A-687B-4A90-8B7C-93DADDD9D767}"/>
                  </a:ext>
                </a:extLst>
              </p:cNvPr>
              <p:cNvSpPr/>
              <p:nvPr/>
            </p:nvSpPr>
            <p:spPr>
              <a:xfrm rot="4800000" flipH="1">
                <a:off x="11110885" y="3582372"/>
                <a:ext cx="73047" cy="4869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F4B84D10-884D-4653-AE63-D1D308CB80D5}"/>
                </a:ext>
              </a:extLst>
            </p:cNvPr>
            <p:cNvGrpSpPr/>
            <p:nvPr/>
          </p:nvGrpSpPr>
          <p:grpSpPr>
            <a:xfrm>
              <a:off x="6319854" y="3389719"/>
              <a:ext cx="3956473" cy="2066287"/>
              <a:chOff x="6319854" y="4022016"/>
              <a:chExt cx="3956473" cy="2066287"/>
            </a:xfrm>
          </p:grpSpPr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2502C9AF-B747-4E11-9391-9F44734A44CB}"/>
                  </a:ext>
                </a:extLst>
              </p:cNvPr>
              <p:cNvGrpSpPr/>
              <p:nvPr/>
            </p:nvGrpSpPr>
            <p:grpSpPr>
              <a:xfrm>
                <a:off x="9196326" y="5008303"/>
                <a:ext cx="1080001" cy="1080000"/>
                <a:chOff x="9196326" y="5008303"/>
                <a:chExt cx="1080001" cy="1080000"/>
              </a:xfrm>
            </p:grpSpPr>
            <p:sp>
              <p:nvSpPr>
                <p:cNvPr id="110" name="Rectangle 32">
                  <a:extLst>
                    <a:ext uri="{FF2B5EF4-FFF2-40B4-BE49-F238E27FC236}">
                      <a16:creationId xmlns:a16="http://schemas.microsoft.com/office/drawing/2014/main" id="{05E130E3-937F-4A75-B1F9-0E594B8619C5}"/>
                    </a:ext>
                  </a:extLst>
                </p:cNvPr>
                <p:cNvSpPr/>
                <p:nvPr/>
              </p:nvSpPr>
              <p:spPr>
                <a:xfrm rot="10800000">
                  <a:off x="10156012" y="5043828"/>
                  <a:ext cx="120315" cy="5403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1" name="Block Arc 83">
                  <a:extLst>
                    <a:ext uri="{FF2B5EF4-FFF2-40B4-BE49-F238E27FC236}">
                      <a16:creationId xmlns:a16="http://schemas.microsoft.com/office/drawing/2014/main" id="{5E24CE52-4072-47B5-8AA0-A275FA0573A7}"/>
                    </a:ext>
                  </a:extLst>
                </p:cNvPr>
                <p:cNvSpPr/>
                <p:nvPr/>
              </p:nvSpPr>
              <p:spPr>
                <a:xfrm rot="10800000">
                  <a:off x="9196327" y="5008303"/>
                  <a:ext cx="1080000" cy="1080000"/>
                </a:xfrm>
                <a:prstGeom prst="blockArc">
                  <a:avLst>
                    <a:gd name="adj1" fmla="val 10795309"/>
                    <a:gd name="adj2" fmla="val 21580245"/>
                    <a:gd name="adj3" fmla="val 1105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Rectangle 32">
                  <a:extLst>
                    <a:ext uri="{FF2B5EF4-FFF2-40B4-BE49-F238E27FC236}">
                      <a16:creationId xmlns:a16="http://schemas.microsoft.com/office/drawing/2014/main" id="{50F035A8-3C39-4A83-9F0A-9A3DE5782F81}"/>
                    </a:ext>
                  </a:extLst>
                </p:cNvPr>
                <p:cNvSpPr/>
                <p:nvPr/>
              </p:nvSpPr>
              <p:spPr>
                <a:xfrm rot="10800000">
                  <a:off x="9196326" y="5043827"/>
                  <a:ext cx="120315" cy="5099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94049F47-622A-43F0-A72A-88FD0CA0D30B}"/>
                  </a:ext>
                </a:extLst>
              </p:cNvPr>
              <p:cNvGrpSpPr/>
              <p:nvPr/>
            </p:nvGrpSpPr>
            <p:grpSpPr>
              <a:xfrm rot="10800000">
                <a:off x="8236185" y="4022016"/>
                <a:ext cx="1080001" cy="1080000"/>
                <a:chOff x="9196326" y="5008303"/>
                <a:chExt cx="1080001" cy="1080000"/>
              </a:xfrm>
            </p:grpSpPr>
            <p:sp>
              <p:nvSpPr>
                <p:cNvPr id="107" name="Rectangle 32">
                  <a:extLst>
                    <a:ext uri="{FF2B5EF4-FFF2-40B4-BE49-F238E27FC236}">
                      <a16:creationId xmlns:a16="http://schemas.microsoft.com/office/drawing/2014/main" id="{29A56DFB-1DA7-4774-B5D7-584512F8925F}"/>
                    </a:ext>
                  </a:extLst>
                </p:cNvPr>
                <p:cNvSpPr/>
                <p:nvPr/>
              </p:nvSpPr>
              <p:spPr>
                <a:xfrm rot="10800000">
                  <a:off x="10156012" y="5043828"/>
                  <a:ext cx="120315" cy="5403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8" name="Block Arc 83">
                  <a:extLst>
                    <a:ext uri="{FF2B5EF4-FFF2-40B4-BE49-F238E27FC236}">
                      <a16:creationId xmlns:a16="http://schemas.microsoft.com/office/drawing/2014/main" id="{7B044FA4-E9A0-47B3-B4A8-15DFE6D343A7}"/>
                    </a:ext>
                  </a:extLst>
                </p:cNvPr>
                <p:cNvSpPr/>
                <p:nvPr/>
              </p:nvSpPr>
              <p:spPr>
                <a:xfrm rot="10800000">
                  <a:off x="9196327" y="5008303"/>
                  <a:ext cx="1080000" cy="1080000"/>
                </a:xfrm>
                <a:prstGeom prst="blockArc">
                  <a:avLst>
                    <a:gd name="adj1" fmla="val 10795309"/>
                    <a:gd name="adj2" fmla="val 21580245"/>
                    <a:gd name="adj3" fmla="val 1105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9" name="Rectangle 32">
                  <a:extLst>
                    <a:ext uri="{FF2B5EF4-FFF2-40B4-BE49-F238E27FC236}">
                      <a16:creationId xmlns:a16="http://schemas.microsoft.com/office/drawing/2014/main" id="{2D4A0311-9946-4BA8-B26B-1AFFE05E77AB}"/>
                    </a:ext>
                  </a:extLst>
                </p:cNvPr>
                <p:cNvSpPr/>
                <p:nvPr/>
              </p:nvSpPr>
              <p:spPr>
                <a:xfrm rot="10800000">
                  <a:off x="9196326" y="5043827"/>
                  <a:ext cx="120315" cy="5099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03" name="Block Arc 83">
                <a:extLst>
                  <a:ext uri="{FF2B5EF4-FFF2-40B4-BE49-F238E27FC236}">
                    <a16:creationId xmlns:a16="http://schemas.microsoft.com/office/drawing/2014/main" id="{5B2E6AB3-27D1-472B-A533-FA8187921470}"/>
                  </a:ext>
                </a:extLst>
              </p:cNvPr>
              <p:cNvSpPr/>
              <p:nvPr/>
            </p:nvSpPr>
            <p:spPr>
              <a:xfrm rot="5400000">
                <a:off x="7276738" y="4503827"/>
                <a:ext cx="1080000" cy="1080000"/>
              </a:xfrm>
              <a:prstGeom prst="blockArc">
                <a:avLst>
                  <a:gd name="adj1" fmla="val 16247493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ctangle 32">
                <a:extLst>
                  <a:ext uri="{FF2B5EF4-FFF2-40B4-BE49-F238E27FC236}">
                    <a16:creationId xmlns:a16="http://schemas.microsoft.com/office/drawing/2014/main" id="{0B95BF31-1020-4F77-A6F4-1DDEF5B98D2C}"/>
                  </a:ext>
                </a:extLst>
              </p:cNvPr>
              <p:cNvSpPr/>
              <p:nvPr/>
            </p:nvSpPr>
            <p:spPr>
              <a:xfrm rot="16200000">
                <a:off x="7270818" y="5028315"/>
                <a:ext cx="120315" cy="9907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5" name="Block Arc 83">
                <a:extLst>
                  <a:ext uri="{FF2B5EF4-FFF2-40B4-BE49-F238E27FC236}">
                    <a16:creationId xmlns:a16="http://schemas.microsoft.com/office/drawing/2014/main" id="{BB16D0AD-819D-4313-A6A4-C76017405DA7}"/>
                  </a:ext>
                </a:extLst>
              </p:cNvPr>
              <p:cNvSpPr/>
              <p:nvPr/>
            </p:nvSpPr>
            <p:spPr>
              <a:xfrm rot="16200000" flipH="1">
                <a:off x="6319854" y="4503827"/>
                <a:ext cx="1080000" cy="1080000"/>
              </a:xfrm>
              <a:prstGeom prst="blockArc">
                <a:avLst>
                  <a:gd name="adj1" fmla="val 16247493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32">
                <a:extLst>
                  <a:ext uri="{FF2B5EF4-FFF2-40B4-BE49-F238E27FC236}">
                    <a16:creationId xmlns:a16="http://schemas.microsoft.com/office/drawing/2014/main" id="{03E17999-FE80-44DE-A418-5C6DF7E98BDA}"/>
                  </a:ext>
                </a:extLst>
              </p:cNvPr>
              <p:cNvSpPr/>
              <p:nvPr/>
            </p:nvSpPr>
            <p:spPr>
              <a:xfrm>
                <a:off x="6319854" y="4877064"/>
                <a:ext cx="120315" cy="1878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F347FDC7-BB23-4712-8549-8D91A00E8357}"/>
                </a:ext>
              </a:extLst>
            </p:cNvPr>
            <p:cNvGrpSpPr/>
            <p:nvPr/>
          </p:nvGrpSpPr>
          <p:grpSpPr>
            <a:xfrm flipH="1">
              <a:off x="1910652" y="3389719"/>
              <a:ext cx="3956473" cy="2066287"/>
              <a:chOff x="6319854" y="4022016"/>
              <a:chExt cx="3956473" cy="2066287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0DAA733C-B13C-4378-841B-D35E4CC0EB24}"/>
                  </a:ext>
                </a:extLst>
              </p:cNvPr>
              <p:cNvGrpSpPr/>
              <p:nvPr/>
            </p:nvGrpSpPr>
            <p:grpSpPr>
              <a:xfrm>
                <a:off x="9196326" y="4360204"/>
                <a:ext cx="1080001" cy="1728099"/>
                <a:chOff x="9196326" y="4360204"/>
                <a:chExt cx="1080001" cy="1728099"/>
              </a:xfrm>
            </p:grpSpPr>
            <p:sp>
              <p:nvSpPr>
                <p:cNvPr id="123" name="Rectangle 32">
                  <a:extLst>
                    <a:ext uri="{FF2B5EF4-FFF2-40B4-BE49-F238E27FC236}">
                      <a16:creationId xmlns:a16="http://schemas.microsoft.com/office/drawing/2014/main" id="{14ABB25C-94C7-46C6-8976-8E4925905CE9}"/>
                    </a:ext>
                  </a:extLst>
                </p:cNvPr>
                <p:cNvSpPr/>
                <p:nvPr/>
              </p:nvSpPr>
              <p:spPr>
                <a:xfrm rot="10800000">
                  <a:off x="10156012" y="4360204"/>
                  <a:ext cx="120315" cy="1224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4" name="Block Arc 83">
                  <a:extLst>
                    <a:ext uri="{FF2B5EF4-FFF2-40B4-BE49-F238E27FC236}">
                      <a16:creationId xmlns:a16="http://schemas.microsoft.com/office/drawing/2014/main" id="{330726A0-DBE4-46DD-8E30-3AE0070D4C1C}"/>
                    </a:ext>
                  </a:extLst>
                </p:cNvPr>
                <p:cNvSpPr/>
                <p:nvPr/>
              </p:nvSpPr>
              <p:spPr>
                <a:xfrm rot="10800000">
                  <a:off x="9196327" y="5008303"/>
                  <a:ext cx="1080000" cy="1080000"/>
                </a:xfrm>
                <a:prstGeom prst="blockArc">
                  <a:avLst>
                    <a:gd name="adj1" fmla="val 10795309"/>
                    <a:gd name="adj2" fmla="val 21580245"/>
                    <a:gd name="adj3" fmla="val 1105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5" name="Rectangle 32">
                  <a:extLst>
                    <a:ext uri="{FF2B5EF4-FFF2-40B4-BE49-F238E27FC236}">
                      <a16:creationId xmlns:a16="http://schemas.microsoft.com/office/drawing/2014/main" id="{D1FD54DD-6CD1-428D-B57F-F41AF33F6776}"/>
                    </a:ext>
                  </a:extLst>
                </p:cNvPr>
                <p:cNvSpPr/>
                <p:nvPr/>
              </p:nvSpPr>
              <p:spPr>
                <a:xfrm rot="10800000">
                  <a:off x="9196326" y="5043827"/>
                  <a:ext cx="120315" cy="5099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E34CB52B-3F09-4381-9ECA-8C331BA875AA}"/>
                  </a:ext>
                </a:extLst>
              </p:cNvPr>
              <p:cNvGrpSpPr/>
              <p:nvPr/>
            </p:nvGrpSpPr>
            <p:grpSpPr>
              <a:xfrm rot="10800000">
                <a:off x="8236185" y="4022016"/>
                <a:ext cx="1080001" cy="1080000"/>
                <a:chOff x="9196326" y="5008303"/>
                <a:chExt cx="1080001" cy="1080000"/>
              </a:xfrm>
            </p:grpSpPr>
            <p:sp>
              <p:nvSpPr>
                <p:cNvPr id="120" name="Rectangle 32">
                  <a:extLst>
                    <a:ext uri="{FF2B5EF4-FFF2-40B4-BE49-F238E27FC236}">
                      <a16:creationId xmlns:a16="http://schemas.microsoft.com/office/drawing/2014/main" id="{2B3DECC2-6704-451C-B3D9-C8D99A54B242}"/>
                    </a:ext>
                  </a:extLst>
                </p:cNvPr>
                <p:cNvSpPr/>
                <p:nvPr/>
              </p:nvSpPr>
              <p:spPr>
                <a:xfrm rot="10800000">
                  <a:off x="10156012" y="5043828"/>
                  <a:ext cx="120315" cy="5403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21" name="Block Arc 83">
                  <a:extLst>
                    <a:ext uri="{FF2B5EF4-FFF2-40B4-BE49-F238E27FC236}">
                      <a16:creationId xmlns:a16="http://schemas.microsoft.com/office/drawing/2014/main" id="{CADC01B3-A5E3-492D-8BF4-A8F36E11B241}"/>
                    </a:ext>
                  </a:extLst>
                </p:cNvPr>
                <p:cNvSpPr/>
                <p:nvPr/>
              </p:nvSpPr>
              <p:spPr>
                <a:xfrm rot="10800000">
                  <a:off x="9196327" y="5008303"/>
                  <a:ext cx="1080000" cy="1080000"/>
                </a:xfrm>
                <a:prstGeom prst="blockArc">
                  <a:avLst>
                    <a:gd name="adj1" fmla="val 10795309"/>
                    <a:gd name="adj2" fmla="val 21580245"/>
                    <a:gd name="adj3" fmla="val 11055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Rectangle 32">
                  <a:extLst>
                    <a:ext uri="{FF2B5EF4-FFF2-40B4-BE49-F238E27FC236}">
                      <a16:creationId xmlns:a16="http://schemas.microsoft.com/office/drawing/2014/main" id="{E1B03DE1-E4DD-4B42-819F-CAA2836AEC7C}"/>
                    </a:ext>
                  </a:extLst>
                </p:cNvPr>
                <p:cNvSpPr/>
                <p:nvPr/>
              </p:nvSpPr>
              <p:spPr>
                <a:xfrm rot="10800000">
                  <a:off x="9196326" y="5043827"/>
                  <a:ext cx="120315" cy="5099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16" name="Block Arc 83">
                <a:extLst>
                  <a:ext uri="{FF2B5EF4-FFF2-40B4-BE49-F238E27FC236}">
                    <a16:creationId xmlns:a16="http://schemas.microsoft.com/office/drawing/2014/main" id="{10FE3F3A-A187-4D46-9F2F-3BB13B6D9086}"/>
                  </a:ext>
                </a:extLst>
              </p:cNvPr>
              <p:cNvSpPr/>
              <p:nvPr/>
            </p:nvSpPr>
            <p:spPr>
              <a:xfrm rot="5400000">
                <a:off x="7276738" y="4503827"/>
                <a:ext cx="1080000" cy="1080000"/>
              </a:xfrm>
              <a:prstGeom prst="blockArc">
                <a:avLst>
                  <a:gd name="adj1" fmla="val 16247493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Rectangle 32">
                <a:extLst>
                  <a:ext uri="{FF2B5EF4-FFF2-40B4-BE49-F238E27FC236}">
                    <a16:creationId xmlns:a16="http://schemas.microsoft.com/office/drawing/2014/main" id="{021D1C8C-D07F-4024-8462-582977AF8F67}"/>
                  </a:ext>
                </a:extLst>
              </p:cNvPr>
              <p:cNvSpPr/>
              <p:nvPr/>
            </p:nvSpPr>
            <p:spPr>
              <a:xfrm rot="16200000">
                <a:off x="7270818" y="5028315"/>
                <a:ext cx="120315" cy="9907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8" name="Block Arc 83">
                <a:extLst>
                  <a:ext uri="{FF2B5EF4-FFF2-40B4-BE49-F238E27FC236}">
                    <a16:creationId xmlns:a16="http://schemas.microsoft.com/office/drawing/2014/main" id="{2BBDC5D9-C5FE-4088-B6C2-65E009DECDFF}"/>
                  </a:ext>
                </a:extLst>
              </p:cNvPr>
              <p:cNvSpPr/>
              <p:nvPr/>
            </p:nvSpPr>
            <p:spPr>
              <a:xfrm rot="16200000" flipH="1">
                <a:off x="6319854" y="4503827"/>
                <a:ext cx="1080000" cy="1080000"/>
              </a:xfrm>
              <a:prstGeom prst="blockArc">
                <a:avLst>
                  <a:gd name="adj1" fmla="val 16247493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32">
                <a:extLst>
                  <a:ext uri="{FF2B5EF4-FFF2-40B4-BE49-F238E27FC236}">
                    <a16:creationId xmlns:a16="http://schemas.microsoft.com/office/drawing/2014/main" id="{56151CF4-BA0F-4F3B-919D-4D4F942E45F3}"/>
                  </a:ext>
                </a:extLst>
              </p:cNvPr>
              <p:cNvSpPr/>
              <p:nvPr/>
            </p:nvSpPr>
            <p:spPr>
              <a:xfrm>
                <a:off x="6319854" y="4877064"/>
                <a:ext cx="120315" cy="1878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8EBE1C77-72B8-445E-A070-4E1076C6F769}"/>
                </a:ext>
              </a:extLst>
            </p:cNvPr>
            <p:cNvGrpSpPr/>
            <p:nvPr/>
          </p:nvGrpSpPr>
          <p:grpSpPr>
            <a:xfrm>
              <a:off x="1440114" y="2704069"/>
              <a:ext cx="1039477" cy="1039477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5821A345-E897-4C05-9FB6-5C41A947BC2E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6C3F92B1-C01A-4DF3-877A-05ED7C86A61E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Block Arc 11">
                <a:extLst>
                  <a:ext uri="{FF2B5EF4-FFF2-40B4-BE49-F238E27FC236}">
                    <a16:creationId xmlns:a16="http://schemas.microsoft.com/office/drawing/2014/main" id="{9D620D5E-AEC1-4398-B451-D7D73348445E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6D75633-7C19-48BD-96CE-A08887C27402}"/>
              </a:ext>
            </a:extLst>
          </p:cNvPr>
          <p:cNvGrpSpPr/>
          <p:nvPr/>
        </p:nvGrpSpPr>
        <p:grpSpPr>
          <a:xfrm>
            <a:off x="5010545" y="3752541"/>
            <a:ext cx="3379271" cy="2739881"/>
            <a:chOff x="4428445" y="1653940"/>
            <a:chExt cx="3446039" cy="2794015"/>
          </a:xfrm>
        </p:grpSpPr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26EC404-4B6C-44A3-8CDA-85CA70E4BC39}"/>
                </a:ext>
              </a:extLst>
            </p:cNvPr>
            <p:cNvGrpSpPr/>
            <p:nvPr/>
          </p:nvGrpSpPr>
          <p:grpSpPr>
            <a:xfrm>
              <a:off x="4428445" y="1653940"/>
              <a:ext cx="3446039" cy="2794015"/>
              <a:chOff x="4428445" y="1653940"/>
              <a:chExt cx="3446039" cy="2794015"/>
            </a:xfrm>
          </p:grpSpPr>
          <p:cxnSp>
            <p:nvCxnSpPr>
              <p:cNvPr id="131" name="Straight Connector 12">
                <a:extLst>
                  <a:ext uri="{FF2B5EF4-FFF2-40B4-BE49-F238E27FC236}">
                    <a16:creationId xmlns:a16="http://schemas.microsoft.com/office/drawing/2014/main" id="{D663CBB0-45D7-4491-B3E7-9D8B19D1F3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8445" y="3083840"/>
                <a:ext cx="441906" cy="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4">
                <a:extLst>
                  <a:ext uri="{FF2B5EF4-FFF2-40B4-BE49-F238E27FC236}">
                    <a16:creationId xmlns:a16="http://schemas.microsoft.com/office/drawing/2014/main" id="{52739A90-F410-443F-948D-B69A6D4585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70351" y="3051450"/>
                <a:ext cx="2036" cy="1396505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2">
                <a:extLst>
                  <a:ext uri="{FF2B5EF4-FFF2-40B4-BE49-F238E27FC236}">
                    <a16:creationId xmlns:a16="http://schemas.microsoft.com/office/drawing/2014/main" id="{C9BF576F-9813-41AD-B5E8-33D99C933E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2022" y="3087232"/>
                <a:ext cx="441906" cy="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4">
                <a:extLst>
                  <a:ext uri="{FF2B5EF4-FFF2-40B4-BE49-F238E27FC236}">
                    <a16:creationId xmlns:a16="http://schemas.microsoft.com/office/drawing/2014/main" id="{99023F54-5BB9-4369-AF2D-412365D721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0620" y="3085536"/>
                <a:ext cx="43559" cy="909082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1">
                <a:extLst>
                  <a:ext uri="{FF2B5EF4-FFF2-40B4-BE49-F238E27FC236}">
                    <a16:creationId xmlns:a16="http://schemas.microsoft.com/office/drawing/2014/main" id="{FBBBE368-C5DA-4402-BF4F-3DD1686748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1121" y="1653940"/>
                <a:ext cx="0" cy="73573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1">
                <a:extLst>
                  <a:ext uri="{FF2B5EF4-FFF2-40B4-BE49-F238E27FC236}">
                    <a16:creationId xmlns:a16="http://schemas.microsoft.com/office/drawing/2014/main" id="{6353F27B-F9B8-4732-BFD1-AA05EDBE99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8445" y="1839083"/>
                <a:ext cx="1729391" cy="1244757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1">
                <a:extLst>
                  <a:ext uri="{FF2B5EF4-FFF2-40B4-BE49-F238E27FC236}">
                    <a16:creationId xmlns:a16="http://schemas.microsoft.com/office/drawing/2014/main" id="{F49E9107-806C-46BB-BE24-850AB1F5D6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49199" y="2648081"/>
                <a:ext cx="625285" cy="43576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1">
                <a:extLst>
                  <a:ext uri="{FF2B5EF4-FFF2-40B4-BE49-F238E27FC236}">
                    <a16:creationId xmlns:a16="http://schemas.microsoft.com/office/drawing/2014/main" id="{006DD8A3-24A7-4898-A873-C379F4561C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51669" y="1837388"/>
                <a:ext cx="733556" cy="53116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1">
                <a:extLst>
                  <a:ext uri="{FF2B5EF4-FFF2-40B4-BE49-F238E27FC236}">
                    <a16:creationId xmlns:a16="http://schemas.microsoft.com/office/drawing/2014/main" id="{0681B8E9-6C34-4E19-B504-EDE1FFF57E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9199" y="1653940"/>
                <a:ext cx="0" cy="98863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2">
                <a:extLst>
                  <a:ext uri="{FF2B5EF4-FFF2-40B4-BE49-F238E27FC236}">
                    <a16:creationId xmlns:a16="http://schemas.microsoft.com/office/drawing/2014/main" id="{FB4CA323-EBDA-4F7F-B40D-B318648793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0101" y="1653940"/>
                <a:ext cx="379098" cy="0"/>
              </a:xfrm>
              <a:prstGeom prst="line">
                <a:avLst/>
              </a:prstGeom>
              <a:ln w="381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F3CD06DC-774B-495C-BB6B-EDE4F3C642ED}"/>
                </a:ext>
              </a:extLst>
            </p:cNvPr>
            <p:cNvGrpSpPr/>
            <p:nvPr/>
          </p:nvGrpSpPr>
          <p:grpSpPr>
            <a:xfrm>
              <a:off x="6274838" y="2909422"/>
              <a:ext cx="837477" cy="850987"/>
              <a:chOff x="5951998" y="2924697"/>
              <a:chExt cx="1104830" cy="1122653"/>
            </a:xfrm>
          </p:grpSpPr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3A26CA86-5CC8-4F31-9D24-903F623DA665}"/>
                  </a:ext>
                </a:extLst>
              </p:cNvPr>
              <p:cNvSpPr/>
              <p:nvPr/>
            </p:nvSpPr>
            <p:spPr>
              <a:xfrm>
                <a:off x="5951998" y="2924697"/>
                <a:ext cx="512891" cy="512891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AE5AC0E-D8EE-49AE-B7BB-E0B744C88023}"/>
                  </a:ext>
                </a:extLst>
              </p:cNvPr>
              <p:cNvSpPr/>
              <p:nvPr/>
            </p:nvSpPr>
            <p:spPr>
              <a:xfrm>
                <a:off x="6543937" y="2924697"/>
                <a:ext cx="512891" cy="512891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284F5337-4A68-488D-B71C-9F2AE3F29E8E}"/>
                  </a:ext>
                </a:extLst>
              </p:cNvPr>
              <p:cNvSpPr/>
              <p:nvPr/>
            </p:nvSpPr>
            <p:spPr>
              <a:xfrm>
                <a:off x="5951998" y="3534459"/>
                <a:ext cx="512891" cy="512891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94AF3838-C71E-4005-8F09-D247892E10D7}"/>
                  </a:ext>
                </a:extLst>
              </p:cNvPr>
              <p:cNvSpPr/>
              <p:nvPr/>
            </p:nvSpPr>
            <p:spPr>
              <a:xfrm>
                <a:off x="6543937" y="3534459"/>
                <a:ext cx="512891" cy="512891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29037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6246"/>
            <a:ext cx="12192000" cy="4137152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PNG IMAGES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904" y="1469644"/>
            <a:ext cx="2544679" cy="41351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933" y="1850977"/>
            <a:ext cx="2655740" cy="43155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911" y="1898459"/>
            <a:ext cx="2213201" cy="14320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673" y="4008766"/>
            <a:ext cx="1691439" cy="102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933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PNG IMAGES</a:t>
            </a:r>
          </a:p>
        </p:txBody>
      </p:sp>
      <p:grpSp>
        <p:nvGrpSpPr>
          <p:cNvPr id="11" name="Group 14">
            <a:extLst>
              <a:ext uri="{FF2B5EF4-FFF2-40B4-BE49-F238E27FC236}">
                <a16:creationId xmlns:a16="http://schemas.microsoft.com/office/drawing/2014/main" id="{CB6BB5D3-BB1A-4FF1-9655-A034E566004B}"/>
              </a:ext>
            </a:extLst>
          </p:cNvPr>
          <p:cNvGrpSpPr/>
          <p:nvPr/>
        </p:nvGrpSpPr>
        <p:grpSpPr>
          <a:xfrm>
            <a:off x="5503817" y="2783332"/>
            <a:ext cx="6616822" cy="3374649"/>
            <a:chOff x="-612576" y="1705002"/>
            <a:chExt cx="5688632" cy="2537858"/>
          </a:xfrm>
        </p:grpSpPr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C79EDF95-254D-4281-A6E1-873F8C19B831}"/>
                </a:ext>
              </a:extLst>
            </p:cNvPr>
            <p:cNvSpPr/>
            <p:nvPr userDrawn="1"/>
          </p:nvSpPr>
          <p:spPr>
            <a:xfrm>
              <a:off x="-612576" y="3738804"/>
              <a:ext cx="5688632" cy="50405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pic>
          <p:nvPicPr>
            <p:cNvPr id="13" name="Picture 2" descr="E:\002-KIMS BUSINESS\000-B-KIMS-소스 분류-2014\00-kims-작업건별-재료모음\002-일러-모니터-모바일-타블렛\laptop-01.png">
              <a:extLst>
                <a:ext uri="{FF2B5EF4-FFF2-40B4-BE49-F238E27FC236}">
                  <a16:creationId xmlns:a16="http://schemas.microsoft.com/office/drawing/2014/main" id="{84D220F5-33CA-4BB4-9E9F-65C7A190E79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58" y="1705002"/>
              <a:ext cx="4456634" cy="25165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7DECDF5-67D7-4FA5-88A6-F4B89EBEC468}"/>
              </a:ext>
            </a:extLst>
          </p:cNvPr>
          <p:cNvSpPr txBox="1">
            <a:spLocks/>
          </p:cNvSpPr>
          <p:nvPr/>
        </p:nvSpPr>
        <p:spPr>
          <a:xfrm>
            <a:off x="7304602" y="3258723"/>
            <a:ext cx="3142990" cy="23397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Your Picture Here</a:t>
            </a:r>
            <a:endParaRPr lang="ko-KR" altLang="en-US" dirty="0"/>
          </a:p>
        </p:txBody>
      </p:sp>
      <p:pic>
        <p:nvPicPr>
          <p:cNvPr id="15" name="그림 4">
            <a:extLst>
              <a:ext uri="{FF2B5EF4-FFF2-40B4-BE49-F238E27FC236}">
                <a16:creationId xmlns:a16="http://schemas.microsoft.com/office/drawing/2014/main" id="{CA4127DB-285E-4E1E-9383-FC8F9CE38F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000" y="2619204"/>
            <a:ext cx="2937518" cy="3728795"/>
          </a:xfrm>
          <a:prstGeom prst="rect">
            <a:avLst/>
          </a:prstGeom>
        </p:spPr>
      </p:pic>
      <p:sp>
        <p:nvSpPr>
          <p:cNvPr id="16" name="그림 개체 틀 2">
            <a:extLst>
              <a:ext uri="{FF2B5EF4-FFF2-40B4-BE49-F238E27FC236}">
                <a16:creationId xmlns:a16="http://schemas.microsoft.com/office/drawing/2014/main" id="{A75FAAD8-40B7-4282-9099-17AD607C9809}"/>
              </a:ext>
            </a:extLst>
          </p:cNvPr>
          <p:cNvSpPr txBox="1">
            <a:spLocks/>
          </p:cNvSpPr>
          <p:nvPr/>
        </p:nvSpPr>
        <p:spPr>
          <a:xfrm>
            <a:off x="3903786" y="2897209"/>
            <a:ext cx="2192214" cy="27012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Place Your Picture Here</a:t>
            </a:r>
            <a:endParaRPr lang="ko-KR" altLang="en-US" dirty="0"/>
          </a:p>
        </p:txBody>
      </p:sp>
      <p:pic>
        <p:nvPicPr>
          <p:cNvPr id="17" name="Picture 2" descr="E:\002-KIMS BUSINESS\000-B-KIMS-소스 분류-2014\10-ESP to IMG\지구.png">
            <a:extLst>
              <a:ext uri="{FF2B5EF4-FFF2-40B4-BE49-F238E27FC236}">
                <a16:creationId xmlns:a16="http://schemas.microsoft.com/office/drawing/2014/main" id="{4C29C327-D54D-4A93-A2A4-9C6FEB4B7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57" y="1113962"/>
            <a:ext cx="2560771" cy="256077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3274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A</a:t>
            </a:r>
          </a:p>
        </p:txBody>
      </p:sp>
      <p:sp>
        <p:nvSpPr>
          <p:cNvPr id="54" name="Diamond 5">
            <a:extLst>
              <a:ext uri="{FF2B5EF4-FFF2-40B4-BE49-F238E27FC236}">
                <a16:creationId xmlns:a16="http://schemas.microsoft.com/office/drawing/2014/main" id="{AEDEE15B-09BE-4416-8D55-46095E20C00D}"/>
              </a:ext>
            </a:extLst>
          </p:cNvPr>
          <p:cNvSpPr/>
          <p:nvPr/>
        </p:nvSpPr>
        <p:spPr>
          <a:xfrm>
            <a:off x="6112069" y="1492151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Isosceles Triangle 51">
            <a:extLst>
              <a:ext uri="{FF2B5EF4-FFF2-40B4-BE49-F238E27FC236}">
                <a16:creationId xmlns:a16="http://schemas.microsoft.com/office/drawing/2014/main" id="{2296D13E-298C-4F01-A77D-43547A7AEFA9}"/>
              </a:ext>
            </a:extLst>
          </p:cNvPr>
          <p:cNvSpPr/>
          <p:nvPr/>
        </p:nvSpPr>
        <p:spPr>
          <a:xfrm>
            <a:off x="5273315" y="1562685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Isosceles Triangle 57">
            <a:extLst>
              <a:ext uri="{FF2B5EF4-FFF2-40B4-BE49-F238E27FC236}">
                <a16:creationId xmlns:a16="http://schemas.microsoft.com/office/drawing/2014/main" id="{4E76B488-B2CD-463B-861A-27D4912FE160}"/>
              </a:ext>
            </a:extLst>
          </p:cNvPr>
          <p:cNvSpPr/>
          <p:nvPr/>
        </p:nvSpPr>
        <p:spPr>
          <a:xfrm>
            <a:off x="6114155" y="4520205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7" name="Rectangle 7">
            <a:extLst>
              <a:ext uri="{FF2B5EF4-FFF2-40B4-BE49-F238E27FC236}">
                <a16:creationId xmlns:a16="http://schemas.microsoft.com/office/drawing/2014/main" id="{84693C49-05C6-4CD0-A900-4B843CF3016D}"/>
              </a:ext>
            </a:extLst>
          </p:cNvPr>
          <p:cNvSpPr/>
          <p:nvPr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8" name="Parallelogram 15">
            <a:extLst>
              <a:ext uri="{FF2B5EF4-FFF2-40B4-BE49-F238E27FC236}">
                <a16:creationId xmlns:a16="http://schemas.microsoft.com/office/drawing/2014/main" id="{7A9FBE9D-EE5A-4F1B-8EDD-3D011F43183E}"/>
              </a:ext>
            </a:extLst>
          </p:cNvPr>
          <p:cNvSpPr/>
          <p:nvPr/>
        </p:nvSpPr>
        <p:spPr>
          <a:xfrm flipH="1">
            <a:off x="5267025" y="4641908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Freeform 19">
            <a:extLst>
              <a:ext uri="{FF2B5EF4-FFF2-40B4-BE49-F238E27FC236}">
                <a16:creationId xmlns:a16="http://schemas.microsoft.com/office/drawing/2014/main" id="{DD59881D-26FD-493B-8AE1-06C59DF34840}"/>
              </a:ext>
            </a:extLst>
          </p:cNvPr>
          <p:cNvSpPr/>
          <p:nvPr/>
        </p:nvSpPr>
        <p:spPr>
          <a:xfrm>
            <a:off x="7745410" y="3642505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Rectangle 30">
            <a:extLst>
              <a:ext uri="{FF2B5EF4-FFF2-40B4-BE49-F238E27FC236}">
                <a16:creationId xmlns:a16="http://schemas.microsoft.com/office/drawing/2014/main" id="{3BFEE74E-183A-4C32-9BDF-AC2573B061E0}"/>
              </a:ext>
            </a:extLst>
          </p:cNvPr>
          <p:cNvSpPr/>
          <p:nvPr/>
        </p:nvSpPr>
        <p:spPr>
          <a:xfrm>
            <a:off x="11063700" y="3600565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Rectangle 7">
            <a:extLst>
              <a:ext uri="{FF2B5EF4-FFF2-40B4-BE49-F238E27FC236}">
                <a16:creationId xmlns:a16="http://schemas.microsoft.com/office/drawing/2014/main" id="{A2454068-D6A0-42C7-BCE1-D03833DCF2E4}"/>
              </a:ext>
            </a:extLst>
          </p:cNvPr>
          <p:cNvSpPr/>
          <p:nvPr/>
        </p:nvSpPr>
        <p:spPr>
          <a:xfrm>
            <a:off x="6950823" y="1518715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Rectangle 15">
            <a:extLst>
              <a:ext uri="{FF2B5EF4-FFF2-40B4-BE49-F238E27FC236}">
                <a16:creationId xmlns:a16="http://schemas.microsoft.com/office/drawing/2014/main" id="{ECBB7944-2021-44C3-960E-8480CFC6DEF9}"/>
              </a:ext>
            </a:extLst>
          </p:cNvPr>
          <p:cNvSpPr/>
          <p:nvPr/>
        </p:nvSpPr>
        <p:spPr>
          <a:xfrm rot="5400000">
            <a:off x="7737683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3" name="Pie 24">
            <a:extLst>
              <a:ext uri="{FF2B5EF4-FFF2-40B4-BE49-F238E27FC236}">
                <a16:creationId xmlns:a16="http://schemas.microsoft.com/office/drawing/2014/main" id="{DB38F196-AF37-4B00-AA3E-183F9372FBAD}"/>
              </a:ext>
            </a:extLst>
          </p:cNvPr>
          <p:cNvSpPr/>
          <p:nvPr/>
        </p:nvSpPr>
        <p:spPr>
          <a:xfrm>
            <a:off x="6809926" y="4618983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Parallelogram 30">
            <a:extLst>
              <a:ext uri="{FF2B5EF4-FFF2-40B4-BE49-F238E27FC236}">
                <a16:creationId xmlns:a16="http://schemas.microsoft.com/office/drawing/2014/main" id="{07A9DF64-EAEC-4F98-A0C9-E2239CA0F425}"/>
              </a:ext>
            </a:extLst>
          </p:cNvPr>
          <p:cNvSpPr/>
          <p:nvPr/>
        </p:nvSpPr>
        <p:spPr>
          <a:xfrm flipH="1">
            <a:off x="11038458" y="2527765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5" name="Block Arc 14">
            <a:extLst>
              <a:ext uri="{FF2B5EF4-FFF2-40B4-BE49-F238E27FC236}">
                <a16:creationId xmlns:a16="http://schemas.microsoft.com/office/drawing/2014/main" id="{F84CC100-88A8-4E3E-8091-D49E44C308ED}"/>
              </a:ext>
            </a:extLst>
          </p:cNvPr>
          <p:cNvSpPr/>
          <p:nvPr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Block Arc 41">
            <a:extLst>
              <a:ext uri="{FF2B5EF4-FFF2-40B4-BE49-F238E27FC236}">
                <a16:creationId xmlns:a16="http://schemas.microsoft.com/office/drawing/2014/main" id="{39949893-05ED-44C7-999C-84CE9B52D118}"/>
              </a:ext>
            </a:extLst>
          </p:cNvPr>
          <p:cNvSpPr/>
          <p:nvPr/>
        </p:nvSpPr>
        <p:spPr>
          <a:xfrm>
            <a:off x="9408550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Right Triangle 17">
            <a:extLst>
              <a:ext uri="{FF2B5EF4-FFF2-40B4-BE49-F238E27FC236}">
                <a16:creationId xmlns:a16="http://schemas.microsoft.com/office/drawing/2014/main" id="{6ADCC979-BA1C-4251-B6F5-CE5AA2B72FD0}"/>
              </a:ext>
            </a:extLst>
          </p:cNvPr>
          <p:cNvSpPr/>
          <p:nvPr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Oval 27">
            <a:extLst>
              <a:ext uri="{FF2B5EF4-FFF2-40B4-BE49-F238E27FC236}">
                <a16:creationId xmlns:a16="http://schemas.microsoft.com/office/drawing/2014/main" id="{7DB6E0EE-B33A-443E-887E-C319F0DAF534}"/>
              </a:ext>
            </a:extLst>
          </p:cNvPr>
          <p:cNvSpPr/>
          <p:nvPr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Parallelogram 15">
            <a:extLst>
              <a:ext uri="{FF2B5EF4-FFF2-40B4-BE49-F238E27FC236}">
                <a16:creationId xmlns:a16="http://schemas.microsoft.com/office/drawing/2014/main" id="{24ABDD0B-564D-4579-ACF2-A3B23447A0E6}"/>
              </a:ext>
            </a:extLst>
          </p:cNvPr>
          <p:cNvSpPr/>
          <p:nvPr/>
        </p:nvSpPr>
        <p:spPr>
          <a:xfrm rot="16200000">
            <a:off x="8536863" y="3545130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Round Same Side Corner Rectangle 21">
            <a:extLst>
              <a:ext uri="{FF2B5EF4-FFF2-40B4-BE49-F238E27FC236}">
                <a16:creationId xmlns:a16="http://schemas.microsoft.com/office/drawing/2014/main" id="{A705FB8C-4E2D-4F93-8F3B-7B97C7830918}"/>
              </a:ext>
            </a:extLst>
          </p:cNvPr>
          <p:cNvSpPr/>
          <p:nvPr/>
        </p:nvSpPr>
        <p:spPr>
          <a:xfrm rot="10800000">
            <a:off x="9311062" y="2543931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Oval 26">
            <a:extLst>
              <a:ext uri="{FF2B5EF4-FFF2-40B4-BE49-F238E27FC236}">
                <a16:creationId xmlns:a16="http://schemas.microsoft.com/office/drawing/2014/main" id="{A8611118-4553-45C9-837B-A5EA5C617D63}"/>
              </a:ext>
            </a:extLst>
          </p:cNvPr>
          <p:cNvSpPr/>
          <p:nvPr/>
        </p:nvSpPr>
        <p:spPr>
          <a:xfrm>
            <a:off x="6966941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Freeform 32">
            <a:extLst>
              <a:ext uri="{FF2B5EF4-FFF2-40B4-BE49-F238E27FC236}">
                <a16:creationId xmlns:a16="http://schemas.microsoft.com/office/drawing/2014/main" id="{9C5A04AA-A50B-457A-A783-D941E78BCCDF}"/>
              </a:ext>
            </a:extLst>
          </p:cNvPr>
          <p:cNvSpPr/>
          <p:nvPr/>
        </p:nvSpPr>
        <p:spPr>
          <a:xfrm>
            <a:off x="4360222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Rounded Rectangle 10">
            <a:extLst>
              <a:ext uri="{FF2B5EF4-FFF2-40B4-BE49-F238E27FC236}">
                <a16:creationId xmlns:a16="http://schemas.microsoft.com/office/drawing/2014/main" id="{B55467B8-5BFB-46FE-82D2-AA896BC192F1}"/>
              </a:ext>
            </a:extLst>
          </p:cNvPr>
          <p:cNvSpPr/>
          <p:nvPr/>
        </p:nvSpPr>
        <p:spPr>
          <a:xfrm>
            <a:off x="8534201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Rounded Rectangle 32">
            <a:extLst>
              <a:ext uri="{FF2B5EF4-FFF2-40B4-BE49-F238E27FC236}">
                <a16:creationId xmlns:a16="http://schemas.microsoft.com/office/drawing/2014/main" id="{A7C45BCB-0B8E-4E0E-842A-DD554B68B1C0}"/>
              </a:ext>
            </a:extLst>
          </p:cNvPr>
          <p:cNvSpPr/>
          <p:nvPr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Trapezoid 13">
            <a:extLst>
              <a:ext uri="{FF2B5EF4-FFF2-40B4-BE49-F238E27FC236}">
                <a16:creationId xmlns:a16="http://schemas.microsoft.com/office/drawing/2014/main" id="{EAB635DE-58EF-4585-A0F5-0790A1957A5B}"/>
              </a:ext>
            </a:extLst>
          </p:cNvPr>
          <p:cNvSpPr/>
          <p:nvPr/>
        </p:nvSpPr>
        <p:spPr>
          <a:xfrm>
            <a:off x="5324216" y="2538242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7858215" y="2527503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7" name="Rectangle 18">
            <a:extLst>
              <a:ext uri="{FF2B5EF4-FFF2-40B4-BE49-F238E27FC236}">
                <a16:creationId xmlns:a16="http://schemas.microsoft.com/office/drawing/2014/main" id="{D8BFBE69-EC90-491A-A905-789398F4B3A8}"/>
              </a:ext>
            </a:extLst>
          </p:cNvPr>
          <p:cNvSpPr/>
          <p:nvPr/>
        </p:nvSpPr>
        <p:spPr>
          <a:xfrm>
            <a:off x="6258752" y="2567174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8" name="Rounded Rectangle 25">
            <a:extLst>
              <a:ext uri="{FF2B5EF4-FFF2-40B4-BE49-F238E27FC236}">
                <a16:creationId xmlns:a16="http://schemas.microsoft.com/office/drawing/2014/main" id="{4572E89B-D1A8-4A73-807F-C57BE0137D47}"/>
              </a:ext>
            </a:extLst>
          </p:cNvPr>
          <p:cNvSpPr/>
          <p:nvPr/>
        </p:nvSpPr>
        <p:spPr>
          <a:xfrm>
            <a:off x="7154497" y="2552021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9" name="Chord 14">
            <a:extLst>
              <a:ext uri="{FF2B5EF4-FFF2-40B4-BE49-F238E27FC236}">
                <a16:creationId xmlns:a16="http://schemas.microsoft.com/office/drawing/2014/main" id="{55CB0732-5078-415F-A13A-7992B69C1679}"/>
              </a:ext>
            </a:extLst>
          </p:cNvPr>
          <p:cNvSpPr/>
          <p:nvPr/>
        </p:nvSpPr>
        <p:spPr>
          <a:xfrm>
            <a:off x="5919944" y="5535337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11DB8BB9-D675-470D-AC1D-C9EF80405172}"/>
              </a:ext>
            </a:extLst>
          </p:cNvPr>
          <p:cNvSpPr/>
          <p:nvPr/>
        </p:nvSpPr>
        <p:spPr>
          <a:xfrm>
            <a:off x="4411372" y="2471635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1" name="Oval 66">
            <a:extLst>
              <a:ext uri="{FF2B5EF4-FFF2-40B4-BE49-F238E27FC236}">
                <a16:creationId xmlns:a16="http://schemas.microsoft.com/office/drawing/2014/main" id="{64136ECC-E882-4D1E-8298-06A6A02A6E1A}"/>
              </a:ext>
            </a:extLst>
          </p:cNvPr>
          <p:cNvSpPr/>
          <p:nvPr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2" name="Isosceles Triangle 13">
            <a:extLst>
              <a:ext uri="{FF2B5EF4-FFF2-40B4-BE49-F238E27FC236}">
                <a16:creationId xmlns:a16="http://schemas.microsoft.com/office/drawing/2014/main" id="{A54A6140-C0D9-4440-A5D4-E05BC900724C}"/>
              </a:ext>
            </a:extLst>
          </p:cNvPr>
          <p:cNvSpPr/>
          <p:nvPr/>
        </p:nvSpPr>
        <p:spPr>
          <a:xfrm rot="10800000">
            <a:off x="5188220" y="5485942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3" name="Smiley Face 14">
            <a:extLst>
              <a:ext uri="{FF2B5EF4-FFF2-40B4-BE49-F238E27FC236}">
                <a16:creationId xmlns:a16="http://schemas.microsoft.com/office/drawing/2014/main" id="{BD37565A-D14C-4133-B9E1-D7F8BF1C6551}"/>
              </a:ext>
            </a:extLst>
          </p:cNvPr>
          <p:cNvSpPr/>
          <p:nvPr/>
        </p:nvSpPr>
        <p:spPr>
          <a:xfrm>
            <a:off x="7617041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4" name="Smiley Face 12">
            <a:extLst>
              <a:ext uri="{FF2B5EF4-FFF2-40B4-BE49-F238E27FC236}">
                <a16:creationId xmlns:a16="http://schemas.microsoft.com/office/drawing/2014/main" id="{7F01996A-EF70-44A8-AD2D-1E270513DCED}"/>
              </a:ext>
            </a:extLst>
          </p:cNvPr>
          <p:cNvSpPr/>
          <p:nvPr/>
        </p:nvSpPr>
        <p:spPr>
          <a:xfrm>
            <a:off x="10160621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5" name="Smiley Face 15">
            <a:extLst>
              <a:ext uri="{FF2B5EF4-FFF2-40B4-BE49-F238E27FC236}">
                <a16:creationId xmlns:a16="http://schemas.microsoft.com/office/drawing/2014/main" id="{7DB0A6EE-0534-4660-BA3C-A3E8C9FF112F}"/>
              </a:ext>
            </a:extLst>
          </p:cNvPr>
          <p:cNvSpPr/>
          <p:nvPr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6" name="Oval 37">
            <a:extLst>
              <a:ext uri="{FF2B5EF4-FFF2-40B4-BE49-F238E27FC236}">
                <a16:creationId xmlns:a16="http://schemas.microsoft.com/office/drawing/2014/main" id="{1430B71C-D580-4CA6-A442-26AED5FAE293}"/>
              </a:ext>
            </a:extLst>
          </p:cNvPr>
          <p:cNvSpPr/>
          <p:nvPr/>
        </p:nvSpPr>
        <p:spPr>
          <a:xfrm>
            <a:off x="11012576" y="5575423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Smiley Face 14">
            <a:extLst>
              <a:ext uri="{FF2B5EF4-FFF2-40B4-BE49-F238E27FC236}">
                <a16:creationId xmlns:a16="http://schemas.microsoft.com/office/drawing/2014/main" id="{77504E11-68B3-460A-979B-D56E2900C922}"/>
              </a:ext>
            </a:extLst>
          </p:cNvPr>
          <p:cNvSpPr/>
          <p:nvPr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8" name="Rectangle 16">
            <a:extLst>
              <a:ext uri="{FF2B5EF4-FFF2-40B4-BE49-F238E27FC236}">
                <a16:creationId xmlns:a16="http://schemas.microsoft.com/office/drawing/2014/main" id="{EE8124F3-717D-48CF-A47F-1E6B4110895D}"/>
              </a:ext>
            </a:extLst>
          </p:cNvPr>
          <p:cNvSpPr/>
          <p:nvPr/>
        </p:nvSpPr>
        <p:spPr>
          <a:xfrm rot="2700000">
            <a:off x="5325697" y="3520149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Rectangle 9">
            <a:extLst>
              <a:ext uri="{FF2B5EF4-FFF2-40B4-BE49-F238E27FC236}">
                <a16:creationId xmlns:a16="http://schemas.microsoft.com/office/drawing/2014/main" id="{444E6227-4972-4DE6-BEB0-C3FC42991182}"/>
              </a:ext>
            </a:extLst>
          </p:cNvPr>
          <p:cNvSpPr/>
          <p:nvPr/>
        </p:nvSpPr>
        <p:spPr>
          <a:xfrm>
            <a:off x="4401173" y="3545246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Round Same Side Corner Rectangle 6">
            <a:extLst>
              <a:ext uri="{FF2B5EF4-FFF2-40B4-BE49-F238E27FC236}">
                <a16:creationId xmlns:a16="http://schemas.microsoft.com/office/drawing/2014/main" id="{11207448-F26A-4EF1-8764-2D6798600849}"/>
              </a:ext>
            </a:extLst>
          </p:cNvPr>
          <p:cNvSpPr/>
          <p:nvPr/>
        </p:nvSpPr>
        <p:spPr>
          <a:xfrm rot="2700000">
            <a:off x="6979027" y="5476481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1" name="Frame 17">
            <a:extLst>
              <a:ext uri="{FF2B5EF4-FFF2-40B4-BE49-F238E27FC236}">
                <a16:creationId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4376234" y="4613416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Rounded Rectangle 5">
            <a:extLst>
              <a:ext uri="{FF2B5EF4-FFF2-40B4-BE49-F238E27FC236}">
                <a16:creationId xmlns:a16="http://schemas.microsoft.com/office/drawing/2014/main" id="{B5A177C8-7AB0-4E40-873A-70F231B3FA06}"/>
              </a:ext>
            </a:extLst>
          </p:cNvPr>
          <p:cNvSpPr/>
          <p:nvPr/>
        </p:nvSpPr>
        <p:spPr>
          <a:xfrm flipH="1">
            <a:off x="10102419" y="2554105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ardrop 1">
            <a:extLst>
              <a:ext uri="{FF2B5EF4-FFF2-40B4-BE49-F238E27FC236}">
                <a16:creationId xmlns:a16="http://schemas.microsoft.com/office/drawing/2014/main" id="{45BBC696-75E7-44AB-A411-9B80C52FFE5A}"/>
              </a:ext>
            </a:extLst>
          </p:cNvPr>
          <p:cNvSpPr/>
          <p:nvPr/>
        </p:nvSpPr>
        <p:spPr>
          <a:xfrm rot="18805991">
            <a:off x="10126691" y="1539347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Rectangle 130">
            <a:extLst>
              <a:ext uri="{FF2B5EF4-FFF2-40B4-BE49-F238E27FC236}">
                <a16:creationId xmlns:a16="http://schemas.microsoft.com/office/drawing/2014/main" id="{F7759672-254A-46D2-98DF-B919494C603A}"/>
              </a:ext>
            </a:extLst>
          </p:cNvPr>
          <p:cNvSpPr/>
          <p:nvPr/>
        </p:nvSpPr>
        <p:spPr>
          <a:xfrm>
            <a:off x="10932819" y="1539413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5" name="Right Triangle 17">
            <a:extLst>
              <a:ext uri="{FF2B5EF4-FFF2-40B4-BE49-F238E27FC236}">
                <a16:creationId xmlns:a16="http://schemas.microsoft.com/office/drawing/2014/main" id="{5B989D8F-E127-48E7-B329-C52CA522C191}"/>
              </a:ext>
            </a:extLst>
          </p:cNvPr>
          <p:cNvSpPr>
            <a:spLocks noChangeAspect="1"/>
          </p:cNvSpPr>
          <p:nvPr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6" name="Right Triangle 17">
            <a:extLst>
              <a:ext uri="{FF2B5EF4-FFF2-40B4-BE49-F238E27FC236}">
                <a16:creationId xmlns:a16="http://schemas.microsoft.com/office/drawing/2014/main" id="{D61B263F-9E2B-4D6D-AE92-C6B011C62C98}"/>
              </a:ext>
            </a:extLst>
          </p:cNvPr>
          <p:cNvSpPr>
            <a:spLocks noChangeAspect="1"/>
          </p:cNvSpPr>
          <p:nvPr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7" name="Right Triangle 17">
            <a:extLst>
              <a:ext uri="{FF2B5EF4-FFF2-40B4-BE49-F238E27FC236}">
                <a16:creationId xmlns:a16="http://schemas.microsoft.com/office/drawing/2014/main" id="{5E5AE7B0-988E-44BF-89EA-013033086F96}"/>
              </a:ext>
            </a:extLst>
          </p:cNvPr>
          <p:cNvSpPr>
            <a:spLocks noChangeAspect="1"/>
          </p:cNvSpPr>
          <p:nvPr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Oval 44">
            <a:extLst>
              <a:ext uri="{FF2B5EF4-FFF2-40B4-BE49-F238E27FC236}">
                <a16:creationId xmlns:a16="http://schemas.microsoft.com/office/drawing/2014/main" id="{94195A6D-E3B2-4E10-BD54-AC5E4FED7A15}"/>
              </a:ext>
            </a:extLst>
          </p:cNvPr>
          <p:cNvSpPr>
            <a:spLocks noChangeAspect="1"/>
          </p:cNvSpPr>
          <p:nvPr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583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B</a:t>
            </a:r>
          </a:p>
        </p:txBody>
      </p:sp>
      <p:sp>
        <p:nvSpPr>
          <p:cNvPr id="54" name="Freeform 47">
            <a:extLst>
              <a:ext uri="{FF2B5EF4-FFF2-40B4-BE49-F238E27FC236}">
                <a16:creationId xmlns:a16="http://schemas.microsoft.com/office/drawing/2014/main" id="{C23D3A46-4648-419A-831A-39A9EF5FA6C6}"/>
              </a:ext>
            </a:extLst>
          </p:cNvPr>
          <p:cNvSpPr>
            <a:spLocks noChangeAspect="1"/>
          </p:cNvSpPr>
          <p:nvPr/>
        </p:nvSpPr>
        <p:spPr>
          <a:xfrm>
            <a:off x="4430860" y="1410562"/>
            <a:ext cx="530134" cy="529812"/>
          </a:xfrm>
          <a:custGeom>
            <a:avLst/>
            <a:gdLst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5619 w 1901727"/>
              <a:gd name="connsiteY10" fmla="*/ 633909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71474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858302 w 2014192"/>
              <a:gd name="connsiteY0" fmla="*/ 0 h 1958316"/>
              <a:gd name="connsiteX1" fmla="*/ 858302 w 2014192"/>
              <a:gd name="connsiteY1" fmla="*/ 0 h 1958316"/>
              <a:gd name="connsiteX2" fmla="*/ 1093914 w 2014192"/>
              <a:gd name="connsiteY2" fmla="*/ 5610 h 1958316"/>
              <a:gd name="connsiteX3" fmla="*/ 1088304 w 2014192"/>
              <a:gd name="connsiteY3" fmla="*/ 493664 h 1958316"/>
              <a:gd name="connsiteX4" fmla="*/ 1222940 w 2014192"/>
              <a:gd name="connsiteY4" fmla="*/ 572201 h 1958316"/>
              <a:gd name="connsiteX5" fmla="*/ 1419283 w 2014192"/>
              <a:gd name="connsiteY5" fmla="*/ 375858 h 1958316"/>
              <a:gd name="connsiteX6" fmla="*/ 1969045 w 2014192"/>
              <a:gd name="connsiteY6" fmla="*/ 1924167 h 1958316"/>
              <a:gd name="connsiteX7" fmla="*/ 1121962 w 2014192"/>
              <a:gd name="connsiteY7" fmla="*/ 1486600 h 1958316"/>
              <a:gd name="connsiteX8" fmla="*/ 1105134 w 2014192"/>
              <a:gd name="connsiteY8" fmla="*/ 1144403 h 1958316"/>
              <a:gd name="connsiteX9" fmla="*/ 1155622 w 2014192"/>
              <a:gd name="connsiteY9" fmla="*/ 757325 h 1958316"/>
              <a:gd name="connsiteX10" fmla="*/ 987327 w 2014192"/>
              <a:gd name="connsiteY10" fmla="*/ 611470 h 1958316"/>
              <a:gd name="connsiteX11" fmla="*/ 796594 w 2014192"/>
              <a:gd name="connsiteY11" fmla="*/ 751715 h 1958316"/>
              <a:gd name="connsiteX12" fmla="*/ 807813 w 2014192"/>
              <a:gd name="connsiteY12" fmla="*/ 1161232 h 1958316"/>
              <a:gd name="connsiteX13" fmla="*/ 852692 w 2014192"/>
              <a:gd name="connsiteY13" fmla="*/ 1509040 h 1958316"/>
              <a:gd name="connsiteX14" fmla="*/ 0 w 2014192"/>
              <a:gd name="connsiteY14" fmla="*/ 1952216 h 1958316"/>
              <a:gd name="connsiteX15" fmla="*/ 488054 w 2014192"/>
              <a:gd name="connsiteY15" fmla="*/ 375858 h 1958316"/>
              <a:gd name="connsiteX16" fmla="*/ 718056 w 2014192"/>
              <a:gd name="connsiteY16" fmla="*/ 611470 h 1958316"/>
              <a:gd name="connsiteX17" fmla="*/ 880741 w 2014192"/>
              <a:gd name="connsiteY17" fmla="*/ 499274 h 1958316"/>
              <a:gd name="connsiteX18" fmla="*/ 858302 w 2014192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7994 w 2103393"/>
              <a:gd name="connsiteY8" fmla="*/ 1194891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2384 w 2103393"/>
              <a:gd name="connsiteY8" fmla="*/ 117806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3064"/>
              <a:gd name="connsiteX1" fmla="*/ 947503 w 2103393"/>
              <a:gd name="connsiteY1" fmla="*/ 0 h 1963064"/>
              <a:gd name="connsiteX2" fmla="*/ 1183115 w 2103393"/>
              <a:gd name="connsiteY2" fmla="*/ 5610 h 1963064"/>
              <a:gd name="connsiteX3" fmla="*/ 1177505 w 2103393"/>
              <a:gd name="connsiteY3" fmla="*/ 493664 h 1963064"/>
              <a:gd name="connsiteX4" fmla="*/ 1312141 w 2103393"/>
              <a:gd name="connsiteY4" fmla="*/ 572201 h 1963064"/>
              <a:gd name="connsiteX5" fmla="*/ 1508484 w 2103393"/>
              <a:gd name="connsiteY5" fmla="*/ 375858 h 1963064"/>
              <a:gd name="connsiteX6" fmla="*/ 2058246 w 2103393"/>
              <a:gd name="connsiteY6" fmla="*/ 1924167 h 1963064"/>
              <a:gd name="connsiteX7" fmla="*/ 1244822 w 2103393"/>
              <a:gd name="connsiteY7" fmla="*/ 1514649 h 1963064"/>
              <a:gd name="connsiteX8" fmla="*/ 1205554 w 2103393"/>
              <a:gd name="connsiteY8" fmla="*/ 1200502 h 1963064"/>
              <a:gd name="connsiteX9" fmla="*/ 1244823 w 2103393"/>
              <a:gd name="connsiteY9" fmla="*/ 757325 h 1963064"/>
              <a:gd name="connsiteX10" fmla="*/ 1076528 w 2103393"/>
              <a:gd name="connsiteY10" fmla="*/ 611470 h 1963064"/>
              <a:gd name="connsiteX11" fmla="*/ 885795 w 2103393"/>
              <a:gd name="connsiteY11" fmla="*/ 751715 h 1963064"/>
              <a:gd name="connsiteX12" fmla="*/ 919453 w 2103393"/>
              <a:gd name="connsiteY12" fmla="*/ 1189281 h 1963064"/>
              <a:gd name="connsiteX13" fmla="*/ 891405 w 2103393"/>
              <a:gd name="connsiteY13" fmla="*/ 1509040 h 1963064"/>
              <a:gd name="connsiteX14" fmla="*/ 89201 w 2103393"/>
              <a:gd name="connsiteY14" fmla="*/ 1952216 h 1963064"/>
              <a:gd name="connsiteX15" fmla="*/ 577255 w 2103393"/>
              <a:gd name="connsiteY15" fmla="*/ 375858 h 1963064"/>
              <a:gd name="connsiteX16" fmla="*/ 807257 w 2103393"/>
              <a:gd name="connsiteY16" fmla="*/ 611470 h 1963064"/>
              <a:gd name="connsiteX17" fmla="*/ 969942 w 2103393"/>
              <a:gd name="connsiteY17" fmla="*/ 499274 h 1963064"/>
              <a:gd name="connsiteX18" fmla="*/ 947503 w 2103393"/>
              <a:gd name="connsiteY18" fmla="*/ 0 h 1963064"/>
              <a:gd name="connsiteX0" fmla="*/ 947503 w 2103393"/>
              <a:gd name="connsiteY0" fmla="*/ 0 h 1964995"/>
              <a:gd name="connsiteX1" fmla="*/ 947503 w 2103393"/>
              <a:gd name="connsiteY1" fmla="*/ 0 h 1964995"/>
              <a:gd name="connsiteX2" fmla="*/ 1183115 w 2103393"/>
              <a:gd name="connsiteY2" fmla="*/ 5610 h 1964995"/>
              <a:gd name="connsiteX3" fmla="*/ 1177505 w 2103393"/>
              <a:gd name="connsiteY3" fmla="*/ 493664 h 1964995"/>
              <a:gd name="connsiteX4" fmla="*/ 1312141 w 2103393"/>
              <a:gd name="connsiteY4" fmla="*/ 572201 h 1964995"/>
              <a:gd name="connsiteX5" fmla="*/ 1508484 w 2103393"/>
              <a:gd name="connsiteY5" fmla="*/ 375858 h 1964995"/>
              <a:gd name="connsiteX6" fmla="*/ 2058246 w 2103393"/>
              <a:gd name="connsiteY6" fmla="*/ 1924167 h 1964995"/>
              <a:gd name="connsiteX7" fmla="*/ 1244822 w 2103393"/>
              <a:gd name="connsiteY7" fmla="*/ 1514649 h 1964995"/>
              <a:gd name="connsiteX8" fmla="*/ 1205554 w 2103393"/>
              <a:gd name="connsiteY8" fmla="*/ 1200502 h 1964995"/>
              <a:gd name="connsiteX9" fmla="*/ 1244823 w 2103393"/>
              <a:gd name="connsiteY9" fmla="*/ 757325 h 1964995"/>
              <a:gd name="connsiteX10" fmla="*/ 1076528 w 2103393"/>
              <a:gd name="connsiteY10" fmla="*/ 611470 h 1964995"/>
              <a:gd name="connsiteX11" fmla="*/ 885795 w 2103393"/>
              <a:gd name="connsiteY11" fmla="*/ 751715 h 1964995"/>
              <a:gd name="connsiteX12" fmla="*/ 919453 w 2103393"/>
              <a:gd name="connsiteY12" fmla="*/ 1189281 h 1964995"/>
              <a:gd name="connsiteX13" fmla="*/ 891405 w 2103393"/>
              <a:gd name="connsiteY13" fmla="*/ 1509040 h 1964995"/>
              <a:gd name="connsiteX14" fmla="*/ 89201 w 2103393"/>
              <a:gd name="connsiteY14" fmla="*/ 1952216 h 1964995"/>
              <a:gd name="connsiteX15" fmla="*/ 577255 w 2103393"/>
              <a:gd name="connsiteY15" fmla="*/ 375858 h 1964995"/>
              <a:gd name="connsiteX16" fmla="*/ 807257 w 2103393"/>
              <a:gd name="connsiteY16" fmla="*/ 611470 h 1964995"/>
              <a:gd name="connsiteX17" fmla="*/ 969942 w 2103393"/>
              <a:gd name="connsiteY17" fmla="*/ 499274 h 1964995"/>
              <a:gd name="connsiteX18" fmla="*/ 947503 w 2103393"/>
              <a:gd name="connsiteY18" fmla="*/ 0 h 1964995"/>
              <a:gd name="connsiteX0" fmla="*/ 947503 w 2103393"/>
              <a:gd name="connsiteY0" fmla="*/ 13781 h 1978776"/>
              <a:gd name="connsiteX1" fmla="*/ 947503 w 2103393"/>
              <a:gd name="connsiteY1" fmla="*/ 13781 h 1978776"/>
              <a:gd name="connsiteX2" fmla="*/ 1183115 w 2103393"/>
              <a:gd name="connsiteY2" fmla="*/ 19391 h 1978776"/>
              <a:gd name="connsiteX3" fmla="*/ 1177505 w 2103393"/>
              <a:gd name="connsiteY3" fmla="*/ 507445 h 1978776"/>
              <a:gd name="connsiteX4" fmla="*/ 1312141 w 2103393"/>
              <a:gd name="connsiteY4" fmla="*/ 585982 h 1978776"/>
              <a:gd name="connsiteX5" fmla="*/ 1508484 w 2103393"/>
              <a:gd name="connsiteY5" fmla="*/ 389639 h 1978776"/>
              <a:gd name="connsiteX6" fmla="*/ 2058246 w 2103393"/>
              <a:gd name="connsiteY6" fmla="*/ 1937948 h 1978776"/>
              <a:gd name="connsiteX7" fmla="*/ 1244822 w 2103393"/>
              <a:gd name="connsiteY7" fmla="*/ 1528430 h 1978776"/>
              <a:gd name="connsiteX8" fmla="*/ 1205554 w 2103393"/>
              <a:gd name="connsiteY8" fmla="*/ 1214283 h 1978776"/>
              <a:gd name="connsiteX9" fmla="*/ 1244823 w 2103393"/>
              <a:gd name="connsiteY9" fmla="*/ 771106 h 1978776"/>
              <a:gd name="connsiteX10" fmla="*/ 1076528 w 2103393"/>
              <a:gd name="connsiteY10" fmla="*/ 625251 h 1978776"/>
              <a:gd name="connsiteX11" fmla="*/ 885795 w 2103393"/>
              <a:gd name="connsiteY11" fmla="*/ 765496 h 1978776"/>
              <a:gd name="connsiteX12" fmla="*/ 919453 w 2103393"/>
              <a:gd name="connsiteY12" fmla="*/ 1203062 h 1978776"/>
              <a:gd name="connsiteX13" fmla="*/ 891405 w 2103393"/>
              <a:gd name="connsiteY13" fmla="*/ 1522821 h 1978776"/>
              <a:gd name="connsiteX14" fmla="*/ 89201 w 2103393"/>
              <a:gd name="connsiteY14" fmla="*/ 1965997 h 1978776"/>
              <a:gd name="connsiteX15" fmla="*/ 577255 w 2103393"/>
              <a:gd name="connsiteY15" fmla="*/ 389639 h 1978776"/>
              <a:gd name="connsiteX16" fmla="*/ 807257 w 2103393"/>
              <a:gd name="connsiteY16" fmla="*/ 625251 h 1978776"/>
              <a:gd name="connsiteX17" fmla="*/ 969942 w 2103393"/>
              <a:gd name="connsiteY17" fmla="*/ 513055 h 1978776"/>
              <a:gd name="connsiteX18" fmla="*/ 947503 w 2103393"/>
              <a:gd name="connsiteY18" fmla="*/ 13781 h 1978776"/>
              <a:gd name="connsiteX0" fmla="*/ 964333 w 2103393"/>
              <a:gd name="connsiteY0" fmla="*/ 55026 h 1980752"/>
              <a:gd name="connsiteX1" fmla="*/ 947503 w 2103393"/>
              <a:gd name="connsiteY1" fmla="*/ 15757 h 1980752"/>
              <a:gd name="connsiteX2" fmla="*/ 1183115 w 2103393"/>
              <a:gd name="connsiteY2" fmla="*/ 21367 h 1980752"/>
              <a:gd name="connsiteX3" fmla="*/ 1177505 w 2103393"/>
              <a:gd name="connsiteY3" fmla="*/ 509421 h 1980752"/>
              <a:gd name="connsiteX4" fmla="*/ 1312141 w 2103393"/>
              <a:gd name="connsiteY4" fmla="*/ 587958 h 1980752"/>
              <a:gd name="connsiteX5" fmla="*/ 1508484 w 2103393"/>
              <a:gd name="connsiteY5" fmla="*/ 391615 h 1980752"/>
              <a:gd name="connsiteX6" fmla="*/ 2058246 w 2103393"/>
              <a:gd name="connsiteY6" fmla="*/ 1939924 h 1980752"/>
              <a:gd name="connsiteX7" fmla="*/ 1244822 w 2103393"/>
              <a:gd name="connsiteY7" fmla="*/ 1530406 h 1980752"/>
              <a:gd name="connsiteX8" fmla="*/ 1205554 w 2103393"/>
              <a:gd name="connsiteY8" fmla="*/ 1216259 h 1980752"/>
              <a:gd name="connsiteX9" fmla="*/ 1244823 w 2103393"/>
              <a:gd name="connsiteY9" fmla="*/ 773082 h 1980752"/>
              <a:gd name="connsiteX10" fmla="*/ 1076528 w 2103393"/>
              <a:gd name="connsiteY10" fmla="*/ 627227 h 1980752"/>
              <a:gd name="connsiteX11" fmla="*/ 885795 w 2103393"/>
              <a:gd name="connsiteY11" fmla="*/ 767472 h 1980752"/>
              <a:gd name="connsiteX12" fmla="*/ 919453 w 2103393"/>
              <a:gd name="connsiteY12" fmla="*/ 1205038 h 1980752"/>
              <a:gd name="connsiteX13" fmla="*/ 891405 w 2103393"/>
              <a:gd name="connsiteY13" fmla="*/ 1524797 h 1980752"/>
              <a:gd name="connsiteX14" fmla="*/ 89201 w 2103393"/>
              <a:gd name="connsiteY14" fmla="*/ 1967973 h 1980752"/>
              <a:gd name="connsiteX15" fmla="*/ 577255 w 2103393"/>
              <a:gd name="connsiteY15" fmla="*/ 391615 h 1980752"/>
              <a:gd name="connsiteX16" fmla="*/ 807257 w 2103393"/>
              <a:gd name="connsiteY16" fmla="*/ 627227 h 1980752"/>
              <a:gd name="connsiteX17" fmla="*/ 969942 w 2103393"/>
              <a:gd name="connsiteY17" fmla="*/ 515031 h 1980752"/>
              <a:gd name="connsiteX18" fmla="*/ 964333 w 2103393"/>
              <a:gd name="connsiteY18" fmla="*/ 55026 h 1980752"/>
              <a:gd name="connsiteX0" fmla="*/ 913845 w 2103393"/>
              <a:gd name="connsiteY0" fmla="*/ 72662 h 1981559"/>
              <a:gd name="connsiteX1" fmla="*/ 947503 w 2103393"/>
              <a:gd name="connsiteY1" fmla="*/ 16564 h 1981559"/>
              <a:gd name="connsiteX2" fmla="*/ 1183115 w 2103393"/>
              <a:gd name="connsiteY2" fmla="*/ 22174 h 1981559"/>
              <a:gd name="connsiteX3" fmla="*/ 1177505 w 2103393"/>
              <a:gd name="connsiteY3" fmla="*/ 510228 h 1981559"/>
              <a:gd name="connsiteX4" fmla="*/ 1312141 w 2103393"/>
              <a:gd name="connsiteY4" fmla="*/ 588765 h 1981559"/>
              <a:gd name="connsiteX5" fmla="*/ 1508484 w 2103393"/>
              <a:gd name="connsiteY5" fmla="*/ 392422 h 1981559"/>
              <a:gd name="connsiteX6" fmla="*/ 2058246 w 2103393"/>
              <a:gd name="connsiteY6" fmla="*/ 1940731 h 1981559"/>
              <a:gd name="connsiteX7" fmla="*/ 1244822 w 2103393"/>
              <a:gd name="connsiteY7" fmla="*/ 1531213 h 1981559"/>
              <a:gd name="connsiteX8" fmla="*/ 1205554 w 2103393"/>
              <a:gd name="connsiteY8" fmla="*/ 1217066 h 1981559"/>
              <a:gd name="connsiteX9" fmla="*/ 1244823 w 2103393"/>
              <a:gd name="connsiteY9" fmla="*/ 773889 h 1981559"/>
              <a:gd name="connsiteX10" fmla="*/ 1076528 w 2103393"/>
              <a:gd name="connsiteY10" fmla="*/ 628034 h 1981559"/>
              <a:gd name="connsiteX11" fmla="*/ 885795 w 2103393"/>
              <a:gd name="connsiteY11" fmla="*/ 768279 h 1981559"/>
              <a:gd name="connsiteX12" fmla="*/ 919453 w 2103393"/>
              <a:gd name="connsiteY12" fmla="*/ 1205845 h 1981559"/>
              <a:gd name="connsiteX13" fmla="*/ 891405 w 2103393"/>
              <a:gd name="connsiteY13" fmla="*/ 1525604 h 1981559"/>
              <a:gd name="connsiteX14" fmla="*/ 89201 w 2103393"/>
              <a:gd name="connsiteY14" fmla="*/ 1968780 h 1981559"/>
              <a:gd name="connsiteX15" fmla="*/ 577255 w 2103393"/>
              <a:gd name="connsiteY15" fmla="*/ 392422 h 1981559"/>
              <a:gd name="connsiteX16" fmla="*/ 807257 w 2103393"/>
              <a:gd name="connsiteY16" fmla="*/ 628034 h 1981559"/>
              <a:gd name="connsiteX17" fmla="*/ 969942 w 2103393"/>
              <a:gd name="connsiteY17" fmla="*/ 515838 h 1981559"/>
              <a:gd name="connsiteX18" fmla="*/ 913845 w 2103393"/>
              <a:gd name="connsiteY18" fmla="*/ 72662 h 1981559"/>
              <a:gd name="connsiteX0" fmla="*/ 913845 w 2103393"/>
              <a:gd name="connsiteY0" fmla="*/ 103017 h 2011914"/>
              <a:gd name="connsiteX1" fmla="*/ 1003601 w 2103393"/>
              <a:gd name="connsiteY1" fmla="*/ 2040 h 2011914"/>
              <a:gd name="connsiteX2" fmla="*/ 1183115 w 2103393"/>
              <a:gd name="connsiteY2" fmla="*/ 52529 h 2011914"/>
              <a:gd name="connsiteX3" fmla="*/ 1177505 w 2103393"/>
              <a:gd name="connsiteY3" fmla="*/ 540583 h 2011914"/>
              <a:gd name="connsiteX4" fmla="*/ 1312141 w 2103393"/>
              <a:gd name="connsiteY4" fmla="*/ 619120 h 2011914"/>
              <a:gd name="connsiteX5" fmla="*/ 1508484 w 2103393"/>
              <a:gd name="connsiteY5" fmla="*/ 422777 h 2011914"/>
              <a:gd name="connsiteX6" fmla="*/ 2058246 w 2103393"/>
              <a:gd name="connsiteY6" fmla="*/ 1971086 h 2011914"/>
              <a:gd name="connsiteX7" fmla="*/ 1244822 w 2103393"/>
              <a:gd name="connsiteY7" fmla="*/ 1561568 h 2011914"/>
              <a:gd name="connsiteX8" fmla="*/ 1205554 w 2103393"/>
              <a:gd name="connsiteY8" fmla="*/ 1247421 h 2011914"/>
              <a:gd name="connsiteX9" fmla="*/ 1244823 w 2103393"/>
              <a:gd name="connsiteY9" fmla="*/ 804244 h 2011914"/>
              <a:gd name="connsiteX10" fmla="*/ 1076528 w 2103393"/>
              <a:gd name="connsiteY10" fmla="*/ 658389 h 2011914"/>
              <a:gd name="connsiteX11" fmla="*/ 885795 w 2103393"/>
              <a:gd name="connsiteY11" fmla="*/ 798634 h 2011914"/>
              <a:gd name="connsiteX12" fmla="*/ 919453 w 2103393"/>
              <a:gd name="connsiteY12" fmla="*/ 1236200 h 2011914"/>
              <a:gd name="connsiteX13" fmla="*/ 891405 w 2103393"/>
              <a:gd name="connsiteY13" fmla="*/ 1555959 h 2011914"/>
              <a:gd name="connsiteX14" fmla="*/ 89201 w 2103393"/>
              <a:gd name="connsiteY14" fmla="*/ 1999135 h 2011914"/>
              <a:gd name="connsiteX15" fmla="*/ 577255 w 2103393"/>
              <a:gd name="connsiteY15" fmla="*/ 422777 h 2011914"/>
              <a:gd name="connsiteX16" fmla="*/ 807257 w 2103393"/>
              <a:gd name="connsiteY16" fmla="*/ 658389 h 2011914"/>
              <a:gd name="connsiteX17" fmla="*/ 969942 w 2103393"/>
              <a:gd name="connsiteY17" fmla="*/ 546193 h 2011914"/>
              <a:gd name="connsiteX18" fmla="*/ 913845 w 2103393"/>
              <a:gd name="connsiteY18" fmla="*/ 103017 h 2011914"/>
              <a:gd name="connsiteX0" fmla="*/ 930675 w 2103393"/>
              <a:gd name="connsiteY0" fmla="*/ 67702 h 2010258"/>
              <a:gd name="connsiteX1" fmla="*/ 1003601 w 2103393"/>
              <a:gd name="connsiteY1" fmla="*/ 384 h 2010258"/>
              <a:gd name="connsiteX2" fmla="*/ 1183115 w 2103393"/>
              <a:gd name="connsiteY2" fmla="*/ 50873 h 2010258"/>
              <a:gd name="connsiteX3" fmla="*/ 1177505 w 2103393"/>
              <a:gd name="connsiteY3" fmla="*/ 538927 h 2010258"/>
              <a:gd name="connsiteX4" fmla="*/ 1312141 w 2103393"/>
              <a:gd name="connsiteY4" fmla="*/ 617464 h 2010258"/>
              <a:gd name="connsiteX5" fmla="*/ 1508484 w 2103393"/>
              <a:gd name="connsiteY5" fmla="*/ 421121 h 2010258"/>
              <a:gd name="connsiteX6" fmla="*/ 2058246 w 2103393"/>
              <a:gd name="connsiteY6" fmla="*/ 1969430 h 2010258"/>
              <a:gd name="connsiteX7" fmla="*/ 1244822 w 2103393"/>
              <a:gd name="connsiteY7" fmla="*/ 1559912 h 2010258"/>
              <a:gd name="connsiteX8" fmla="*/ 1205554 w 2103393"/>
              <a:gd name="connsiteY8" fmla="*/ 1245765 h 2010258"/>
              <a:gd name="connsiteX9" fmla="*/ 1244823 w 2103393"/>
              <a:gd name="connsiteY9" fmla="*/ 802588 h 2010258"/>
              <a:gd name="connsiteX10" fmla="*/ 1076528 w 2103393"/>
              <a:gd name="connsiteY10" fmla="*/ 656733 h 2010258"/>
              <a:gd name="connsiteX11" fmla="*/ 885795 w 2103393"/>
              <a:gd name="connsiteY11" fmla="*/ 796978 h 2010258"/>
              <a:gd name="connsiteX12" fmla="*/ 919453 w 2103393"/>
              <a:gd name="connsiteY12" fmla="*/ 1234544 h 2010258"/>
              <a:gd name="connsiteX13" fmla="*/ 891405 w 2103393"/>
              <a:gd name="connsiteY13" fmla="*/ 1554303 h 2010258"/>
              <a:gd name="connsiteX14" fmla="*/ 89201 w 2103393"/>
              <a:gd name="connsiteY14" fmla="*/ 1997479 h 2010258"/>
              <a:gd name="connsiteX15" fmla="*/ 577255 w 2103393"/>
              <a:gd name="connsiteY15" fmla="*/ 421121 h 2010258"/>
              <a:gd name="connsiteX16" fmla="*/ 807257 w 2103393"/>
              <a:gd name="connsiteY16" fmla="*/ 656733 h 2010258"/>
              <a:gd name="connsiteX17" fmla="*/ 969942 w 2103393"/>
              <a:gd name="connsiteY17" fmla="*/ 544537 h 2010258"/>
              <a:gd name="connsiteX18" fmla="*/ 930675 w 2103393"/>
              <a:gd name="connsiteY18" fmla="*/ 67702 h 2010258"/>
              <a:gd name="connsiteX0" fmla="*/ 930675 w 2103393"/>
              <a:gd name="connsiteY0" fmla="*/ 69239 h 2011795"/>
              <a:gd name="connsiteX1" fmla="*/ 1183115 w 2103393"/>
              <a:gd name="connsiteY1" fmla="*/ 52410 h 2011795"/>
              <a:gd name="connsiteX2" fmla="*/ 1177505 w 2103393"/>
              <a:gd name="connsiteY2" fmla="*/ 540464 h 2011795"/>
              <a:gd name="connsiteX3" fmla="*/ 1312141 w 2103393"/>
              <a:gd name="connsiteY3" fmla="*/ 619001 h 2011795"/>
              <a:gd name="connsiteX4" fmla="*/ 1508484 w 2103393"/>
              <a:gd name="connsiteY4" fmla="*/ 422658 h 2011795"/>
              <a:gd name="connsiteX5" fmla="*/ 2058246 w 2103393"/>
              <a:gd name="connsiteY5" fmla="*/ 1970967 h 2011795"/>
              <a:gd name="connsiteX6" fmla="*/ 1244822 w 2103393"/>
              <a:gd name="connsiteY6" fmla="*/ 1561449 h 2011795"/>
              <a:gd name="connsiteX7" fmla="*/ 1205554 w 2103393"/>
              <a:gd name="connsiteY7" fmla="*/ 1247302 h 2011795"/>
              <a:gd name="connsiteX8" fmla="*/ 1244823 w 2103393"/>
              <a:gd name="connsiteY8" fmla="*/ 804125 h 2011795"/>
              <a:gd name="connsiteX9" fmla="*/ 1076528 w 2103393"/>
              <a:gd name="connsiteY9" fmla="*/ 658270 h 2011795"/>
              <a:gd name="connsiteX10" fmla="*/ 885795 w 2103393"/>
              <a:gd name="connsiteY10" fmla="*/ 798515 h 2011795"/>
              <a:gd name="connsiteX11" fmla="*/ 919453 w 2103393"/>
              <a:gd name="connsiteY11" fmla="*/ 1236081 h 2011795"/>
              <a:gd name="connsiteX12" fmla="*/ 891405 w 2103393"/>
              <a:gd name="connsiteY12" fmla="*/ 1555840 h 2011795"/>
              <a:gd name="connsiteX13" fmla="*/ 89201 w 2103393"/>
              <a:gd name="connsiteY13" fmla="*/ 1999016 h 2011795"/>
              <a:gd name="connsiteX14" fmla="*/ 577255 w 2103393"/>
              <a:gd name="connsiteY14" fmla="*/ 422658 h 2011795"/>
              <a:gd name="connsiteX15" fmla="*/ 807257 w 2103393"/>
              <a:gd name="connsiteY15" fmla="*/ 658270 h 2011795"/>
              <a:gd name="connsiteX16" fmla="*/ 969942 w 2103393"/>
              <a:gd name="connsiteY16" fmla="*/ 546074 h 2011795"/>
              <a:gd name="connsiteX17" fmla="*/ 930675 w 2103393"/>
              <a:gd name="connsiteY17" fmla="*/ 69239 h 2011795"/>
              <a:gd name="connsiteX0" fmla="*/ 930675 w 2103393"/>
              <a:gd name="connsiteY0" fmla="*/ 63795 h 2006351"/>
              <a:gd name="connsiteX1" fmla="*/ 1183115 w 2103393"/>
              <a:gd name="connsiteY1" fmla="*/ 46966 h 2006351"/>
              <a:gd name="connsiteX2" fmla="*/ 1177505 w 2103393"/>
              <a:gd name="connsiteY2" fmla="*/ 535020 h 2006351"/>
              <a:gd name="connsiteX3" fmla="*/ 1312141 w 2103393"/>
              <a:gd name="connsiteY3" fmla="*/ 613557 h 2006351"/>
              <a:gd name="connsiteX4" fmla="*/ 1508484 w 2103393"/>
              <a:gd name="connsiteY4" fmla="*/ 417214 h 2006351"/>
              <a:gd name="connsiteX5" fmla="*/ 2058246 w 2103393"/>
              <a:gd name="connsiteY5" fmla="*/ 1965523 h 2006351"/>
              <a:gd name="connsiteX6" fmla="*/ 1244822 w 2103393"/>
              <a:gd name="connsiteY6" fmla="*/ 1556005 h 2006351"/>
              <a:gd name="connsiteX7" fmla="*/ 1205554 w 2103393"/>
              <a:gd name="connsiteY7" fmla="*/ 1241858 h 2006351"/>
              <a:gd name="connsiteX8" fmla="*/ 1244823 w 2103393"/>
              <a:gd name="connsiteY8" fmla="*/ 798681 h 2006351"/>
              <a:gd name="connsiteX9" fmla="*/ 1076528 w 2103393"/>
              <a:gd name="connsiteY9" fmla="*/ 652826 h 2006351"/>
              <a:gd name="connsiteX10" fmla="*/ 885795 w 2103393"/>
              <a:gd name="connsiteY10" fmla="*/ 793071 h 2006351"/>
              <a:gd name="connsiteX11" fmla="*/ 919453 w 2103393"/>
              <a:gd name="connsiteY11" fmla="*/ 1230637 h 2006351"/>
              <a:gd name="connsiteX12" fmla="*/ 891405 w 2103393"/>
              <a:gd name="connsiteY12" fmla="*/ 1550396 h 2006351"/>
              <a:gd name="connsiteX13" fmla="*/ 89201 w 2103393"/>
              <a:gd name="connsiteY13" fmla="*/ 1993572 h 2006351"/>
              <a:gd name="connsiteX14" fmla="*/ 577255 w 2103393"/>
              <a:gd name="connsiteY14" fmla="*/ 417214 h 2006351"/>
              <a:gd name="connsiteX15" fmla="*/ 807257 w 2103393"/>
              <a:gd name="connsiteY15" fmla="*/ 652826 h 2006351"/>
              <a:gd name="connsiteX16" fmla="*/ 969942 w 2103393"/>
              <a:gd name="connsiteY16" fmla="*/ 540630 h 2006351"/>
              <a:gd name="connsiteX17" fmla="*/ 930675 w 2103393"/>
              <a:gd name="connsiteY17" fmla="*/ 63795 h 2006351"/>
              <a:gd name="connsiteX0" fmla="*/ 930675 w 2103393"/>
              <a:gd name="connsiteY0" fmla="*/ 51191 h 2016186"/>
              <a:gd name="connsiteX1" fmla="*/ 1183115 w 2103393"/>
              <a:gd name="connsiteY1" fmla="*/ 56801 h 2016186"/>
              <a:gd name="connsiteX2" fmla="*/ 1177505 w 2103393"/>
              <a:gd name="connsiteY2" fmla="*/ 544855 h 2016186"/>
              <a:gd name="connsiteX3" fmla="*/ 1312141 w 2103393"/>
              <a:gd name="connsiteY3" fmla="*/ 623392 h 2016186"/>
              <a:gd name="connsiteX4" fmla="*/ 1508484 w 2103393"/>
              <a:gd name="connsiteY4" fmla="*/ 427049 h 2016186"/>
              <a:gd name="connsiteX5" fmla="*/ 2058246 w 2103393"/>
              <a:gd name="connsiteY5" fmla="*/ 1975358 h 2016186"/>
              <a:gd name="connsiteX6" fmla="*/ 1244822 w 2103393"/>
              <a:gd name="connsiteY6" fmla="*/ 1565840 h 2016186"/>
              <a:gd name="connsiteX7" fmla="*/ 1205554 w 2103393"/>
              <a:gd name="connsiteY7" fmla="*/ 1251693 h 2016186"/>
              <a:gd name="connsiteX8" fmla="*/ 1244823 w 2103393"/>
              <a:gd name="connsiteY8" fmla="*/ 808516 h 2016186"/>
              <a:gd name="connsiteX9" fmla="*/ 1076528 w 2103393"/>
              <a:gd name="connsiteY9" fmla="*/ 662661 h 2016186"/>
              <a:gd name="connsiteX10" fmla="*/ 885795 w 2103393"/>
              <a:gd name="connsiteY10" fmla="*/ 802906 h 2016186"/>
              <a:gd name="connsiteX11" fmla="*/ 919453 w 2103393"/>
              <a:gd name="connsiteY11" fmla="*/ 1240472 h 2016186"/>
              <a:gd name="connsiteX12" fmla="*/ 891405 w 2103393"/>
              <a:gd name="connsiteY12" fmla="*/ 1560231 h 2016186"/>
              <a:gd name="connsiteX13" fmla="*/ 89201 w 2103393"/>
              <a:gd name="connsiteY13" fmla="*/ 2003407 h 2016186"/>
              <a:gd name="connsiteX14" fmla="*/ 577255 w 2103393"/>
              <a:gd name="connsiteY14" fmla="*/ 427049 h 2016186"/>
              <a:gd name="connsiteX15" fmla="*/ 807257 w 2103393"/>
              <a:gd name="connsiteY15" fmla="*/ 662661 h 2016186"/>
              <a:gd name="connsiteX16" fmla="*/ 969942 w 2103393"/>
              <a:gd name="connsiteY16" fmla="*/ 550465 h 2016186"/>
              <a:gd name="connsiteX17" fmla="*/ 930675 w 2103393"/>
              <a:gd name="connsiteY17" fmla="*/ 51191 h 2016186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24191 h 2051098"/>
              <a:gd name="connsiteX1" fmla="*/ 1183115 w 2103393"/>
              <a:gd name="connsiteY1" fmla="*/ 91713 h 2051098"/>
              <a:gd name="connsiteX2" fmla="*/ 1177505 w 2103393"/>
              <a:gd name="connsiteY2" fmla="*/ 579767 h 2051098"/>
              <a:gd name="connsiteX3" fmla="*/ 1312141 w 2103393"/>
              <a:gd name="connsiteY3" fmla="*/ 658304 h 2051098"/>
              <a:gd name="connsiteX4" fmla="*/ 1508484 w 2103393"/>
              <a:gd name="connsiteY4" fmla="*/ 461961 h 2051098"/>
              <a:gd name="connsiteX5" fmla="*/ 2058246 w 2103393"/>
              <a:gd name="connsiteY5" fmla="*/ 2010270 h 2051098"/>
              <a:gd name="connsiteX6" fmla="*/ 1244822 w 2103393"/>
              <a:gd name="connsiteY6" fmla="*/ 1600752 h 2051098"/>
              <a:gd name="connsiteX7" fmla="*/ 1205554 w 2103393"/>
              <a:gd name="connsiteY7" fmla="*/ 1286605 h 2051098"/>
              <a:gd name="connsiteX8" fmla="*/ 1244823 w 2103393"/>
              <a:gd name="connsiteY8" fmla="*/ 843428 h 2051098"/>
              <a:gd name="connsiteX9" fmla="*/ 1076528 w 2103393"/>
              <a:gd name="connsiteY9" fmla="*/ 697573 h 2051098"/>
              <a:gd name="connsiteX10" fmla="*/ 885795 w 2103393"/>
              <a:gd name="connsiteY10" fmla="*/ 837818 h 2051098"/>
              <a:gd name="connsiteX11" fmla="*/ 919453 w 2103393"/>
              <a:gd name="connsiteY11" fmla="*/ 1275384 h 2051098"/>
              <a:gd name="connsiteX12" fmla="*/ 891405 w 2103393"/>
              <a:gd name="connsiteY12" fmla="*/ 1595143 h 2051098"/>
              <a:gd name="connsiteX13" fmla="*/ 89201 w 2103393"/>
              <a:gd name="connsiteY13" fmla="*/ 2038319 h 2051098"/>
              <a:gd name="connsiteX14" fmla="*/ 577255 w 2103393"/>
              <a:gd name="connsiteY14" fmla="*/ 461961 h 2051098"/>
              <a:gd name="connsiteX15" fmla="*/ 807257 w 2103393"/>
              <a:gd name="connsiteY15" fmla="*/ 697573 h 2051098"/>
              <a:gd name="connsiteX16" fmla="*/ 969942 w 2103393"/>
              <a:gd name="connsiteY16" fmla="*/ 585377 h 2051098"/>
              <a:gd name="connsiteX17" fmla="*/ 930675 w 2103393"/>
              <a:gd name="connsiteY17" fmla="*/ 24191 h 2051098"/>
              <a:gd name="connsiteX0" fmla="*/ 930675 w 2103393"/>
              <a:gd name="connsiteY0" fmla="*/ 51153 h 2078060"/>
              <a:gd name="connsiteX1" fmla="*/ 1190398 w 2103393"/>
              <a:gd name="connsiteY1" fmla="*/ 49480 h 2078060"/>
              <a:gd name="connsiteX2" fmla="*/ 1177505 w 2103393"/>
              <a:gd name="connsiteY2" fmla="*/ 606729 h 2078060"/>
              <a:gd name="connsiteX3" fmla="*/ 1312141 w 2103393"/>
              <a:gd name="connsiteY3" fmla="*/ 685266 h 2078060"/>
              <a:gd name="connsiteX4" fmla="*/ 1508484 w 2103393"/>
              <a:gd name="connsiteY4" fmla="*/ 488923 h 2078060"/>
              <a:gd name="connsiteX5" fmla="*/ 2058246 w 2103393"/>
              <a:gd name="connsiteY5" fmla="*/ 2037232 h 2078060"/>
              <a:gd name="connsiteX6" fmla="*/ 1244822 w 2103393"/>
              <a:gd name="connsiteY6" fmla="*/ 1627714 h 2078060"/>
              <a:gd name="connsiteX7" fmla="*/ 1205554 w 2103393"/>
              <a:gd name="connsiteY7" fmla="*/ 1313567 h 2078060"/>
              <a:gd name="connsiteX8" fmla="*/ 1244823 w 2103393"/>
              <a:gd name="connsiteY8" fmla="*/ 870390 h 2078060"/>
              <a:gd name="connsiteX9" fmla="*/ 1076528 w 2103393"/>
              <a:gd name="connsiteY9" fmla="*/ 724535 h 2078060"/>
              <a:gd name="connsiteX10" fmla="*/ 885795 w 2103393"/>
              <a:gd name="connsiteY10" fmla="*/ 864780 h 2078060"/>
              <a:gd name="connsiteX11" fmla="*/ 919453 w 2103393"/>
              <a:gd name="connsiteY11" fmla="*/ 1302346 h 2078060"/>
              <a:gd name="connsiteX12" fmla="*/ 891405 w 2103393"/>
              <a:gd name="connsiteY12" fmla="*/ 1622105 h 2078060"/>
              <a:gd name="connsiteX13" fmla="*/ 89201 w 2103393"/>
              <a:gd name="connsiteY13" fmla="*/ 2065281 h 2078060"/>
              <a:gd name="connsiteX14" fmla="*/ 577255 w 2103393"/>
              <a:gd name="connsiteY14" fmla="*/ 488923 h 2078060"/>
              <a:gd name="connsiteX15" fmla="*/ 807257 w 2103393"/>
              <a:gd name="connsiteY15" fmla="*/ 724535 h 2078060"/>
              <a:gd name="connsiteX16" fmla="*/ 969942 w 2103393"/>
              <a:gd name="connsiteY16" fmla="*/ 612339 h 2078060"/>
              <a:gd name="connsiteX17" fmla="*/ 930675 w 2103393"/>
              <a:gd name="connsiteY17" fmla="*/ 51153 h 2078060"/>
              <a:gd name="connsiteX0" fmla="*/ 930675 w 2103393"/>
              <a:gd name="connsiteY0" fmla="*/ 57180 h 2084087"/>
              <a:gd name="connsiteX1" fmla="*/ 1190398 w 2103393"/>
              <a:gd name="connsiteY1" fmla="*/ 55507 h 2084087"/>
              <a:gd name="connsiteX2" fmla="*/ 1177505 w 2103393"/>
              <a:gd name="connsiteY2" fmla="*/ 612756 h 2084087"/>
              <a:gd name="connsiteX3" fmla="*/ 1312141 w 2103393"/>
              <a:gd name="connsiteY3" fmla="*/ 691293 h 2084087"/>
              <a:gd name="connsiteX4" fmla="*/ 1508484 w 2103393"/>
              <a:gd name="connsiteY4" fmla="*/ 494950 h 2084087"/>
              <a:gd name="connsiteX5" fmla="*/ 2058246 w 2103393"/>
              <a:gd name="connsiteY5" fmla="*/ 2043259 h 2084087"/>
              <a:gd name="connsiteX6" fmla="*/ 1244822 w 2103393"/>
              <a:gd name="connsiteY6" fmla="*/ 1633741 h 2084087"/>
              <a:gd name="connsiteX7" fmla="*/ 1205554 w 2103393"/>
              <a:gd name="connsiteY7" fmla="*/ 1319594 h 2084087"/>
              <a:gd name="connsiteX8" fmla="*/ 1244823 w 2103393"/>
              <a:gd name="connsiteY8" fmla="*/ 876417 h 2084087"/>
              <a:gd name="connsiteX9" fmla="*/ 1076528 w 2103393"/>
              <a:gd name="connsiteY9" fmla="*/ 730562 h 2084087"/>
              <a:gd name="connsiteX10" fmla="*/ 885795 w 2103393"/>
              <a:gd name="connsiteY10" fmla="*/ 870807 h 2084087"/>
              <a:gd name="connsiteX11" fmla="*/ 919453 w 2103393"/>
              <a:gd name="connsiteY11" fmla="*/ 1308373 h 2084087"/>
              <a:gd name="connsiteX12" fmla="*/ 891405 w 2103393"/>
              <a:gd name="connsiteY12" fmla="*/ 1628132 h 2084087"/>
              <a:gd name="connsiteX13" fmla="*/ 89201 w 2103393"/>
              <a:gd name="connsiteY13" fmla="*/ 2071308 h 2084087"/>
              <a:gd name="connsiteX14" fmla="*/ 577255 w 2103393"/>
              <a:gd name="connsiteY14" fmla="*/ 494950 h 2084087"/>
              <a:gd name="connsiteX15" fmla="*/ 807257 w 2103393"/>
              <a:gd name="connsiteY15" fmla="*/ 730562 h 2084087"/>
              <a:gd name="connsiteX16" fmla="*/ 969942 w 2103393"/>
              <a:gd name="connsiteY16" fmla="*/ 618366 h 2084087"/>
              <a:gd name="connsiteX17" fmla="*/ 930675 w 2103393"/>
              <a:gd name="connsiteY17" fmla="*/ 57180 h 2084087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73853 h 2100760"/>
              <a:gd name="connsiteX1" fmla="*/ 1190398 w 2103393"/>
              <a:gd name="connsiteY1" fmla="*/ 72180 h 2100760"/>
              <a:gd name="connsiteX2" fmla="*/ 1177505 w 2103393"/>
              <a:gd name="connsiteY2" fmla="*/ 629429 h 2100760"/>
              <a:gd name="connsiteX3" fmla="*/ 1312141 w 2103393"/>
              <a:gd name="connsiteY3" fmla="*/ 707966 h 2100760"/>
              <a:gd name="connsiteX4" fmla="*/ 1508484 w 2103393"/>
              <a:gd name="connsiteY4" fmla="*/ 511623 h 2100760"/>
              <a:gd name="connsiteX5" fmla="*/ 2058246 w 2103393"/>
              <a:gd name="connsiteY5" fmla="*/ 2059932 h 2100760"/>
              <a:gd name="connsiteX6" fmla="*/ 1244822 w 2103393"/>
              <a:gd name="connsiteY6" fmla="*/ 1650414 h 2100760"/>
              <a:gd name="connsiteX7" fmla="*/ 1205554 w 2103393"/>
              <a:gd name="connsiteY7" fmla="*/ 1336267 h 2100760"/>
              <a:gd name="connsiteX8" fmla="*/ 1244823 w 2103393"/>
              <a:gd name="connsiteY8" fmla="*/ 893090 h 2100760"/>
              <a:gd name="connsiteX9" fmla="*/ 1076528 w 2103393"/>
              <a:gd name="connsiteY9" fmla="*/ 747235 h 2100760"/>
              <a:gd name="connsiteX10" fmla="*/ 885795 w 2103393"/>
              <a:gd name="connsiteY10" fmla="*/ 887480 h 2100760"/>
              <a:gd name="connsiteX11" fmla="*/ 919453 w 2103393"/>
              <a:gd name="connsiteY11" fmla="*/ 1325046 h 2100760"/>
              <a:gd name="connsiteX12" fmla="*/ 891405 w 2103393"/>
              <a:gd name="connsiteY12" fmla="*/ 1644805 h 2100760"/>
              <a:gd name="connsiteX13" fmla="*/ 89201 w 2103393"/>
              <a:gd name="connsiteY13" fmla="*/ 2087981 h 2100760"/>
              <a:gd name="connsiteX14" fmla="*/ 577255 w 2103393"/>
              <a:gd name="connsiteY14" fmla="*/ 511623 h 2100760"/>
              <a:gd name="connsiteX15" fmla="*/ 807257 w 2103393"/>
              <a:gd name="connsiteY15" fmla="*/ 747235 h 2100760"/>
              <a:gd name="connsiteX16" fmla="*/ 969942 w 2103393"/>
              <a:gd name="connsiteY16" fmla="*/ 635039 h 2100760"/>
              <a:gd name="connsiteX17" fmla="*/ 930675 w 2103393"/>
              <a:gd name="connsiteY17" fmla="*/ 73853 h 2100760"/>
              <a:gd name="connsiteX0" fmla="*/ 930675 w 2103393"/>
              <a:gd name="connsiteY0" fmla="*/ 77953 h 2104860"/>
              <a:gd name="connsiteX1" fmla="*/ 1190398 w 2103393"/>
              <a:gd name="connsiteY1" fmla="*/ 76280 h 2104860"/>
              <a:gd name="connsiteX2" fmla="*/ 1177505 w 2103393"/>
              <a:gd name="connsiteY2" fmla="*/ 633529 h 2104860"/>
              <a:gd name="connsiteX3" fmla="*/ 1312141 w 2103393"/>
              <a:gd name="connsiteY3" fmla="*/ 712066 h 2104860"/>
              <a:gd name="connsiteX4" fmla="*/ 1508484 w 2103393"/>
              <a:gd name="connsiteY4" fmla="*/ 515723 h 2104860"/>
              <a:gd name="connsiteX5" fmla="*/ 2058246 w 2103393"/>
              <a:gd name="connsiteY5" fmla="*/ 2064032 h 2104860"/>
              <a:gd name="connsiteX6" fmla="*/ 1244822 w 2103393"/>
              <a:gd name="connsiteY6" fmla="*/ 1654514 h 2104860"/>
              <a:gd name="connsiteX7" fmla="*/ 1205554 w 2103393"/>
              <a:gd name="connsiteY7" fmla="*/ 1340367 h 2104860"/>
              <a:gd name="connsiteX8" fmla="*/ 1244823 w 2103393"/>
              <a:gd name="connsiteY8" fmla="*/ 897190 h 2104860"/>
              <a:gd name="connsiteX9" fmla="*/ 1076528 w 2103393"/>
              <a:gd name="connsiteY9" fmla="*/ 751335 h 2104860"/>
              <a:gd name="connsiteX10" fmla="*/ 885795 w 2103393"/>
              <a:gd name="connsiteY10" fmla="*/ 891580 h 2104860"/>
              <a:gd name="connsiteX11" fmla="*/ 919453 w 2103393"/>
              <a:gd name="connsiteY11" fmla="*/ 1329146 h 2104860"/>
              <a:gd name="connsiteX12" fmla="*/ 891405 w 2103393"/>
              <a:gd name="connsiteY12" fmla="*/ 1648905 h 2104860"/>
              <a:gd name="connsiteX13" fmla="*/ 89201 w 2103393"/>
              <a:gd name="connsiteY13" fmla="*/ 2092081 h 2104860"/>
              <a:gd name="connsiteX14" fmla="*/ 577255 w 2103393"/>
              <a:gd name="connsiteY14" fmla="*/ 515723 h 2104860"/>
              <a:gd name="connsiteX15" fmla="*/ 807257 w 2103393"/>
              <a:gd name="connsiteY15" fmla="*/ 751335 h 2104860"/>
              <a:gd name="connsiteX16" fmla="*/ 969942 w 2103393"/>
              <a:gd name="connsiteY16" fmla="*/ 639139 h 2104860"/>
              <a:gd name="connsiteX17" fmla="*/ 930675 w 2103393"/>
              <a:gd name="connsiteY17" fmla="*/ 77953 h 2104860"/>
              <a:gd name="connsiteX0" fmla="*/ 930675 w 2103393"/>
              <a:gd name="connsiteY0" fmla="*/ 71187 h 2098094"/>
              <a:gd name="connsiteX1" fmla="*/ 1190398 w 2103393"/>
              <a:gd name="connsiteY1" fmla="*/ 69514 h 2098094"/>
              <a:gd name="connsiteX2" fmla="*/ 1177505 w 2103393"/>
              <a:gd name="connsiteY2" fmla="*/ 626763 h 2098094"/>
              <a:gd name="connsiteX3" fmla="*/ 1312141 w 2103393"/>
              <a:gd name="connsiteY3" fmla="*/ 705300 h 2098094"/>
              <a:gd name="connsiteX4" fmla="*/ 1508484 w 2103393"/>
              <a:gd name="connsiteY4" fmla="*/ 508957 h 2098094"/>
              <a:gd name="connsiteX5" fmla="*/ 2058246 w 2103393"/>
              <a:gd name="connsiteY5" fmla="*/ 2057266 h 2098094"/>
              <a:gd name="connsiteX6" fmla="*/ 1244822 w 2103393"/>
              <a:gd name="connsiteY6" fmla="*/ 1647748 h 2098094"/>
              <a:gd name="connsiteX7" fmla="*/ 1205554 w 2103393"/>
              <a:gd name="connsiteY7" fmla="*/ 1333601 h 2098094"/>
              <a:gd name="connsiteX8" fmla="*/ 1244823 w 2103393"/>
              <a:gd name="connsiteY8" fmla="*/ 890424 h 2098094"/>
              <a:gd name="connsiteX9" fmla="*/ 1076528 w 2103393"/>
              <a:gd name="connsiteY9" fmla="*/ 744569 h 2098094"/>
              <a:gd name="connsiteX10" fmla="*/ 885795 w 2103393"/>
              <a:gd name="connsiteY10" fmla="*/ 884814 h 2098094"/>
              <a:gd name="connsiteX11" fmla="*/ 919453 w 2103393"/>
              <a:gd name="connsiteY11" fmla="*/ 1322380 h 2098094"/>
              <a:gd name="connsiteX12" fmla="*/ 891405 w 2103393"/>
              <a:gd name="connsiteY12" fmla="*/ 1642139 h 2098094"/>
              <a:gd name="connsiteX13" fmla="*/ 89201 w 2103393"/>
              <a:gd name="connsiteY13" fmla="*/ 2085315 h 2098094"/>
              <a:gd name="connsiteX14" fmla="*/ 577255 w 2103393"/>
              <a:gd name="connsiteY14" fmla="*/ 508957 h 2098094"/>
              <a:gd name="connsiteX15" fmla="*/ 807257 w 2103393"/>
              <a:gd name="connsiteY15" fmla="*/ 744569 h 2098094"/>
              <a:gd name="connsiteX16" fmla="*/ 969942 w 2103393"/>
              <a:gd name="connsiteY16" fmla="*/ 632373 h 2098094"/>
              <a:gd name="connsiteX17" fmla="*/ 930675 w 2103393"/>
              <a:gd name="connsiteY17" fmla="*/ 71187 h 2098094"/>
              <a:gd name="connsiteX0" fmla="*/ 930675 w 2103393"/>
              <a:gd name="connsiteY0" fmla="*/ 75207 h 2102114"/>
              <a:gd name="connsiteX1" fmla="*/ 1190398 w 2103393"/>
              <a:gd name="connsiteY1" fmla="*/ 73534 h 2102114"/>
              <a:gd name="connsiteX2" fmla="*/ 1177505 w 2103393"/>
              <a:gd name="connsiteY2" fmla="*/ 630783 h 2102114"/>
              <a:gd name="connsiteX3" fmla="*/ 1312141 w 2103393"/>
              <a:gd name="connsiteY3" fmla="*/ 709320 h 2102114"/>
              <a:gd name="connsiteX4" fmla="*/ 1508484 w 2103393"/>
              <a:gd name="connsiteY4" fmla="*/ 512977 h 2102114"/>
              <a:gd name="connsiteX5" fmla="*/ 2058246 w 2103393"/>
              <a:gd name="connsiteY5" fmla="*/ 2061286 h 2102114"/>
              <a:gd name="connsiteX6" fmla="*/ 1244822 w 2103393"/>
              <a:gd name="connsiteY6" fmla="*/ 1651768 h 2102114"/>
              <a:gd name="connsiteX7" fmla="*/ 1205554 w 2103393"/>
              <a:gd name="connsiteY7" fmla="*/ 1337621 h 2102114"/>
              <a:gd name="connsiteX8" fmla="*/ 1244823 w 2103393"/>
              <a:gd name="connsiteY8" fmla="*/ 894444 h 2102114"/>
              <a:gd name="connsiteX9" fmla="*/ 1076528 w 2103393"/>
              <a:gd name="connsiteY9" fmla="*/ 748589 h 2102114"/>
              <a:gd name="connsiteX10" fmla="*/ 885795 w 2103393"/>
              <a:gd name="connsiteY10" fmla="*/ 888834 h 2102114"/>
              <a:gd name="connsiteX11" fmla="*/ 919453 w 2103393"/>
              <a:gd name="connsiteY11" fmla="*/ 1326400 h 2102114"/>
              <a:gd name="connsiteX12" fmla="*/ 891405 w 2103393"/>
              <a:gd name="connsiteY12" fmla="*/ 1646159 h 2102114"/>
              <a:gd name="connsiteX13" fmla="*/ 89201 w 2103393"/>
              <a:gd name="connsiteY13" fmla="*/ 2089335 h 2102114"/>
              <a:gd name="connsiteX14" fmla="*/ 577255 w 2103393"/>
              <a:gd name="connsiteY14" fmla="*/ 512977 h 2102114"/>
              <a:gd name="connsiteX15" fmla="*/ 807257 w 2103393"/>
              <a:gd name="connsiteY15" fmla="*/ 748589 h 2102114"/>
              <a:gd name="connsiteX16" fmla="*/ 969942 w 2103393"/>
              <a:gd name="connsiteY16" fmla="*/ 636393 h 2102114"/>
              <a:gd name="connsiteX17" fmla="*/ 930675 w 2103393"/>
              <a:gd name="connsiteY17" fmla="*/ 75207 h 210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Freeform 48">
            <a:extLst>
              <a:ext uri="{FF2B5EF4-FFF2-40B4-BE49-F238E27FC236}">
                <a16:creationId xmlns:a16="http://schemas.microsoft.com/office/drawing/2014/main" id="{67772B45-BD3F-44C4-8C3C-0A45A7F5D7AA}"/>
              </a:ext>
            </a:extLst>
          </p:cNvPr>
          <p:cNvSpPr>
            <a:spLocks noChangeAspect="1"/>
          </p:cNvSpPr>
          <p:nvPr/>
        </p:nvSpPr>
        <p:spPr>
          <a:xfrm>
            <a:off x="5278002" y="1454850"/>
            <a:ext cx="529812" cy="441236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Freeform 49">
            <a:extLst>
              <a:ext uri="{FF2B5EF4-FFF2-40B4-BE49-F238E27FC236}">
                <a16:creationId xmlns:a16="http://schemas.microsoft.com/office/drawing/2014/main" id="{7993CC28-260D-4BB5-BA6E-195B880D9905}"/>
              </a:ext>
            </a:extLst>
          </p:cNvPr>
          <p:cNvSpPr>
            <a:spLocks noChangeAspect="1"/>
          </p:cNvSpPr>
          <p:nvPr/>
        </p:nvSpPr>
        <p:spPr>
          <a:xfrm>
            <a:off x="6995431" y="1440015"/>
            <a:ext cx="470907" cy="470907"/>
          </a:xfrm>
          <a:custGeom>
            <a:avLst/>
            <a:gdLst>
              <a:gd name="connsiteX0" fmla="*/ 1054645 w 3259303"/>
              <a:gd name="connsiteY0" fmla="*/ 0 h 3248084"/>
              <a:gd name="connsiteX1" fmla="*/ 1469772 w 3259303"/>
              <a:gd name="connsiteY1" fmla="*/ 28049 h 3248084"/>
              <a:gd name="connsiteX2" fmla="*/ 1682945 w 3259303"/>
              <a:gd name="connsiteY2" fmla="*/ 740496 h 3248084"/>
              <a:gd name="connsiteX3" fmla="*/ 2417830 w 3259303"/>
              <a:gd name="connsiteY3" fmla="*/ 566592 h 3248084"/>
              <a:gd name="connsiteX4" fmla="*/ 3259303 w 3259303"/>
              <a:gd name="connsiteY4" fmla="*/ 1834410 h 3248084"/>
              <a:gd name="connsiteX5" fmla="*/ 2311244 w 3259303"/>
              <a:gd name="connsiteY5" fmla="*/ 3113448 h 3248084"/>
              <a:gd name="connsiteX6" fmla="*/ 622689 w 3259303"/>
              <a:gd name="connsiteY6" fmla="*/ 2670273 h 3248084"/>
              <a:gd name="connsiteX7" fmla="*/ 398297 w 3259303"/>
              <a:gd name="connsiteY7" fmla="*/ 3248084 h 3248084"/>
              <a:gd name="connsiteX8" fmla="*/ 0 w 3259303"/>
              <a:gd name="connsiteY8" fmla="*/ 3242474 h 3248084"/>
              <a:gd name="connsiteX9" fmla="*/ 218783 w 3259303"/>
              <a:gd name="connsiteY9" fmla="*/ 2333684 h 3248084"/>
              <a:gd name="connsiteX10" fmla="*/ 1593187 w 3259303"/>
              <a:gd name="connsiteY10" fmla="*/ 1997095 h 3248084"/>
              <a:gd name="connsiteX11" fmla="*/ 1250989 w 3259303"/>
              <a:gd name="connsiteY11" fmla="*/ 964889 h 3248084"/>
              <a:gd name="connsiteX12" fmla="*/ 1054645 w 3259303"/>
              <a:gd name="connsiteY12" fmla="*/ 0 h 3248084"/>
              <a:gd name="connsiteX0" fmla="*/ 1054645 w 3259303"/>
              <a:gd name="connsiteY0" fmla="*/ 0 h 3225645"/>
              <a:gd name="connsiteX1" fmla="*/ 1469772 w 3259303"/>
              <a:gd name="connsiteY1" fmla="*/ 5610 h 3225645"/>
              <a:gd name="connsiteX2" fmla="*/ 1682945 w 3259303"/>
              <a:gd name="connsiteY2" fmla="*/ 718057 h 3225645"/>
              <a:gd name="connsiteX3" fmla="*/ 2417830 w 3259303"/>
              <a:gd name="connsiteY3" fmla="*/ 544153 h 3225645"/>
              <a:gd name="connsiteX4" fmla="*/ 3259303 w 3259303"/>
              <a:gd name="connsiteY4" fmla="*/ 1811971 h 3225645"/>
              <a:gd name="connsiteX5" fmla="*/ 2311244 w 3259303"/>
              <a:gd name="connsiteY5" fmla="*/ 3091009 h 3225645"/>
              <a:gd name="connsiteX6" fmla="*/ 622689 w 3259303"/>
              <a:gd name="connsiteY6" fmla="*/ 2647834 h 3225645"/>
              <a:gd name="connsiteX7" fmla="*/ 398297 w 3259303"/>
              <a:gd name="connsiteY7" fmla="*/ 3225645 h 3225645"/>
              <a:gd name="connsiteX8" fmla="*/ 0 w 3259303"/>
              <a:gd name="connsiteY8" fmla="*/ 3220035 h 3225645"/>
              <a:gd name="connsiteX9" fmla="*/ 218783 w 3259303"/>
              <a:gd name="connsiteY9" fmla="*/ 2311245 h 3225645"/>
              <a:gd name="connsiteX10" fmla="*/ 1593187 w 3259303"/>
              <a:gd name="connsiteY10" fmla="*/ 1974656 h 3225645"/>
              <a:gd name="connsiteX11" fmla="*/ 1250989 w 3259303"/>
              <a:gd name="connsiteY11" fmla="*/ 942450 h 3225645"/>
              <a:gd name="connsiteX12" fmla="*/ 1054645 w 3259303"/>
              <a:gd name="connsiteY12" fmla="*/ 0 h 3225645"/>
              <a:gd name="connsiteX0" fmla="*/ 1054645 w 3259303"/>
              <a:gd name="connsiteY0" fmla="*/ 0 h 3242475"/>
              <a:gd name="connsiteX1" fmla="*/ 1469772 w 3259303"/>
              <a:gd name="connsiteY1" fmla="*/ 22440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54645 w 3259303"/>
              <a:gd name="connsiteY0" fmla="*/ 0 h 3242475"/>
              <a:gd name="connsiteX1" fmla="*/ 1464162 w 3259303"/>
              <a:gd name="connsiteY1" fmla="*/ 1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65864 w 3259303"/>
              <a:gd name="connsiteY0" fmla="*/ 5609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5609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04156 w 3197595"/>
              <a:gd name="connsiteY0" fmla="*/ 16828 h 3242474"/>
              <a:gd name="connsiteX1" fmla="*/ 1402454 w 3197595"/>
              <a:gd name="connsiteY1" fmla="*/ 0 h 3242474"/>
              <a:gd name="connsiteX2" fmla="*/ 1621237 w 3197595"/>
              <a:gd name="connsiteY2" fmla="*/ 734886 h 3242474"/>
              <a:gd name="connsiteX3" fmla="*/ 2356122 w 3197595"/>
              <a:gd name="connsiteY3" fmla="*/ 560982 h 3242474"/>
              <a:gd name="connsiteX4" fmla="*/ 3197595 w 3197595"/>
              <a:gd name="connsiteY4" fmla="*/ 1828800 h 3242474"/>
              <a:gd name="connsiteX5" fmla="*/ 2249536 w 3197595"/>
              <a:gd name="connsiteY5" fmla="*/ 3107838 h 3242474"/>
              <a:gd name="connsiteX6" fmla="*/ 560981 w 3197595"/>
              <a:gd name="connsiteY6" fmla="*/ 2664663 h 3242474"/>
              <a:gd name="connsiteX7" fmla="*/ 336589 w 3197595"/>
              <a:gd name="connsiteY7" fmla="*/ 3242474 h 3242474"/>
              <a:gd name="connsiteX8" fmla="*/ 0 w 3197595"/>
              <a:gd name="connsiteY8" fmla="*/ 3236864 h 3242474"/>
              <a:gd name="connsiteX9" fmla="*/ 387077 w 3197595"/>
              <a:gd name="connsiteY9" fmla="*/ 2232708 h 3242474"/>
              <a:gd name="connsiteX10" fmla="*/ 1514650 w 3197595"/>
              <a:gd name="connsiteY10" fmla="*/ 1991485 h 3242474"/>
              <a:gd name="connsiteX11" fmla="*/ 1189281 w 3197595"/>
              <a:gd name="connsiteY11" fmla="*/ 959279 h 3242474"/>
              <a:gd name="connsiteX12" fmla="*/ 1004156 w 3197595"/>
              <a:gd name="connsiteY12" fmla="*/ 16828 h 3242474"/>
              <a:gd name="connsiteX0" fmla="*/ 1011476 w 3204915"/>
              <a:gd name="connsiteY0" fmla="*/ 16828 h 3242474"/>
              <a:gd name="connsiteX1" fmla="*/ 1409774 w 3204915"/>
              <a:gd name="connsiteY1" fmla="*/ 0 h 3242474"/>
              <a:gd name="connsiteX2" fmla="*/ 1628557 w 3204915"/>
              <a:gd name="connsiteY2" fmla="*/ 734886 h 3242474"/>
              <a:gd name="connsiteX3" fmla="*/ 2363442 w 3204915"/>
              <a:gd name="connsiteY3" fmla="*/ 560982 h 3242474"/>
              <a:gd name="connsiteX4" fmla="*/ 3204915 w 3204915"/>
              <a:gd name="connsiteY4" fmla="*/ 1828800 h 3242474"/>
              <a:gd name="connsiteX5" fmla="*/ 2256856 w 3204915"/>
              <a:gd name="connsiteY5" fmla="*/ 3107838 h 3242474"/>
              <a:gd name="connsiteX6" fmla="*/ 568301 w 3204915"/>
              <a:gd name="connsiteY6" fmla="*/ 2664663 h 3242474"/>
              <a:gd name="connsiteX7" fmla="*/ 343909 w 3204915"/>
              <a:gd name="connsiteY7" fmla="*/ 3242474 h 3242474"/>
              <a:gd name="connsiteX8" fmla="*/ 7320 w 3204915"/>
              <a:gd name="connsiteY8" fmla="*/ 3236864 h 3242474"/>
              <a:gd name="connsiteX9" fmla="*/ 394397 w 3204915"/>
              <a:gd name="connsiteY9" fmla="*/ 2232708 h 3242474"/>
              <a:gd name="connsiteX10" fmla="*/ 1521970 w 3204915"/>
              <a:gd name="connsiteY10" fmla="*/ 1991485 h 3242474"/>
              <a:gd name="connsiteX11" fmla="*/ 1196601 w 3204915"/>
              <a:gd name="connsiteY11" fmla="*/ 959279 h 3242474"/>
              <a:gd name="connsiteX12" fmla="*/ 1011476 w 3204915"/>
              <a:gd name="connsiteY12" fmla="*/ 16828 h 3242474"/>
              <a:gd name="connsiteX0" fmla="*/ 1007292 w 3200731"/>
              <a:gd name="connsiteY0" fmla="*/ 16828 h 3242474"/>
              <a:gd name="connsiteX1" fmla="*/ 1405590 w 3200731"/>
              <a:gd name="connsiteY1" fmla="*/ 0 h 3242474"/>
              <a:gd name="connsiteX2" fmla="*/ 1624373 w 3200731"/>
              <a:gd name="connsiteY2" fmla="*/ 734886 h 3242474"/>
              <a:gd name="connsiteX3" fmla="*/ 2359258 w 3200731"/>
              <a:gd name="connsiteY3" fmla="*/ 560982 h 3242474"/>
              <a:gd name="connsiteX4" fmla="*/ 3200731 w 3200731"/>
              <a:gd name="connsiteY4" fmla="*/ 1828800 h 3242474"/>
              <a:gd name="connsiteX5" fmla="*/ 2252672 w 3200731"/>
              <a:gd name="connsiteY5" fmla="*/ 3107838 h 3242474"/>
              <a:gd name="connsiteX6" fmla="*/ 564117 w 3200731"/>
              <a:gd name="connsiteY6" fmla="*/ 2664663 h 3242474"/>
              <a:gd name="connsiteX7" fmla="*/ 339725 w 3200731"/>
              <a:gd name="connsiteY7" fmla="*/ 3242474 h 3242474"/>
              <a:gd name="connsiteX8" fmla="*/ 3136 w 3200731"/>
              <a:gd name="connsiteY8" fmla="*/ 3236864 h 3242474"/>
              <a:gd name="connsiteX9" fmla="*/ 390213 w 3200731"/>
              <a:gd name="connsiteY9" fmla="*/ 2232708 h 3242474"/>
              <a:gd name="connsiteX10" fmla="*/ 1517786 w 3200731"/>
              <a:gd name="connsiteY10" fmla="*/ 1991485 h 3242474"/>
              <a:gd name="connsiteX11" fmla="*/ 1192417 w 3200731"/>
              <a:gd name="connsiteY11" fmla="*/ 959279 h 3242474"/>
              <a:gd name="connsiteX12" fmla="*/ 1007292 w 3200731"/>
              <a:gd name="connsiteY12" fmla="*/ 16828 h 3242474"/>
              <a:gd name="connsiteX0" fmla="*/ 1051443 w 3244882"/>
              <a:gd name="connsiteY0" fmla="*/ 16828 h 3242474"/>
              <a:gd name="connsiteX1" fmla="*/ 1449741 w 3244882"/>
              <a:gd name="connsiteY1" fmla="*/ 0 h 3242474"/>
              <a:gd name="connsiteX2" fmla="*/ 1668524 w 3244882"/>
              <a:gd name="connsiteY2" fmla="*/ 734886 h 3242474"/>
              <a:gd name="connsiteX3" fmla="*/ 2403409 w 3244882"/>
              <a:gd name="connsiteY3" fmla="*/ 560982 h 3242474"/>
              <a:gd name="connsiteX4" fmla="*/ 3244882 w 3244882"/>
              <a:gd name="connsiteY4" fmla="*/ 1828800 h 3242474"/>
              <a:gd name="connsiteX5" fmla="*/ 2296823 w 3244882"/>
              <a:gd name="connsiteY5" fmla="*/ 3107838 h 3242474"/>
              <a:gd name="connsiteX6" fmla="*/ 608268 w 3244882"/>
              <a:gd name="connsiteY6" fmla="*/ 2664663 h 3242474"/>
              <a:gd name="connsiteX7" fmla="*/ 383876 w 3244882"/>
              <a:gd name="connsiteY7" fmla="*/ 3242474 h 3242474"/>
              <a:gd name="connsiteX8" fmla="*/ 2408 w 3244882"/>
              <a:gd name="connsiteY8" fmla="*/ 3236864 h 3242474"/>
              <a:gd name="connsiteX9" fmla="*/ 434364 w 3244882"/>
              <a:gd name="connsiteY9" fmla="*/ 2232708 h 3242474"/>
              <a:gd name="connsiteX10" fmla="*/ 1561937 w 3244882"/>
              <a:gd name="connsiteY10" fmla="*/ 1991485 h 3242474"/>
              <a:gd name="connsiteX11" fmla="*/ 1236568 w 3244882"/>
              <a:gd name="connsiteY11" fmla="*/ 959279 h 3242474"/>
              <a:gd name="connsiteX12" fmla="*/ 1051443 w 3244882"/>
              <a:gd name="connsiteY12" fmla="*/ 16828 h 3242474"/>
              <a:gd name="connsiteX0" fmla="*/ 1049313 w 3242752"/>
              <a:gd name="connsiteY0" fmla="*/ 16828 h 3242474"/>
              <a:gd name="connsiteX1" fmla="*/ 1447611 w 3242752"/>
              <a:gd name="connsiteY1" fmla="*/ 0 h 3242474"/>
              <a:gd name="connsiteX2" fmla="*/ 1666394 w 3242752"/>
              <a:gd name="connsiteY2" fmla="*/ 734886 h 3242474"/>
              <a:gd name="connsiteX3" fmla="*/ 2401279 w 3242752"/>
              <a:gd name="connsiteY3" fmla="*/ 560982 h 3242474"/>
              <a:gd name="connsiteX4" fmla="*/ 3242752 w 3242752"/>
              <a:gd name="connsiteY4" fmla="*/ 1828800 h 3242474"/>
              <a:gd name="connsiteX5" fmla="*/ 2294693 w 3242752"/>
              <a:gd name="connsiteY5" fmla="*/ 3107838 h 3242474"/>
              <a:gd name="connsiteX6" fmla="*/ 606138 w 3242752"/>
              <a:gd name="connsiteY6" fmla="*/ 2664663 h 3242474"/>
              <a:gd name="connsiteX7" fmla="*/ 381746 w 3242752"/>
              <a:gd name="connsiteY7" fmla="*/ 3242474 h 3242474"/>
              <a:gd name="connsiteX8" fmla="*/ 278 w 3242752"/>
              <a:gd name="connsiteY8" fmla="*/ 3236864 h 3242474"/>
              <a:gd name="connsiteX9" fmla="*/ 432234 w 3242752"/>
              <a:gd name="connsiteY9" fmla="*/ 2232708 h 3242474"/>
              <a:gd name="connsiteX10" fmla="*/ 1559807 w 3242752"/>
              <a:gd name="connsiteY10" fmla="*/ 1991485 h 3242474"/>
              <a:gd name="connsiteX11" fmla="*/ 1234438 w 3242752"/>
              <a:gd name="connsiteY11" fmla="*/ 959279 h 3242474"/>
              <a:gd name="connsiteX12" fmla="*/ 1049313 w 3242752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34409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516103 w 3203206"/>
              <a:gd name="connsiteY9" fmla="*/ 224953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Freeform 50">
            <a:extLst>
              <a:ext uri="{FF2B5EF4-FFF2-40B4-BE49-F238E27FC236}">
                <a16:creationId xmlns:a16="http://schemas.microsoft.com/office/drawing/2014/main" id="{605A5CD8-DE95-4E92-98B2-C8DFAA6AF85E}"/>
              </a:ext>
            </a:extLst>
          </p:cNvPr>
          <p:cNvSpPr>
            <a:spLocks noChangeAspect="1"/>
          </p:cNvSpPr>
          <p:nvPr/>
        </p:nvSpPr>
        <p:spPr>
          <a:xfrm>
            <a:off x="6115987" y="1451770"/>
            <a:ext cx="529812" cy="447396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8" name="Teardrop 9">
            <a:extLst>
              <a:ext uri="{FF2B5EF4-FFF2-40B4-BE49-F238E27FC236}">
                <a16:creationId xmlns:a16="http://schemas.microsoft.com/office/drawing/2014/main" id="{4408BA9B-C6A7-4C33-9FEA-0E214549F256}"/>
              </a:ext>
            </a:extLst>
          </p:cNvPr>
          <p:cNvSpPr>
            <a:spLocks noChangeAspect="1"/>
          </p:cNvSpPr>
          <p:nvPr/>
        </p:nvSpPr>
        <p:spPr>
          <a:xfrm rot="18900000">
            <a:off x="7840755" y="2475142"/>
            <a:ext cx="512877" cy="437727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Freeform 97">
            <a:extLst>
              <a:ext uri="{FF2B5EF4-FFF2-40B4-BE49-F238E27FC236}">
                <a16:creationId xmlns:a16="http://schemas.microsoft.com/office/drawing/2014/main" id="{EC2CC9E2-613C-4C7C-AA96-FC8E238EAB9F}"/>
              </a:ext>
            </a:extLst>
          </p:cNvPr>
          <p:cNvSpPr>
            <a:spLocks noChangeAspect="1"/>
          </p:cNvSpPr>
          <p:nvPr/>
        </p:nvSpPr>
        <p:spPr>
          <a:xfrm>
            <a:off x="8560807" y="1444151"/>
            <a:ext cx="619107" cy="462636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Donut 22">
            <a:extLst>
              <a:ext uri="{FF2B5EF4-FFF2-40B4-BE49-F238E27FC236}">
                <a16:creationId xmlns:a16="http://schemas.microsoft.com/office/drawing/2014/main" id="{CE7A0D83-9523-4EB8-8677-1D7D4415C973}"/>
              </a:ext>
            </a:extLst>
          </p:cNvPr>
          <p:cNvSpPr>
            <a:spLocks noChangeAspect="1"/>
          </p:cNvSpPr>
          <p:nvPr/>
        </p:nvSpPr>
        <p:spPr>
          <a:xfrm>
            <a:off x="10277429" y="1539783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1" name="Freeform 99">
            <a:extLst>
              <a:ext uri="{FF2B5EF4-FFF2-40B4-BE49-F238E27FC236}">
                <a16:creationId xmlns:a16="http://schemas.microsoft.com/office/drawing/2014/main" id="{6EFBEDF3-F563-421B-9E3D-7024636F370F}"/>
              </a:ext>
            </a:extLst>
          </p:cNvPr>
          <p:cNvSpPr>
            <a:spLocks noChangeAspect="1"/>
          </p:cNvSpPr>
          <p:nvPr/>
        </p:nvSpPr>
        <p:spPr>
          <a:xfrm>
            <a:off x="7902809" y="1432247"/>
            <a:ext cx="388767" cy="486441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Oval 10">
            <a:extLst>
              <a:ext uri="{FF2B5EF4-FFF2-40B4-BE49-F238E27FC236}">
                <a16:creationId xmlns:a16="http://schemas.microsoft.com/office/drawing/2014/main" id="{8624E4A5-1602-4F93-B497-F8D7323B39B1}"/>
              </a:ext>
            </a:extLst>
          </p:cNvPr>
          <p:cNvSpPr/>
          <p:nvPr/>
        </p:nvSpPr>
        <p:spPr>
          <a:xfrm>
            <a:off x="9460301" y="1433264"/>
            <a:ext cx="486653" cy="484407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Freeform 101">
            <a:extLst>
              <a:ext uri="{FF2B5EF4-FFF2-40B4-BE49-F238E27FC236}">
                <a16:creationId xmlns:a16="http://schemas.microsoft.com/office/drawing/2014/main" id="{398DE87D-E996-4168-8931-FBF1633FDCD5}"/>
              </a:ext>
            </a:extLst>
          </p:cNvPr>
          <p:cNvSpPr/>
          <p:nvPr/>
        </p:nvSpPr>
        <p:spPr>
          <a:xfrm>
            <a:off x="11180534" y="1485954"/>
            <a:ext cx="284691" cy="379029"/>
          </a:xfrm>
          <a:custGeom>
            <a:avLst/>
            <a:gdLst>
              <a:gd name="connsiteX0" fmla="*/ 143301 w 1910686"/>
              <a:gd name="connsiteY0" fmla="*/ 0 h 3268639"/>
              <a:gd name="connsiteX1" fmla="*/ 0 w 1910686"/>
              <a:gd name="connsiteY1" fmla="*/ 1705970 h 3268639"/>
              <a:gd name="connsiteX2" fmla="*/ 436728 w 1910686"/>
              <a:gd name="connsiteY2" fmla="*/ 3268639 h 3268639"/>
              <a:gd name="connsiteX3" fmla="*/ 928047 w 1910686"/>
              <a:gd name="connsiteY3" fmla="*/ 1944806 h 3268639"/>
              <a:gd name="connsiteX4" fmla="*/ 1364776 w 1910686"/>
              <a:gd name="connsiteY4" fmla="*/ 3268639 h 3268639"/>
              <a:gd name="connsiteX5" fmla="*/ 1910686 w 1910686"/>
              <a:gd name="connsiteY5" fmla="*/ 1726442 h 3268639"/>
              <a:gd name="connsiteX6" fmla="*/ 1603612 w 1910686"/>
              <a:gd name="connsiteY6" fmla="*/ 6824 h 3268639"/>
              <a:gd name="connsiteX7" fmla="*/ 1521725 w 1910686"/>
              <a:gd name="connsiteY7" fmla="*/ 20472 h 3268639"/>
              <a:gd name="connsiteX8" fmla="*/ 907576 w 1910686"/>
              <a:gd name="connsiteY8" fmla="*/ 163773 h 3268639"/>
              <a:gd name="connsiteX9" fmla="*/ 143301 w 1910686"/>
              <a:gd name="connsiteY9" fmla="*/ 0 h 3268639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326627 w 2094012"/>
              <a:gd name="connsiteY0" fmla="*/ 27296 h 3261815"/>
              <a:gd name="connsiteX1" fmla="*/ 183326 w 2094012"/>
              <a:gd name="connsiteY1" fmla="*/ 1699146 h 3261815"/>
              <a:gd name="connsiteX2" fmla="*/ 620054 w 2094012"/>
              <a:gd name="connsiteY2" fmla="*/ 3261815 h 3261815"/>
              <a:gd name="connsiteX3" fmla="*/ 1111373 w 2094012"/>
              <a:gd name="connsiteY3" fmla="*/ 1937982 h 3261815"/>
              <a:gd name="connsiteX4" fmla="*/ 1548102 w 2094012"/>
              <a:gd name="connsiteY4" fmla="*/ 3261815 h 3261815"/>
              <a:gd name="connsiteX5" fmla="*/ 2094012 w 2094012"/>
              <a:gd name="connsiteY5" fmla="*/ 1719618 h 3261815"/>
              <a:gd name="connsiteX6" fmla="*/ 1786938 w 2094012"/>
              <a:gd name="connsiteY6" fmla="*/ 0 h 3261815"/>
              <a:gd name="connsiteX7" fmla="*/ 1705051 w 2094012"/>
              <a:gd name="connsiteY7" fmla="*/ 13648 h 3261815"/>
              <a:gd name="connsiteX8" fmla="*/ 1090902 w 2094012"/>
              <a:gd name="connsiteY8" fmla="*/ 156949 h 3261815"/>
              <a:gd name="connsiteX9" fmla="*/ 326627 w 2094012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377501 w 2144886"/>
              <a:gd name="connsiteY0" fmla="*/ 27296 h 3261815"/>
              <a:gd name="connsiteX1" fmla="*/ 295615 w 2144886"/>
              <a:gd name="connsiteY1" fmla="*/ 1774209 h 3261815"/>
              <a:gd name="connsiteX2" fmla="*/ 670928 w 2144886"/>
              <a:gd name="connsiteY2" fmla="*/ 3261815 h 3261815"/>
              <a:gd name="connsiteX3" fmla="*/ 1162247 w 2144886"/>
              <a:gd name="connsiteY3" fmla="*/ 1937982 h 3261815"/>
              <a:gd name="connsiteX4" fmla="*/ 1598976 w 2144886"/>
              <a:gd name="connsiteY4" fmla="*/ 3261815 h 3261815"/>
              <a:gd name="connsiteX5" fmla="*/ 2144886 w 2144886"/>
              <a:gd name="connsiteY5" fmla="*/ 1719618 h 3261815"/>
              <a:gd name="connsiteX6" fmla="*/ 1837812 w 2144886"/>
              <a:gd name="connsiteY6" fmla="*/ 0 h 3261815"/>
              <a:gd name="connsiteX7" fmla="*/ 1755925 w 2144886"/>
              <a:gd name="connsiteY7" fmla="*/ 13648 h 3261815"/>
              <a:gd name="connsiteX8" fmla="*/ 1141776 w 2144886"/>
              <a:gd name="connsiteY8" fmla="*/ 156949 h 3261815"/>
              <a:gd name="connsiteX9" fmla="*/ 377501 w 2144886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80396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205171"/>
              <a:gd name="connsiteY0" fmla="*/ 27296 h 3261815"/>
              <a:gd name="connsiteX1" fmla="*/ 322444 w 2205171"/>
              <a:gd name="connsiteY1" fmla="*/ 1801504 h 3261815"/>
              <a:gd name="connsiteX2" fmla="*/ 704581 w 2205171"/>
              <a:gd name="connsiteY2" fmla="*/ 3261815 h 3261815"/>
              <a:gd name="connsiteX3" fmla="*/ 1216372 w 2205171"/>
              <a:gd name="connsiteY3" fmla="*/ 1951629 h 3261815"/>
              <a:gd name="connsiteX4" fmla="*/ 1707692 w 2205171"/>
              <a:gd name="connsiteY4" fmla="*/ 3254991 h 3261815"/>
              <a:gd name="connsiteX5" fmla="*/ 2144420 w 2205171"/>
              <a:gd name="connsiteY5" fmla="*/ 1753737 h 3261815"/>
              <a:gd name="connsiteX6" fmla="*/ 1871465 w 2205171"/>
              <a:gd name="connsiteY6" fmla="*/ 0 h 3261815"/>
              <a:gd name="connsiteX7" fmla="*/ 1789578 w 2205171"/>
              <a:gd name="connsiteY7" fmla="*/ 13648 h 3261815"/>
              <a:gd name="connsiteX8" fmla="*/ 1175429 w 2205171"/>
              <a:gd name="connsiteY8" fmla="*/ 156949 h 3261815"/>
              <a:gd name="connsiteX9" fmla="*/ 411154 w 2205171"/>
              <a:gd name="connsiteY9" fmla="*/ 27296 h 3261815"/>
              <a:gd name="connsiteX0" fmla="*/ 411154 w 2145061"/>
              <a:gd name="connsiteY0" fmla="*/ 23869 h 3258388"/>
              <a:gd name="connsiteX1" fmla="*/ 322444 w 2145061"/>
              <a:gd name="connsiteY1" fmla="*/ 1798077 h 3258388"/>
              <a:gd name="connsiteX2" fmla="*/ 704581 w 2145061"/>
              <a:gd name="connsiteY2" fmla="*/ 3258388 h 3258388"/>
              <a:gd name="connsiteX3" fmla="*/ 1216372 w 2145061"/>
              <a:gd name="connsiteY3" fmla="*/ 1948202 h 3258388"/>
              <a:gd name="connsiteX4" fmla="*/ 1707692 w 2145061"/>
              <a:gd name="connsiteY4" fmla="*/ 3251564 h 3258388"/>
              <a:gd name="connsiteX5" fmla="*/ 2144420 w 2145061"/>
              <a:gd name="connsiteY5" fmla="*/ 1750310 h 3258388"/>
              <a:gd name="connsiteX6" fmla="*/ 1789578 w 2145061"/>
              <a:gd name="connsiteY6" fmla="*/ 10221 h 3258388"/>
              <a:gd name="connsiteX7" fmla="*/ 1175429 w 2145061"/>
              <a:gd name="connsiteY7" fmla="*/ 153522 h 3258388"/>
              <a:gd name="connsiteX8" fmla="*/ 411154 w 2145061"/>
              <a:gd name="connsiteY8" fmla="*/ 23869 h 3258388"/>
              <a:gd name="connsiteX0" fmla="*/ 411154 w 2146076"/>
              <a:gd name="connsiteY0" fmla="*/ 23869 h 3258388"/>
              <a:gd name="connsiteX1" fmla="*/ 322444 w 2146076"/>
              <a:gd name="connsiteY1" fmla="*/ 1798077 h 3258388"/>
              <a:gd name="connsiteX2" fmla="*/ 704581 w 2146076"/>
              <a:gd name="connsiteY2" fmla="*/ 3258388 h 3258388"/>
              <a:gd name="connsiteX3" fmla="*/ 1216372 w 2146076"/>
              <a:gd name="connsiteY3" fmla="*/ 1948202 h 3258388"/>
              <a:gd name="connsiteX4" fmla="*/ 1707692 w 2146076"/>
              <a:gd name="connsiteY4" fmla="*/ 3251564 h 3258388"/>
              <a:gd name="connsiteX5" fmla="*/ 2144420 w 2146076"/>
              <a:gd name="connsiteY5" fmla="*/ 1750310 h 3258388"/>
              <a:gd name="connsiteX6" fmla="*/ 1926056 w 2146076"/>
              <a:gd name="connsiteY6" fmla="*/ 17045 h 3258388"/>
              <a:gd name="connsiteX7" fmla="*/ 1175429 w 2146076"/>
              <a:gd name="connsiteY7" fmla="*/ 153522 h 3258388"/>
              <a:gd name="connsiteX8" fmla="*/ 411154 w 2146076"/>
              <a:gd name="connsiteY8" fmla="*/ 23869 h 3258388"/>
              <a:gd name="connsiteX0" fmla="*/ 411154 w 2374416"/>
              <a:gd name="connsiteY0" fmla="*/ 23869 h 3258388"/>
              <a:gd name="connsiteX1" fmla="*/ 322444 w 2374416"/>
              <a:gd name="connsiteY1" fmla="*/ 1798077 h 3258388"/>
              <a:gd name="connsiteX2" fmla="*/ 704581 w 2374416"/>
              <a:gd name="connsiteY2" fmla="*/ 3258388 h 3258388"/>
              <a:gd name="connsiteX3" fmla="*/ 1216372 w 2374416"/>
              <a:gd name="connsiteY3" fmla="*/ 1948202 h 3258388"/>
              <a:gd name="connsiteX4" fmla="*/ 1707692 w 2374416"/>
              <a:gd name="connsiteY4" fmla="*/ 3251564 h 3258388"/>
              <a:gd name="connsiteX5" fmla="*/ 2144420 w 2374416"/>
              <a:gd name="connsiteY5" fmla="*/ 1750310 h 3258388"/>
              <a:gd name="connsiteX6" fmla="*/ 1926056 w 2374416"/>
              <a:gd name="connsiteY6" fmla="*/ 17045 h 3258388"/>
              <a:gd name="connsiteX7" fmla="*/ 1175429 w 2374416"/>
              <a:gd name="connsiteY7" fmla="*/ 153522 h 3258388"/>
              <a:gd name="connsiteX8" fmla="*/ 411154 w 2374416"/>
              <a:gd name="connsiteY8" fmla="*/ 23869 h 3258388"/>
              <a:gd name="connsiteX0" fmla="*/ 411154 w 2441693"/>
              <a:gd name="connsiteY0" fmla="*/ 23869 h 3258388"/>
              <a:gd name="connsiteX1" fmla="*/ 322444 w 2441693"/>
              <a:gd name="connsiteY1" fmla="*/ 1798077 h 3258388"/>
              <a:gd name="connsiteX2" fmla="*/ 704581 w 2441693"/>
              <a:gd name="connsiteY2" fmla="*/ 3258388 h 3258388"/>
              <a:gd name="connsiteX3" fmla="*/ 1216372 w 2441693"/>
              <a:gd name="connsiteY3" fmla="*/ 1948202 h 3258388"/>
              <a:gd name="connsiteX4" fmla="*/ 1707692 w 2441693"/>
              <a:gd name="connsiteY4" fmla="*/ 3251564 h 3258388"/>
              <a:gd name="connsiteX5" fmla="*/ 2144420 w 2441693"/>
              <a:gd name="connsiteY5" fmla="*/ 1750310 h 3258388"/>
              <a:gd name="connsiteX6" fmla="*/ 1926056 w 2441693"/>
              <a:gd name="connsiteY6" fmla="*/ 17045 h 3258388"/>
              <a:gd name="connsiteX7" fmla="*/ 1175429 w 2441693"/>
              <a:gd name="connsiteY7" fmla="*/ 153522 h 3258388"/>
              <a:gd name="connsiteX8" fmla="*/ 411154 w 2441693"/>
              <a:gd name="connsiteY8" fmla="*/ 23869 h 3258388"/>
              <a:gd name="connsiteX0" fmla="*/ 411154 w 2377348"/>
              <a:gd name="connsiteY0" fmla="*/ 23869 h 3258388"/>
              <a:gd name="connsiteX1" fmla="*/ 322444 w 2377348"/>
              <a:gd name="connsiteY1" fmla="*/ 1798077 h 3258388"/>
              <a:gd name="connsiteX2" fmla="*/ 704581 w 2377348"/>
              <a:gd name="connsiteY2" fmla="*/ 3258388 h 3258388"/>
              <a:gd name="connsiteX3" fmla="*/ 1216372 w 2377348"/>
              <a:gd name="connsiteY3" fmla="*/ 1948202 h 3258388"/>
              <a:gd name="connsiteX4" fmla="*/ 1707692 w 2377348"/>
              <a:gd name="connsiteY4" fmla="*/ 3251564 h 3258388"/>
              <a:gd name="connsiteX5" fmla="*/ 2144420 w 2377348"/>
              <a:gd name="connsiteY5" fmla="*/ 1750310 h 3258388"/>
              <a:gd name="connsiteX6" fmla="*/ 1926056 w 2377348"/>
              <a:gd name="connsiteY6" fmla="*/ 17045 h 3258388"/>
              <a:gd name="connsiteX7" fmla="*/ 1175429 w 2377348"/>
              <a:gd name="connsiteY7" fmla="*/ 153522 h 3258388"/>
              <a:gd name="connsiteX8" fmla="*/ 411154 w 2377348"/>
              <a:gd name="connsiteY8" fmla="*/ 23869 h 3258388"/>
              <a:gd name="connsiteX0" fmla="*/ 411154 w 2424220"/>
              <a:gd name="connsiteY0" fmla="*/ 23869 h 3258388"/>
              <a:gd name="connsiteX1" fmla="*/ 322444 w 2424220"/>
              <a:gd name="connsiteY1" fmla="*/ 1798077 h 3258388"/>
              <a:gd name="connsiteX2" fmla="*/ 704581 w 2424220"/>
              <a:gd name="connsiteY2" fmla="*/ 3258388 h 3258388"/>
              <a:gd name="connsiteX3" fmla="*/ 1216372 w 2424220"/>
              <a:gd name="connsiteY3" fmla="*/ 1948202 h 3258388"/>
              <a:gd name="connsiteX4" fmla="*/ 1707692 w 2424220"/>
              <a:gd name="connsiteY4" fmla="*/ 3251564 h 3258388"/>
              <a:gd name="connsiteX5" fmla="*/ 2144420 w 2424220"/>
              <a:gd name="connsiteY5" fmla="*/ 1750310 h 3258388"/>
              <a:gd name="connsiteX6" fmla="*/ 1926056 w 2424220"/>
              <a:gd name="connsiteY6" fmla="*/ 17045 h 3258388"/>
              <a:gd name="connsiteX7" fmla="*/ 1175429 w 2424220"/>
              <a:gd name="connsiteY7" fmla="*/ 153522 h 3258388"/>
              <a:gd name="connsiteX8" fmla="*/ 411154 w 2424220"/>
              <a:gd name="connsiteY8" fmla="*/ 23869 h 3258388"/>
              <a:gd name="connsiteX0" fmla="*/ 411154 w 2449010"/>
              <a:gd name="connsiteY0" fmla="*/ 23869 h 3258388"/>
              <a:gd name="connsiteX1" fmla="*/ 322444 w 2449010"/>
              <a:gd name="connsiteY1" fmla="*/ 1798077 h 3258388"/>
              <a:gd name="connsiteX2" fmla="*/ 704581 w 2449010"/>
              <a:gd name="connsiteY2" fmla="*/ 3258388 h 3258388"/>
              <a:gd name="connsiteX3" fmla="*/ 1216372 w 2449010"/>
              <a:gd name="connsiteY3" fmla="*/ 1948202 h 3258388"/>
              <a:gd name="connsiteX4" fmla="*/ 1707692 w 2449010"/>
              <a:gd name="connsiteY4" fmla="*/ 3251564 h 3258388"/>
              <a:gd name="connsiteX5" fmla="*/ 2144420 w 2449010"/>
              <a:gd name="connsiteY5" fmla="*/ 1750310 h 3258388"/>
              <a:gd name="connsiteX6" fmla="*/ 1926056 w 2449010"/>
              <a:gd name="connsiteY6" fmla="*/ 17045 h 3258388"/>
              <a:gd name="connsiteX7" fmla="*/ 1175429 w 2449010"/>
              <a:gd name="connsiteY7" fmla="*/ 153522 h 3258388"/>
              <a:gd name="connsiteX8" fmla="*/ 411154 w 2449010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4" name="Group 102">
            <a:extLst>
              <a:ext uri="{FF2B5EF4-FFF2-40B4-BE49-F238E27FC236}">
                <a16:creationId xmlns:a16="http://schemas.microsoft.com/office/drawing/2014/main" id="{3B22177F-3D45-4A9B-976C-0E5FC31B92C4}"/>
              </a:ext>
            </a:extLst>
          </p:cNvPr>
          <p:cNvGrpSpPr>
            <a:grpSpLocks noChangeAspect="1"/>
          </p:cNvGrpSpPr>
          <p:nvPr/>
        </p:nvGrpSpPr>
        <p:grpSpPr>
          <a:xfrm>
            <a:off x="8707493" y="2429101"/>
            <a:ext cx="325734" cy="529812"/>
            <a:chOff x="2071598" y="2060848"/>
            <a:chExt cx="1917605" cy="313714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5" name="Freeform 103">
              <a:extLst>
                <a:ext uri="{FF2B5EF4-FFF2-40B4-BE49-F238E27FC236}">
                  <a16:creationId xmlns:a16="http://schemas.microsoft.com/office/drawing/2014/main" id="{45551A25-8F0E-4347-975E-A924A7130E47}"/>
                </a:ext>
              </a:extLst>
            </p:cNvPr>
            <p:cNvSpPr/>
            <p:nvPr/>
          </p:nvSpPr>
          <p:spPr>
            <a:xfrm>
              <a:off x="2483768" y="206084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Freeform 104">
              <a:extLst>
                <a:ext uri="{FF2B5EF4-FFF2-40B4-BE49-F238E27FC236}">
                  <a16:creationId xmlns:a16="http://schemas.microsoft.com/office/drawing/2014/main" id="{1D56ED84-718A-4F64-9201-3371A122B353}"/>
                </a:ext>
              </a:extLst>
            </p:cNvPr>
            <p:cNvSpPr/>
            <p:nvPr/>
          </p:nvSpPr>
          <p:spPr>
            <a:xfrm rot="21253755">
              <a:off x="2170737" y="2710023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Freeform 105">
              <a:extLst>
                <a:ext uri="{FF2B5EF4-FFF2-40B4-BE49-F238E27FC236}">
                  <a16:creationId xmlns:a16="http://schemas.microsoft.com/office/drawing/2014/main" id="{C13BBB19-70FE-4952-97D0-FDEBC2A1BBF6}"/>
                </a:ext>
              </a:extLst>
            </p:cNvPr>
            <p:cNvSpPr/>
            <p:nvPr/>
          </p:nvSpPr>
          <p:spPr>
            <a:xfrm rot="20634645">
              <a:off x="2071598" y="3466865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Freeform 106">
              <a:extLst>
                <a:ext uri="{FF2B5EF4-FFF2-40B4-BE49-F238E27FC236}">
                  <a16:creationId xmlns:a16="http://schemas.microsoft.com/office/drawing/2014/main" id="{7ABD01DA-F7D7-478D-A532-2A1B78A013CF}"/>
                </a:ext>
              </a:extLst>
            </p:cNvPr>
            <p:cNvSpPr/>
            <p:nvPr/>
          </p:nvSpPr>
          <p:spPr>
            <a:xfrm rot="19632933">
              <a:off x="2257651" y="418223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Freeform 107">
            <a:extLst>
              <a:ext uri="{FF2B5EF4-FFF2-40B4-BE49-F238E27FC236}">
                <a16:creationId xmlns:a16="http://schemas.microsoft.com/office/drawing/2014/main" id="{5F7DADB8-BA7C-4AE5-BF1E-BC82543D1EA9}"/>
              </a:ext>
            </a:extLst>
          </p:cNvPr>
          <p:cNvSpPr>
            <a:spLocks noChangeAspect="1"/>
          </p:cNvSpPr>
          <p:nvPr/>
        </p:nvSpPr>
        <p:spPr>
          <a:xfrm>
            <a:off x="9618681" y="2429101"/>
            <a:ext cx="169894" cy="529812"/>
          </a:xfrm>
          <a:custGeom>
            <a:avLst/>
            <a:gdLst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25685 w 779830"/>
              <a:gd name="connsiteY0" fmla="*/ 1331843 h 2449001"/>
              <a:gd name="connsiteX1" fmla="*/ 537004 w 779830"/>
              <a:gd name="connsiteY1" fmla="*/ 1379551 h 2449001"/>
              <a:gd name="connsiteX2" fmla="*/ 758434 w 779830"/>
              <a:gd name="connsiteY2" fmla="*/ 1406369 h 2449001"/>
              <a:gd name="connsiteX3" fmla="*/ 620492 w 779830"/>
              <a:gd name="connsiteY3" fmla="*/ 1741335 h 2449001"/>
              <a:gd name="connsiteX4" fmla="*/ 604589 w 779830"/>
              <a:gd name="connsiteY4" fmla="*/ 2441050 h 2449001"/>
              <a:gd name="connsiteX5" fmla="*/ 314367 w 779830"/>
              <a:gd name="connsiteY5" fmla="*/ 2445025 h 2449001"/>
              <a:gd name="connsiteX6" fmla="*/ 207024 w 779830"/>
              <a:gd name="connsiteY6" fmla="*/ 1673750 h 2449001"/>
              <a:gd name="connsiteX7" fmla="*/ 203049 w 779830"/>
              <a:gd name="connsiteY7" fmla="*/ 2441050 h 2449001"/>
              <a:gd name="connsiteX8" fmla="*/ 131487 w 779830"/>
              <a:gd name="connsiteY8" fmla="*/ 2449001 h 2449001"/>
              <a:gd name="connsiteX9" fmla="*/ 290 w 779830"/>
              <a:gd name="connsiteY9" fmla="*/ 1701579 h 2449001"/>
              <a:gd name="connsiteX10" fmla="*/ 95803 w 779830"/>
              <a:gd name="connsiteY10" fmla="*/ 1597201 h 2449001"/>
              <a:gd name="connsiteX11" fmla="*/ 84332 w 779830"/>
              <a:gd name="connsiteY11" fmla="*/ 1389262 h 2449001"/>
              <a:gd name="connsiteX12" fmla="*/ 334245 w 779830"/>
              <a:gd name="connsiteY12" fmla="*/ 1375575 h 2449001"/>
              <a:gd name="connsiteX13" fmla="*/ 425685 w 779830"/>
              <a:gd name="connsiteY13" fmla="*/ 1331843 h 2449001"/>
              <a:gd name="connsiteX14" fmla="*/ 238828 w 779830"/>
              <a:gd name="connsiteY14" fmla="*/ 0 h 2449001"/>
              <a:gd name="connsiteX15" fmla="*/ 552904 w 779830"/>
              <a:gd name="connsiteY15" fmla="*/ 0 h 2449001"/>
              <a:gd name="connsiteX16" fmla="*/ 684102 w 779830"/>
              <a:gd name="connsiteY16" fmla="*/ 962108 h 2449001"/>
              <a:gd name="connsiteX17" fmla="*/ 719882 w 779830"/>
              <a:gd name="connsiteY17" fmla="*/ 1307990 h 2449001"/>
              <a:gd name="connsiteX18" fmla="*/ 409781 w 779830"/>
              <a:gd name="connsiteY18" fmla="*/ 1268233 h 2449001"/>
              <a:gd name="connsiteX19" fmla="*/ 99681 w 779830"/>
              <a:gd name="connsiteY19" fmla="*/ 1288111 h 2449001"/>
              <a:gd name="connsiteX20" fmla="*/ 119559 w 779830"/>
              <a:gd name="connsiteY20" fmla="*/ 1017766 h 2449001"/>
              <a:gd name="connsiteX21" fmla="*/ 238828 w 779830"/>
              <a:gd name="connsiteY21" fmla="*/ 0 h 2449001"/>
              <a:gd name="connsiteX0" fmla="*/ 425766 w 779911"/>
              <a:gd name="connsiteY0" fmla="*/ 1331843 h 2449001"/>
              <a:gd name="connsiteX1" fmla="*/ 537085 w 779911"/>
              <a:gd name="connsiteY1" fmla="*/ 1379551 h 2449001"/>
              <a:gd name="connsiteX2" fmla="*/ 758515 w 779911"/>
              <a:gd name="connsiteY2" fmla="*/ 1406369 h 2449001"/>
              <a:gd name="connsiteX3" fmla="*/ 620573 w 779911"/>
              <a:gd name="connsiteY3" fmla="*/ 1741335 h 2449001"/>
              <a:gd name="connsiteX4" fmla="*/ 604670 w 779911"/>
              <a:gd name="connsiteY4" fmla="*/ 2441050 h 2449001"/>
              <a:gd name="connsiteX5" fmla="*/ 314448 w 779911"/>
              <a:gd name="connsiteY5" fmla="*/ 2445025 h 2449001"/>
              <a:gd name="connsiteX6" fmla="*/ 207105 w 779911"/>
              <a:gd name="connsiteY6" fmla="*/ 1673750 h 2449001"/>
              <a:gd name="connsiteX7" fmla="*/ 203130 w 779911"/>
              <a:gd name="connsiteY7" fmla="*/ 2441050 h 2449001"/>
              <a:gd name="connsiteX8" fmla="*/ 131568 w 779911"/>
              <a:gd name="connsiteY8" fmla="*/ 2449001 h 2449001"/>
              <a:gd name="connsiteX9" fmla="*/ 371 w 779911"/>
              <a:gd name="connsiteY9" fmla="*/ 1701579 h 2449001"/>
              <a:gd name="connsiteX10" fmla="*/ 95884 w 779911"/>
              <a:gd name="connsiteY10" fmla="*/ 1597201 h 2449001"/>
              <a:gd name="connsiteX11" fmla="*/ 84413 w 779911"/>
              <a:gd name="connsiteY11" fmla="*/ 1389262 h 2449001"/>
              <a:gd name="connsiteX12" fmla="*/ 334326 w 779911"/>
              <a:gd name="connsiteY12" fmla="*/ 1375575 h 2449001"/>
              <a:gd name="connsiteX13" fmla="*/ 425766 w 779911"/>
              <a:gd name="connsiteY13" fmla="*/ 1331843 h 2449001"/>
              <a:gd name="connsiteX14" fmla="*/ 238909 w 779911"/>
              <a:gd name="connsiteY14" fmla="*/ 0 h 2449001"/>
              <a:gd name="connsiteX15" fmla="*/ 552985 w 779911"/>
              <a:gd name="connsiteY15" fmla="*/ 0 h 2449001"/>
              <a:gd name="connsiteX16" fmla="*/ 684183 w 779911"/>
              <a:gd name="connsiteY16" fmla="*/ 962108 h 2449001"/>
              <a:gd name="connsiteX17" fmla="*/ 719963 w 779911"/>
              <a:gd name="connsiteY17" fmla="*/ 1307990 h 2449001"/>
              <a:gd name="connsiteX18" fmla="*/ 409862 w 779911"/>
              <a:gd name="connsiteY18" fmla="*/ 1268233 h 2449001"/>
              <a:gd name="connsiteX19" fmla="*/ 99762 w 779911"/>
              <a:gd name="connsiteY19" fmla="*/ 1288111 h 2449001"/>
              <a:gd name="connsiteX20" fmla="*/ 119640 w 779911"/>
              <a:gd name="connsiteY20" fmla="*/ 1017766 h 2449001"/>
              <a:gd name="connsiteX21" fmla="*/ 238909 w 779911"/>
              <a:gd name="connsiteY21" fmla="*/ 0 h 2449001"/>
              <a:gd name="connsiteX0" fmla="*/ 425696 w 779841"/>
              <a:gd name="connsiteY0" fmla="*/ 1331843 h 2449001"/>
              <a:gd name="connsiteX1" fmla="*/ 537015 w 779841"/>
              <a:gd name="connsiteY1" fmla="*/ 1379551 h 2449001"/>
              <a:gd name="connsiteX2" fmla="*/ 758445 w 779841"/>
              <a:gd name="connsiteY2" fmla="*/ 1406369 h 2449001"/>
              <a:gd name="connsiteX3" fmla="*/ 620503 w 779841"/>
              <a:gd name="connsiteY3" fmla="*/ 1741335 h 2449001"/>
              <a:gd name="connsiteX4" fmla="*/ 604600 w 779841"/>
              <a:gd name="connsiteY4" fmla="*/ 2441050 h 2449001"/>
              <a:gd name="connsiteX5" fmla="*/ 314378 w 779841"/>
              <a:gd name="connsiteY5" fmla="*/ 2445025 h 2449001"/>
              <a:gd name="connsiteX6" fmla="*/ 207035 w 779841"/>
              <a:gd name="connsiteY6" fmla="*/ 1673750 h 2449001"/>
              <a:gd name="connsiteX7" fmla="*/ 203060 w 779841"/>
              <a:gd name="connsiteY7" fmla="*/ 2441050 h 2449001"/>
              <a:gd name="connsiteX8" fmla="*/ 131498 w 779841"/>
              <a:gd name="connsiteY8" fmla="*/ 2449001 h 2449001"/>
              <a:gd name="connsiteX9" fmla="*/ 301 w 779841"/>
              <a:gd name="connsiteY9" fmla="*/ 1701579 h 2449001"/>
              <a:gd name="connsiteX10" fmla="*/ 95814 w 779841"/>
              <a:gd name="connsiteY10" fmla="*/ 1597201 h 2449001"/>
              <a:gd name="connsiteX11" fmla="*/ 84343 w 779841"/>
              <a:gd name="connsiteY11" fmla="*/ 1389262 h 2449001"/>
              <a:gd name="connsiteX12" fmla="*/ 334256 w 779841"/>
              <a:gd name="connsiteY12" fmla="*/ 1375575 h 2449001"/>
              <a:gd name="connsiteX13" fmla="*/ 425696 w 779841"/>
              <a:gd name="connsiteY13" fmla="*/ 1331843 h 2449001"/>
              <a:gd name="connsiteX14" fmla="*/ 238839 w 779841"/>
              <a:gd name="connsiteY14" fmla="*/ 0 h 2449001"/>
              <a:gd name="connsiteX15" fmla="*/ 552915 w 779841"/>
              <a:gd name="connsiteY15" fmla="*/ 0 h 2449001"/>
              <a:gd name="connsiteX16" fmla="*/ 684113 w 779841"/>
              <a:gd name="connsiteY16" fmla="*/ 962108 h 2449001"/>
              <a:gd name="connsiteX17" fmla="*/ 719893 w 779841"/>
              <a:gd name="connsiteY17" fmla="*/ 1307990 h 2449001"/>
              <a:gd name="connsiteX18" fmla="*/ 409792 w 779841"/>
              <a:gd name="connsiteY18" fmla="*/ 1268233 h 2449001"/>
              <a:gd name="connsiteX19" fmla="*/ 99692 w 779841"/>
              <a:gd name="connsiteY19" fmla="*/ 1288111 h 2449001"/>
              <a:gd name="connsiteX20" fmla="*/ 119570 w 779841"/>
              <a:gd name="connsiteY20" fmla="*/ 1017766 h 2449001"/>
              <a:gd name="connsiteX21" fmla="*/ 238839 w 779841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19570 w 794874"/>
              <a:gd name="connsiteY20" fmla="*/ 1017766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1314"/>
              <a:gd name="connsiteY0" fmla="*/ 1331843 h 2449001"/>
              <a:gd name="connsiteX1" fmla="*/ 537015 w 791314"/>
              <a:gd name="connsiteY1" fmla="*/ 1379551 h 2449001"/>
              <a:gd name="connsiteX2" fmla="*/ 758445 w 791314"/>
              <a:gd name="connsiteY2" fmla="*/ 1406369 h 2449001"/>
              <a:gd name="connsiteX3" fmla="*/ 620503 w 791314"/>
              <a:gd name="connsiteY3" fmla="*/ 1741335 h 2449001"/>
              <a:gd name="connsiteX4" fmla="*/ 604600 w 791314"/>
              <a:gd name="connsiteY4" fmla="*/ 2441050 h 2449001"/>
              <a:gd name="connsiteX5" fmla="*/ 314378 w 791314"/>
              <a:gd name="connsiteY5" fmla="*/ 2445025 h 2449001"/>
              <a:gd name="connsiteX6" fmla="*/ 207035 w 791314"/>
              <a:gd name="connsiteY6" fmla="*/ 1673750 h 2449001"/>
              <a:gd name="connsiteX7" fmla="*/ 203060 w 791314"/>
              <a:gd name="connsiteY7" fmla="*/ 2441050 h 2449001"/>
              <a:gd name="connsiteX8" fmla="*/ 131498 w 791314"/>
              <a:gd name="connsiteY8" fmla="*/ 2449001 h 2449001"/>
              <a:gd name="connsiteX9" fmla="*/ 301 w 791314"/>
              <a:gd name="connsiteY9" fmla="*/ 1701579 h 2449001"/>
              <a:gd name="connsiteX10" fmla="*/ 95814 w 791314"/>
              <a:gd name="connsiteY10" fmla="*/ 1597201 h 2449001"/>
              <a:gd name="connsiteX11" fmla="*/ 84343 w 791314"/>
              <a:gd name="connsiteY11" fmla="*/ 1389262 h 2449001"/>
              <a:gd name="connsiteX12" fmla="*/ 334256 w 791314"/>
              <a:gd name="connsiteY12" fmla="*/ 1375575 h 2449001"/>
              <a:gd name="connsiteX13" fmla="*/ 425696 w 791314"/>
              <a:gd name="connsiteY13" fmla="*/ 1331843 h 2449001"/>
              <a:gd name="connsiteX14" fmla="*/ 218310 w 791314"/>
              <a:gd name="connsiteY14" fmla="*/ 0 h 2449001"/>
              <a:gd name="connsiteX15" fmla="*/ 570023 w 791314"/>
              <a:gd name="connsiteY15" fmla="*/ 3422 h 2449001"/>
              <a:gd name="connsiteX16" fmla="*/ 677271 w 791314"/>
              <a:gd name="connsiteY16" fmla="*/ 938156 h 2449001"/>
              <a:gd name="connsiteX17" fmla="*/ 719893 w 791314"/>
              <a:gd name="connsiteY17" fmla="*/ 1307990 h 2449001"/>
              <a:gd name="connsiteX18" fmla="*/ 409792 w 791314"/>
              <a:gd name="connsiteY18" fmla="*/ 1268233 h 2449001"/>
              <a:gd name="connsiteX19" fmla="*/ 99692 w 791314"/>
              <a:gd name="connsiteY19" fmla="*/ 1288111 h 2449001"/>
              <a:gd name="connsiteX20" fmla="*/ 133257 w 791314"/>
              <a:gd name="connsiteY20" fmla="*/ 945913 h 2449001"/>
              <a:gd name="connsiteX21" fmla="*/ 218310 w 791314"/>
              <a:gd name="connsiteY21" fmla="*/ 0 h 2449001"/>
              <a:gd name="connsiteX0" fmla="*/ 425696 w 791740"/>
              <a:gd name="connsiteY0" fmla="*/ 1331843 h 2449001"/>
              <a:gd name="connsiteX1" fmla="*/ 537015 w 791740"/>
              <a:gd name="connsiteY1" fmla="*/ 1379551 h 2449001"/>
              <a:gd name="connsiteX2" fmla="*/ 775553 w 791740"/>
              <a:gd name="connsiteY2" fmla="*/ 1406369 h 2449001"/>
              <a:gd name="connsiteX3" fmla="*/ 620503 w 791740"/>
              <a:gd name="connsiteY3" fmla="*/ 1741335 h 2449001"/>
              <a:gd name="connsiteX4" fmla="*/ 604600 w 791740"/>
              <a:gd name="connsiteY4" fmla="*/ 2441050 h 2449001"/>
              <a:gd name="connsiteX5" fmla="*/ 314378 w 791740"/>
              <a:gd name="connsiteY5" fmla="*/ 2445025 h 2449001"/>
              <a:gd name="connsiteX6" fmla="*/ 207035 w 791740"/>
              <a:gd name="connsiteY6" fmla="*/ 1673750 h 2449001"/>
              <a:gd name="connsiteX7" fmla="*/ 203060 w 791740"/>
              <a:gd name="connsiteY7" fmla="*/ 2441050 h 2449001"/>
              <a:gd name="connsiteX8" fmla="*/ 131498 w 791740"/>
              <a:gd name="connsiteY8" fmla="*/ 2449001 h 2449001"/>
              <a:gd name="connsiteX9" fmla="*/ 301 w 791740"/>
              <a:gd name="connsiteY9" fmla="*/ 1701579 h 2449001"/>
              <a:gd name="connsiteX10" fmla="*/ 95814 w 791740"/>
              <a:gd name="connsiteY10" fmla="*/ 1597201 h 2449001"/>
              <a:gd name="connsiteX11" fmla="*/ 84343 w 791740"/>
              <a:gd name="connsiteY11" fmla="*/ 1389262 h 2449001"/>
              <a:gd name="connsiteX12" fmla="*/ 334256 w 791740"/>
              <a:gd name="connsiteY12" fmla="*/ 1375575 h 2449001"/>
              <a:gd name="connsiteX13" fmla="*/ 425696 w 791740"/>
              <a:gd name="connsiteY13" fmla="*/ 1331843 h 2449001"/>
              <a:gd name="connsiteX14" fmla="*/ 218310 w 791740"/>
              <a:gd name="connsiteY14" fmla="*/ 0 h 2449001"/>
              <a:gd name="connsiteX15" fmla="*/ 570023 w 791740"/>
              <a:gd name="connsiteY15" fmla="*/ 3422 h 2449001"/>
              <a:gd name="connsiteX16" fmla="*/ 677271 w 791740"/>
              <a:gd name="connsiteY16" fmla="*/ 938156 h 2449001"/>
              <a:gd name="connsiteX17" fmla="*/ 719893 w 791740"/>
              <a:gd name="connsiteY17" fmla="*/ 1307990 h 2449001"/>
              <a:gd name="connsiteX18" fmla="*/ 409792 w 791740"/>
              <a:gd name="connsiteY18" fmla="*/ 1268233 h 2449001"/>
              <a:gd name="connsiteX19" fmla="*/ 99692 w 791740"/>
              <a:gd name="connsiteY19" fmla="*/ 1288111 h 2449001"/>
              <a:gd name="connsiteX20" fmla="*/ 133257 w 791740"/>
              <a:gd name="connsiteY20" fmla="*/ 945913 h 2449001"/>
              <a:gd name="connsiteX21" fmla="*/ 218310 w 791740"/>
              <a:gd name="connsiteY21" fmla="*/ 0 h 2449001"/>
              <a:gd name="connsiteX0" fmla="*/ 425696 w 798638"/>
              <a:gd name="connsiteY0" fmla="*/ 1331843 h 2449001"/>
              <a:gd name="connsiteX1" fmla="*/ 537015 w 798638"/>
              <a:gd name="connsiteY1" fmla="*/ 1379551 h 2449001"/>
              <a:gd name="connsiteX2" fmla="*/ 775553 w 798638"/>
              <a:gd name="connsiteY2" fmla="*/ 1406369 h 2449001"/>
              <a:gd name="connsiteX3" fmla="*/ 620503 w 798638"/>
              <a:gd name="connsiteY3" fmla="*/ 1741335 h 2449001"/>
              <a:gd name="connsiteX4" fmla="*/ 604600 w 798638"/>
              <a:gd name="connsiteY4" fmla="*/ 2441050 h 2449001"/>
              <a:gd name="connsiteX5" fmla="*/ 314378 w 798638"/>
              <a:gd name="connsiteY5" fmla="*/ 2445025 h 2449001"/>
              <a:gd name="connsiteX6" fmla="*/ 207035 w 798638"/>
              <a:gd name="connsiteY6" fmla="*/ 1673750 h 2449001"/>
              <a:gd name="connsiteX7" fmla="*/ 203060 w 798638"/>
              <a:gd name="connsiteY7" fmla="*/ 2441050 h 2449001"/>
              <a:gd name="connsiteX8" fmla="*/ 131498 w 798638"/>
              <a:gd name="connsiteY8" fmla="*/ 2449001 h 2449001"/>
              <a:gd name="connsiteX9" fmla="*/ 301 w 798638"/>
              <a:gd name="connsiteY9" fmla="*/ 1701579 h 2449001"/>
              <a:gd name="connsiteX10" fmla="*/ 95814 w 798638"/>
              <a:gd name="connsiteY10" fmla="*/ 1597201 h 2449001"/>
              <a:gd name="connsiteX11" fmla="*/ 84343 w 798638"/>
              <a:gd name="connsiteY11" fmla="*/ 1389262 h 2449001"/>
              <a:gd name="connsiteX12" fmla="*/ 334256 w 798638"/>
              <a:gd name="connsiteY12" fmla="*/ 1375575 h 2449001"/>
              <a:gd name="connsiteX13" fmla="*/ 425696 w 798638"/>
              <a:gd name="connsiteY13" fmla="*/ 1331843 h 2449001"/>
              <a:gd name="connsiteX14" fmla="*/ 218310 w 798638"/>
              <a:gd name="connsiteY14" fmla="*/ 0 h 2449001"/>
              <a:gd name="connsiteX15" fmla="*/ 570023 w 798638"/>
              <a:gd name="connsiteY15" fmla="*/ 3422 h 2449001"/>
              <a:gd name="connsiteX16" fmla="*/ 677271 w 798638"/>
              <a:gd name="connsiteY16" fmla="*/ 938156 h 2449001"/>
              <a:gd name="connsiteX17" fmla="*/ 719893 w 798638"/>
              <a:gd name="connsiteY17" fmla="*/ 1307990 h 2449001"/>
              <a:gd name="connsiteX18" fmla="*/ 409792 w 798638"/>
              <a:gd name="connsiteY18" fmla="*/ 1268233 h 2449001"/>
              <a:gd name="connsiteX19" fmla="*/ 99692 w 798638"/>
              <a:gd name="connsiteY19" fmla="*/ 1288111 h 2449001"/>
              <a:gd name="connsiteX20" fmla="*/ 133257 w 798638"/>
              <a:gd name="connsiteY20" fmla="*/ 945913 h 2449001"/>
              <a:gd name="connsiteX21" fmla="*/ 218310 w 798638"/>
              <a:gd name="connsiteY21" fmla="*/ 0 h 2449001"/>
              <a:gd name="connsiteX0" fmla="*/ 425696 w 798137"/>
              <a:gd name="connsiteY0" fmla="*/ 1331843 h 2449001"/>
              <a:gd name="connsiteX1" fmla="*/ 537015 w 798137"/>
              <a:gd name="connsiteY1" fmla="*/ 1379551 h 2449001"/>
              <a:gd name="connsiteX2" fmla="*/ 775553 w 798137"/>
              <a:gd name="connsiteY2" fmla="*/ 1406369 h 2449001"/>
              <a:gd name="connsiteX3" fmla="*/ 613659 w 798137"/>
              <a:gd name="connsiteY3" fmla="*/ 1785816 h 2449001"/>
              <a:gd name="connsiteX4" fmla="*/ 604600 w 798137"/>
              <a:gd name="connsiteY4" fmla="*/ 2441050 h 2449001"/>
              <a:gd name="connsiteX5" fmla="*/ 314378 w 798137"/>
              <a:gd name="connsiteY5" fmla="*/ 2445025 h 2449001"/>
              <a:gd name="connsiteX6" fmla="*/ 207035 w 798137"/>
              <a:gd name="connsiteY6" fmla="*/ 1673750 h 2449001"/>
              <a:gd name="connsiteX7" fmla="*/ 203060 w 798137"/>
              <a:gd name="connsiteY7" fmla="*/ 2441050 h 2449001"/>
              <a:gd name="connsiteX8" fmla="*/ 131498 w 798137"/>
              <a:gd name="connsiteY8" fmla="*/ 2449001 h 2449001"/>
              <a:gd name="connsiteX9" fmla="*/ 301 w 798137"/>
              <a:gd name="connsiteY9" fmla="*/ 1701579 h 2449001"/>
              <a:gd name="connsiteX10" fmla="*/ 95814 w 798137"/>
              <a:gd name="connsiteY10" fmla="*/ 1597201 h 2449001"/>
              <a:gd name="connsiteX11" fmla="*/ 84343 w 798137"/>
              <a:gd name="connsiteY11" fmla="*/ 1389262 h 2449001"/>
              <a:gd name="connsiteX12" fmla="*/ 334256 w 798137"/>
              <a:gd name="connsiteY12" fmla="*/ 1375575 h 2449001"/>
              <a:gd name="connsiteX13" fmla="*/ 425696 w 798137"/>
              <a:gd name="connsiteY13" fmla="*/ 1331843 h 2449001"/>
              <a:gd name="connsiteX14" fmla="*/ 218310 w 798137"/>
              <a:gd name="connsiteY14" fmla="*/ 0 h 2449001"/>
              <a:gd name="connsiteX15" fmla="*/ 570023 w 798137"/>
              <a:gd name="connsiteY15" fmla="*/ 3422 h 2449001"/>
              <a:gd name="connsiteX16" fmla="*/ 677271 w 798137"/>
              <a:gd name="connsiteY16" fmla="*/ 938156 h 2449001"/>
              <a:gd name="connsiteX17" fmla="*/ 719893 w 798137"/>
              <a:gd name="connsiteY17" fmla="*/ 1307990 h 2449001"/>
              <a:gd name="connsiteX18" fmla="*/ 409792 w 798137"/>
              <a:gd name="connsiteY18" fmla="*/ 1268233 h 2449001"/>
              <a:gd name="connsiteX19" fmla="*/ 99692 w 798137"/>
              <a:gd name="connsiteY19" fmla="*/ 1288111 h 2449001"/>
              <a:gd name="connsiteX20" fmla="*/ 133257 w 798137"/>
              <a:gd name="connsiteY20" fmla="*/ 945913 h 2449001"/>
              <a:gd name="connsiteX21" fmla="*/ 218310 w 798137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07035 w 797686"/>
              <a:gd name="connsiteY6" fmla="*/ 1673750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24143 w 797686"/>
              <a:gd name="connsiteY6" fmla="*/ 1721654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05179 w 777169"/>
              <a:gd name="connsiteY0" fmla="*/ 1331843 h 2449001"/>
              <a:gd name="connsiteX1" fmla="*/ 516498 w 777169"/>
              <a:gd name="connsiteY1" fmla="*/ 1379551 h 2449001"/>
              <a:gd name="connsiteX2" fmla="*/ 755036 w 777169"/>
              <a:gd name="connsiteY2" fmla="*/ 1406369 h 2449001"/>
              <a:gd name="connsiteX3" fmla="*/ 593142 w 777169"/>
              <a:gd name="connsiteY3" fmla="*/ 1785816 h 2449001"/>
              <a:gd name="connsiteX4" fmla="*/ 584083 w 777169"/>
              <a:gd name="connsiteY4" fmla="*/ 2441050 h 2449001"/>
              <a:gd name="connsiteX5" fmla="*/ 293861 w 777169"/>
              <a:gd name="connsiteY5" fmla="*/ 2445025 h 2449001"/>
              <a:gd name="connsiteX6" fmla="*/ 203626 w 777169"/>
              <a:gd name="connsiteY6" fmla="*/ 1721654 h 2449001"/>
              <a:gd name="connsiteX7" fmla="*/ 182543 w 777169"/>
              <a:gd name="connsiteY7" fmla="*/ 2441050 h 2449001"/>
              <a:gd name="connsiteX8" fmla="*/ 110981 w 777169"/>
              <a:gd name="connsiteY8" fmla="*/ 2449001 h 2449001"/>
              <a:gd name="connsiteX9" fmla="*/ 313 w 777169"/>
              <a:gd name="connsiteY9" fmla="*/ 1749481 h 2449001"/>
              <a:gd name="connsiteX10" fmla="*/ 92405 w 777169"/>
              <a:gd name="connsiteY10" fmla="*/ 1641682 h 2449001"/>
              <a:gd name="connsiteX11" fmla="*/ 63826 w 777169"/>
              <a:gd name="connsiteY11" fmla="*/ 1389262 h 2449001"/>
              <a:gd name="connsiteX12" fmla="*/ 313739 w 777169"/>
              <a:gd name="connsiteY12" fmla="*/ 1375575 h 2449001"/>
              <a:gd name="connsiteX13" fmla="*/ 405179 w 777169"/>
              <a:gd name="connsiteY13" fmla="*/ 1331843 h 2449001"/>
              <a:gd name="connsiteX14" fmla="*/ 197793 w 777169"/>
              <a:gd name="connsiteY14" fmla="*/ 0 h 2449001"/>
              <a:gd name="connsiteX15" fmla="*/ 549506 w 777169"/>
              <a:gd name="connsiteY15" fmla="*/ 3422 h 2449001"/>
              <a:gd name="connsiteX16" fmla="*/ 656754 w 777169"/>
              <a:gd name="connsiteY16" fmla="*/ 938156 h 2449001"/>
              <a:gd name="connsiteX17" fmla="*/ 699376 w 777169"/>
              <a:gd name="connsiteY17" fmla="*/ 1307990 h 2449001"/>
              <a:gd name="connsiteX18" fmla="*/ 389275 w 777169"/>
              <a:gd name="connsiteY18" fmla="*/ 1268233 h 2449001"/>
              <a:gd name="connsiteX19" fmla="*/ 79175 w 777169"/>
              <a:gd name="connsiteY19" fmla="*/ 1288111 h 2449001"/>
              <a:gd name="connsiteX20" fmla="*/ 112740 w 777169"/>
              <a:gd name="connsiteY20" fmla="*/ 945913 h 2449001"/>
              <a:gd name="connsiteX21" fmla="*/ 197793 w 777169"/>
              <a:gd name="connsiteY21" fmla="*/ 0 h 2449001"/>
              <a:gd name="connsiteX0" fmla="*/ 413332 w 785322"/>
              <a:gd name="connsiteY0" fmla="*/ 1331843 h 2449001"/>
              <a:gd name="connsiteX1" fmla="*/ 524651 w 785322"/>
              <a:gd name="connsiteY1" fmla="*/ 1379551 h 2449001"/>
              <a:gd name="connsiteX2" fmla="*/ 763189 w 785322"/>
              <a:gd name="connsiteY2" fmla="*/ 1406369 h 2449001"/>
              <a:gd name="connsiteX3" fmla="*/ 601295 w 785322"/>
              <a:gd name="connsiteY3" fmla="*/ 1785816 h 2449001"/>
              <a:gd name="connsiteX4" fmla="*/ 592236 w 785322"/>
              <a:gd name="connsiteY4" fmla="*/ 2441050 h 2449001"/>
              <a:gd name="connsiteX5" fmla="*/ 302014 w 785322"/>
              <a:gd name="connsiteY5" fmla="*/ 2445025 h 2449001"/>
              <a:gd name="connsiteX6" fmla="*/ 211779 w 785322"/>
              <a:gd name="connsiteY6" fmla="*/ 1721654 h 2449001"/>
              <a:gd name="connsiteX7" fmla="*/ 190696 w 785322"/>
              <a:gd name="connsiteY7" fmla="*/ 2441050 h 2449001"/>
              <a:gd name="connsiteX8" fmla="*/ 119134 w 785322"/>
              <a:gd name="connsiteY8" fmla="*/ 2449001 h 2449001"/>
              <a:gd name="connsiteX9" fmla="*/ 8466 w 785322"/>
              <a:gd name="connsiteY9" fmla="*/ 1749481 h 2449001"/>
              <a:gd name="connsiteX10" fmla="*/ 100558 w 785322"/>
              <a:gd name="connsiteY10" fmla="*/ 1641682 h 2449001"/>
              <a:gd name="connsiteX11" fmla="*/ 71979 w 785322"/>
              <a:gd name="connsiteY11" fmla="*/ 1389262 h 2449001"/>
              <a:gd name="connsiteX12" fmla="*/ 321892 w 785322"/>
              <a:gd name="connsiteY12" fmla="*/ 1375575 h 2449001"/>
              <a:gd name="connsiteX13" fmla="*/ 413332 w 785322"/>
              <a:gd name="connsiteY13" fmla="*/ 1331843 h 2449001"/>
              <a:gd name="connsiteX14" fmla="*/ 205946 w 785322"/>
              <a:gd name="connsiteY14" fmla="*/ 0 h 2449001"/>
              <a:gd name="connsiteX15" fmla="*/ 557659 w 785322"/>
              <a:gd name="connsiteY15" fmla="*/ 3422 h 2449001"/>
              <a:gd name="connsiteX16" fmla="*/ 664907 w 785322"/>
              <a:gd name="connsiteY16" fmla="*/ 938156 h 2449001"/>
              <a:gd name="connsiteX17" fmla="*/ 707529 w 785322"/>
              <a:gd name="connsiteY17" fmla="*/ 1307990 h 2449001"/>
              <a:gd name="connsiteX18" fmla="*/ 397428 w 785322"/>
              <a:gd name="connsiteY18" fmla="*/ 1268233 h 2449001"/>
              <a:gd name="connsiteX19" fmla="*/ 87328 w 785322"/>
              <a:gd name="connsiteY19" fmla="*/ 1288111 h 2449001"/>
              <a:gd name="connsiteX20" fmla="*/ 120893 w 785322"/>
              <a:gd name="connsiteY20" fmla="*/ 945913 h 2449001"/>
              <a:gd name="connsiteX21" fmla="*/ 205946 w 785322"/>
              <a:gd name="connsiteY21" fmla="*/ 0 h 24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Freeform 108">
            <a:extLst>
              <a:ext uri="{FF2B5EF4-FFF2-40B4-BE49-F238E27FC236}">
                <a16:creationId xmlns:a16="http://schemas.microsoft.com/office/drawing/2014/main" id="{6A02011B-41CE-4E20-9214-001F7D847E12}"/>
              </a:ext>
            </a:extLst>
          </p:cNvPr>
          <p:cNvSpPr/>
          <p:nvPr/>
        </p:nvSpPr>
        <p:spPr>
          <a:xfrm>
            <a:off x="6129966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Oval 8">
            <a:extLst>
              <a:ext uri="{FF2B5EF4-FFF2-40B4-BE49-F238E27FC236}">
                <a16:creationId xmlns:a16="http://schemas.microsoft.com/office/drawing/2014/main" id="{E3D5639C-49CF-43D9-965F-7653D69F451F}"/>
              </a:ext>
            </a:extLst>
          </p:cNvPr>
          <p:cNvSpPr/>
          <p:nvPr/>
        </p:nvSpPr>
        <p:spPr>
          <a:xfrm>
            <a:off x="6967308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Group 110">
            <a:extLst>
              <a:ext uri="{FF2B5EF4-FFF2-40B4-BE49-F238E27FC236}">
                <a16:creationId xmlns:a16="http://schemas.microsoft.com/office/drawing/2014/main" id="{D519BD50-C580-4623-8810-E04695FA5F45}"/>
              </a:ext>
            </a:extLst>
          </p:cNvPr>
          <p:cNvGrpSpPr/>
          <p:nvPr/>
        </p:nvGrpSpPr>
        <p:grpSpPr>
          <a:xfrm>
            <a:off x="5291980" y="2416730"/>
            <a:ext cx="501857" cy="554554"/>
            <a:chOff x="4835382" y="73243"/>
            <a:chExt cx="2920830" cy="322753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3" name="Freeform 111">
              <a:extLst>
                <a:ext uri="{FF2B5EF4-FFF2-40B4-BE49-F238E27FC236}">
                  <a16:creationId xmlns:a16="http://schemas.microsoft.com/office/drawing/2014/main" id="{BBCCCC44-B257-423A-BB40-01303C1A40E8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37">
              <a:extLst>
                <a:ext uri="{FF2B5EF4-FFF2-40B4-BE49-F238E27FC236}">
                  <a16:creationId xmlns:a16="http://schemas.microsoft.com/office/drawing/2014/main" id="{0711327E-9191-4394-B64D-73AD56C41377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5" name="Rectangle 19">
            <a:extLst>
              <a:ext uri="{FF2B5EF4-FFF2-40B4-BE49-F238E27FC236}">
                <a16:creationId xmlns:a16="http://schemas.microsoft.com/office/drawing/2014/main" id="{8025BC4E-7A4E-42D9-9569-8844F8906CE5}"/>
              </a:ext>
            </a:extLst>
          </p:cNvPr>
          <p:cNvSpPr/>
          <p:nvPr/>
        </p:nvSpPr>
        <p:spPr>
          <a:xfrm>
            <a:off x="4471051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Freeform 114">
            <a:extLst>
              <a:ext uri="{FF2B5EF4-FFF2-40B4-BE49-F238E27FC236}">
                <a16:creationId xmlns:a16="http://schemas.microsoft.com/office/drawing/2014/main" id="{353DEA2B-7F2E-4C6B-B5D7-248AF895CCDB}"/>
              </a:ext>
            </a:extLst>
          </p:cNvPr>
          <p:cNvSpPr>
            <a:spLocks noChangeAspect="1"/>
          </p:cNvSpPr>
          <p:nvPr/>
        </p:nvSpPr>
        <p:spPr>
          <a:xfrm>
            <a:off x="10267645" y="2429101"/>
            <a:ext cx="549379" cy="529812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Rounded Rectangle 31">
            <a:extLst>
              <a:ext uri="{FF2B5EF4-FFF2-40B4-BE49-F238E27FC236}">
                <a16:creationId xmlns:a16="http://schemas.microsoft.com/office/drawing/2014/main" id="{B25FCE9B-6DC5-4836-8DD9-E737D6782AA3}"/>
              </a:ext>
            </a:extLst>
          </p:cNvPr>
          <p:cNvSpPr>
            <a:spLocks noChangeAspect="1"/>
          </p:cNvSpPr>
          <p:nvPr/>
        </p:nvSpPr>
        <p:spPr>
          <a:xfrm>
            <a:off x="4509609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Oval 47">
            <a:extLst>
              <a:ext uri="{FF2B5EF4-FFF2-40B4-BE49-F238E27FC236}">
                <a16:creationId xmlns:a16="http://schemas.microsoft.com/office/drawing/2014/main" id="{2A7B72D2-455E-4647-BA7D-2D9A0D0187FB}"/>
              </a:ext>
            </a:extLst>
          </p:cNvPr>
          <p:cNvSpPr>
            <a:spLocks noChangeAspect="1"/>
          </p:cNvSpPr>
          <p:nvPr/>
        </p:nvSpPr>
        <p:spPr>
          <a:xfrm>
            <a:off x="11057974" y="2429101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Oval 50">
            <a:extLst>
              <a:ext uri="{FF2B5EF4-FFF2-40B4-BE49-F238E27FC236}">
                <a16:creationId xmlns:a16="http://schemas.microsoft.com/office/drawing/2014/main" id="{91CDD124-ED61-4ED3-81C2-B526853B9B84}"/>
              </a:ext>
            </a:extLst>
          </p:cNvPr>
          <p:cNvSpPr>
            <a:spLocks noChangeAspect="1"/>
          </p:cNvSpPr>
          <p:nvPr/>
        </p:nvSpPr>
        <p:spPr>
          <a:xfrm>
            <a:off x="5308362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Heart 17">
            <a:extLst>
              <a:ext uri="{FF2B5EF4-FFF2-40B4-BE49-F238E27FC236}">
                <a16:creationId xmlns:a16="http://schemas.microsoft.com/office/drawing/2014/main" id="{FD25AA3C-FD36-4FC1-9406-60F9CCE3DC0D}"/>
              </a:ext>
            </a:extLst>
          </p:cNvPr>
          <p:cNvSpPr/>
          <p:nvPr/>
        </p:nvSpPr>
        <p:spPr>
          <a:xfrm>
            <a:off x="7846543" y="3588495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Rounded Rectangle 25">
            <a:extLst>
              <a:ext uri="{FF2B5EF4-FFF2-40B4-BE49-F238E27FC236}">
                <a16:creationId xmlns:a16="http://schemas.microsoft.com/office/drawing/2014/main" id="{A53FDB1A-403D-4EBD-8EB6-3E1911FAEEC5}"/>
              </a:ext>
            </a:extLst>
          </p:cNvPr>
          <p:cNvSpPr/>
          <p:nvPr/>
        </p:nvSpPr>
        <p:spPr>
          <a:xfrm>
            <a:off x="6982048" y="3626196"/>
            <a:ext cx="497670" cy="419433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Chord 32">
            <a:extLst>
              <a:ext uri="{FF2B5EF4-FFF2-40B4-BE49-F238E27FC236}">
                <a16:creationId xmlns:a16="http://schemas.microsoft.com/office/drawing/2014/main" id="{3D1BBD17-EB21-4265-8BCB-65380AD568C6}"/>
              </a:ext>
            </a:extLst>
          </p:cNvPr>
          <p:cNvSpPr/>
          <p:nvPr/>
        </p:nvSpPr>
        <p:spPr>
          <a:xfrm>
            <a:off x="6132058" y="3589259"/>
            <a:ext cx="497670" cy="493305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Rounded Rectangle 40">
            <a:extLst>
              <a:ext uri="{FF2B5EF4-FFF2-40B4-BE49-F238E27FC236}">
                <a16:creationId xmlns:a16="http://schemas.microsoft.com/office/drawing/2014/main" id="{9EAE5B7B-9157-44FC-AC9D-E519CCFB3F84}"/>
              </a:ext>
            </a:extLst>
          </p:cNvPr>
          <p:cNvSpPr/>
          <p:nvPr/>
        </p:nvSpPr>
        <p:spPr>
          <a:xfrm rot="2942052">
            <a:off x="8639059" y="3589842"/>
            <a:ext cx="462604" cy="492140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Rounded Rectangle 7">
            <a:extLst>
              <a:ext uri="{FF2B5EF4-FFF2-40B4-BE49-F238E27FC236}">
                <a16:creationId xmlns:a16="http://schemas.microsoft.com/office/drawing/2014/main" id="{EC656316-B78D-4EC1-9C72-547CA566FED0}"/>
              </a:ext>
            </a:extLst>
          </p:cNvPr>
          <p:cNvSpPr>
            <a:spLocks noChangeAspect="1"/>
          </p:cNvSpPr>
          <p:nvPr/>
        </p:nvSpPr>
        <p:spPr>
          <a:xfrm rot="18924894" flipH="1">
            <a:off x="6299616" y="4621987"/>
            <a:ext cx="162556" cy="635774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5" name="Rounded Rectangle 17">
            <a:extLst>
              <a:ext uri="{FF2B5EF4-FFF2-40B4-BE49-F238E27FC236}">
                <a16:creationId xmlns:a16="http://schemas.microsoft.com/office/drawing/2014/main" id="{6B94B2D2-8266-41F5-8364-5F47F1CD6CCC}"/>
              </a:ext>
            </a:extLst>
          </p:cNvPr>
          <p:cNvSpPr>
            <a:spLocks noChangeAspect="1"/>
          </p:cNvSpPr>
          <p:nvPr/>
        </p:nvSpPr>
        <p:spPr>
          <a:xfrm>
            <a:off x="11156385" y="3571006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Oval 21">
            <a:extLst>
              <a:ext uri="{FF2B5EF4-FFF2-40B4-BE49-F238E27FC236}">
                <a16:creationId xmlns:a16="http://schemas.microsoft.com/office/drawing/2014/main" id="{97FCD430-8257-484B-9F8F-22D7D55C6EEE}"/>
              </a:ext>
            </a:extLst>
          </p:cNvPr>
          <p:cNvSpPr>
            <a:spLocks noChangeAspect="1"/>
          </p:cNvSpPr>
          <p:nvPr/>
        </p:nvSpPr>
        <p:spPr>
          <a:xfrm>
            <a:off x="9438721" y="3571006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Oval 25">
            <a:extLst>
              <a:ext uri="{FF2B5EF4-FFF2-40B4-BE49-F238E27FC236}">
                <a16:creationId xmlns:a16="http://schemas.microsoft.com/office/drawing/2014/main" id="{662B9A10-B959-4031-98B4-3EA3760E7508}"/>
              </a:ext>
            </a:extLst>
          </p:cNvPr>
          <p:cNvSpPr>
            <a:spLocks noChangeAspect="1"/>
          </p:cNvSpPr>
          <p:nvPr/>
        </p:nvSpPr>
        <p:spPr>
          <a:xfrm>
            <a:off x="10277790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Block Arc 20">
            <a:extLst>
              <a:ext uri="{FF2B5EF4-FFF2-40B4-BE49-F238E27FC236}">
                <a16:creationId xmlns:a16="http://schemas.microsoft.com/office/drawing/2014/main" id="{442BD419-0F67-4BAB-976B-E90CC1C4AECE}"/>
              </a:ext>
            </a:extLst>
          </p:cNvPr>
          <p:cNvSpPr>
            <a:spLocks noChangeAspect="1"/>
          </p:cNvSpPr>
          <p:nvPr/>
        </p:nvSpPr>
        <p:spPr>
          <a:xfrm rot="10800000">
            <a:off x="5298600" y="4674968"/>
            <a:ext cx="488619" cy="529812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Block Arc 11">
            <a:extLst>
              <a:ext uri="{FF2B5EF4-FFF2-40B4-BE49-F238E27FC236}">
                <a16:creationId xmlns:a16="http://schemas.microsoft.com/office/drawing/2014/main" id="{6237B46C-EE2F-45F5-A452-AEF5853F7D2C}"/>
              </a:ext>
            </a:extLst>
          </p:cNvPr>
          <p:cNvSpPr/>
          <p:nvPr/>
        </p:nvSpPr>
        <p:spPr>
          <a:xfrm rot="10800000">
            <a:off x="8710308" y="4659312"/>
            <a:ext cx="320105" cy="520850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Rectangle 21">
            <a:extLst>
              <a:ext uri="{FF2B5EF4-FFF2-40B4-BE49-F238E27FC236}">
                <a16:creationId xmlns:a16="http://schemas.microsoft.com/office/drawing/2014/main" id="{3DFB5373-0015-4A31-8F01-1597E404815D}"/>
              </a:ext>
            </a:extLst>
          </p:cNvPr>
          <p:cNvSpPr/>
          <p:nvPr/>
        </p:nvSpPr>
        <p:spPr>
          <a:xfrm>
            <a:off x="6977935" y="4798175"/>
            <a:ext cx="505898" cy="283399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Round Same Side Corner Rectangle 8">
            <a:extLst>
              <a:ext uri="{FF2B5EF4-FFF2-40B4-BE49-F238E27FC236}">
                <a16:creationId xmlns:a16="http://schemas.microsoft.com/office/drawing/2014/main" id="{E4451B41-2F0A-4F98-8F16-0D0192492445}"/>
              </a:ext>
            </a:extLst>
          </p:cNvPr>
          <p:cNvSpPr/>
          <p:nvPr/>
        </p:nvSpPr>
        <p:spPr>
          <a:xfrm>
            <a:off x="11061659" y="4700089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Rounded Rectangle 51">
            <a:extLst>
              <a:ext uri="{FF2B5EF4-FFF2-40B4-BE49-F238E27FC236}">
                <a16:creationId xmlns:a16="http://schemas.microsoft.com/office/drawing/2014/main" id="{B83253D3-E181-4488-9CD9-39D21527F719}"/>
              </a:ext>
            </a:extLst>
          </p:cNvPr>
          <p:cNvSpPr/>
          <p:nvPr/>
        </p:nvSpPr>
        <p:spPr>
          <a:xfrm rot="16200000" flipH="1">
            <a:off x="9442736" y="5628225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Isosceles Triangle 5">
            <a:extLst>
              <a:ext uri="{FF2B5EF4-FFF2-40B4-BE49-F238E27FC236}">
                <a16:creationId xmlns:a16="http://schemas.microsoft.com/office/drawing/2014/main" id="{C90FA9E7-BC2A-492A-9790-9857E5ADE9BC}"/>
              </a:ext>
            </a:extLst>
          </p:cNvPr>
          <p:cNvSpPr>
            <a:spLocks noChangeAspect="1"/>
          </p:cNvSpPr>
          <p:nvPr/>
        </p:nvSpPr>
        <p:spPr>
          <a:xfrm>
            <a:off x="7895083" y="4737984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rapezoid 22">
            <a:extLst>
              <a:ext uri="{FF2B5EF4-FFF2-40B4-BE49-F238E27FC236}">
                <a16:creationId xmlns:a16="http://schemas.microsoft.com/office/drawing/2014/main" id="{D2EC6B0A-E896-40D9-B4A8-1556019F68B9}"/>
              </a:ext>
            </a:extLst>
          </p:cNvPr>
          <p:cNvSpPr>
            <a:spLocks noChangeAspect="1"/>
          </p:cNvSpPr>
          <p:nvPr/>
        </p:nvSpPr>
        <p:spPr>
          <a:xfrm>
            <a:off x="9438721" y="4805112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Rounded Rectangle 20">
            <a:extLst>
              <a:ext uri="{FF2B5EF4-FFF2-40B4-BE49-F238E27FC236}">
                <a16:creationId xmlns:a16="http://schemas.microsoft.com/office/drawing/2014/main" id="{B5A75B4D-CA52-4F78-AC74-CB42B7BD2898}"/>
              </a:ext>
            </a:extLst>
          </p:cNvPr>
          <p:cNvSpPr>
            <a:spLocks noChangeAspect="1"/>
          </p:cNvSpPr>
          <p:nvPr/>
        </p:nvSpPr>
        <p:spPr>
          <a:xfrm rot="2160000">
            <a:off x="10296822" y="4674968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rapezoid 28">
            <a:extLst>
              <a:ext uri="{FF2B5EF4-FFF2-40B4-BE49-F238E27FC236}">
                <a16:creationId xmlns:a16="http://schemas.microsoft.com/office/drawing/2014/main" id="{013F6F7D-652C-40EF-B339-66A172676932}"/>
              </a:ext>
            </a:extLst>
          </p:cNvPr>
          <p:cNvSpPr>
            <a:spLocks noChangeAspect="1"/>
          </p:cNvSpPr>
          <p:nvPr/>
        </p:nvSpPr>
        <p:spPr>
          <a:xfrm>
            <a:off x="4477339" y="4674968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2CB3F902-7F51-468E-928D-DF8ED92CA432}"/>
              </a:ext>
            </a:extLst>
          </p:cNvPr>
          <p:cNvSpPr/>
          <p:nvPr/>
        </p:nvSpPr>
        <p:spPr>
          <a:xfrm>
            <a:off x="5283275" y="5634755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8" name="Rounded Rectangle 8">
            <a:extLst>
              <a:ext uri="{FF2B5EF4-FFF2-40B4-BE49-F238E27FC236}">
                <a16:creationId xmlns:a16="http://schemas.microsoft.com/office/drawing/2014/main" id="{CF999092-51D0-4040-A441-EE93FB3BE0AB}"/>
              </a:ext>
            </a:extLst>
          </p:cNvPr>
          <p:cNvSpPr/>
          <p:nvPr/>
        </p:nvSpPr>
        <p:spPr>
          <a:xfrm>
            <a:off x="4436266" y="5634755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4194E-40CF-4800-82F4-DA12261F9012}"/>
              </a:ext>
            </a:extLst>
          </p:cNvPr>
          <p:cNvSpPr/>
          <p:nvPr/>
        </p:nvSpPr>
        <p:spPr>
          <a:xfrm>
            <a:off x="6971251" y="5634755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0" name="Rounded Rectangle 3">
            <a:extLst>
              <a:ext uri="{FF2B5EF4-FFF2-40B4-BE49-F238E27FC236}">
                <a16:creationId xmlns:a16="http://schemas.microsoft.com/office/drawing/2014/main" id="{C2FE4DD9-BD0F-42FA-8558-1E2788EACC02}"/>
              </a:ext>
            </a:extLst>
          </p:cNvPr>
          <p:cNvSpPr>
            <a:spLocks noChangeAspect="1"/>
          </p:cNvSpPr>
          <p:nvPr/>
        </p:nvSpPr>
        <p:spPr>
          <a:xfrm>
            <a:off x="6121261" y="5634755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798E328E-1056-4BD6-8D0A-FEC675AE63E6}"/>
              </a:ext>
            </a:extLst>
          </p:cNvPr>
          <p:cNvSpPr>
            <a:spLocks noChangeAspect="1"/>
          </p:cNvSpPr>
          <p:nvPr/>
        </p:nvSpPr>
        <p:spPr>
          <a:xfrm>
            <a:off x="7836636" y="5624208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Block Arc 6">
            <a:extLst>
              <a:ext uri="{FF2B5EF4-FFF2-40B4-BE49-F238E27FC236}">
                <a16:creationId xmlns:a16="http://schemas.microsoft.com/office/drawing/2014/main" id="{62965521-2EFF-4BE9-866C-3D9369FA5C74}"/>
              </a:ext>
            </a:extLst>
          </p:cNvPr>
          <p:cNvSpPr/>
          <p:nvPr/>
        </p:nvSpPr>
        <p:spPr>
          <a:xfrm>
            <a:off x="8626102" y="5660698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3" name="Left Arrow 1">
            <a:extLst>
              <a:ext uri="{FF2B5EF4-FFF2-40B4-BE49-F238E27FC236}">
                <a16:creationId xmlns:a16="http://schemas.microsoft.com/office/drawing/2014/main" id="{1947BE1D-5A1D-43CF-B583-1D9110F2864D}"/>
              </a:ext>
            </a:extLst>
          </p:cNvPr>
          <p:cNvSpPr>
            <a:spLocks noChangeAspect="1"/>
          </p:cNvSpPr>
          <p:nvPr/>
        </p:nvSpPr>
        <p:spPr>
          <a:xfrm>
            <a:off x="11088980" y="5624208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Oval 35">
            <a:extLst>
              <a:ext uri="{FF2B5EF4-FFF2-40B4-BE49-F238E27FC236}">
                <a16:creationId xmlns:a16="http://schemas.microsoft.com/office/drawing/2014/main" id="{BCF76AF1-1ADE-45FB-9D44-99BC7FEECFA3}"/>
              </a:ext>
            </a:extLst>
          </p:cNvPr>
          <p:cNvSpPr/>
          <p:nvPr/>
        </p:nvSpPr>
        <p:spPr>
          <a:xfrm>
            <a:off x="10359194" y="5625275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821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Fully Editable Icon Sets: C</a:t>
            </a:r>
          </a:p>
        </p:txBody>
      </p:sp>
      <p:sp>
        <p:nvSpPr>
          <p:cNvPr id="54" name="Isosceles Triangle 68">
            <a:extLst>
              <a:ext uri="{FF2B5EF4-FFF2-40B4-BE49-F238E27FC236}">
                <a16:creationId xmlns:a16="http://schemas.microsoft.com/office/drawing/2014/main" id="{870C564B-4826-4504-AD55-BCA183FFA29B}"/>
              </a:ext>
            </a:extLst>
          </p:cNvPr>
          <p:cNvSpPr/>
          <p:nvPr/>
        </p:nvSpPr>
        <p:spPr>
          <a:xfrm rot="10800000">
            <a:off x="7871933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Rectangle 9">
            <a:extLst>
              <a:ext uri="{FF2B5EF4-FFF2-40B4-BE49-F238E27FC236}">
                <a16:creationId xmlns:a16="http://schemas.microsoft.com/office/drawing/2014/main" id="{F4DF7C3C-D955-465B-A7ED-DA6CEFF74209}"/>
              </a:ext>
            </a:extLst>
          </p:cNvPr>
          <p:cNvSpPr/>
          <p:nvPr/>
        </p:nvSpPr>
        <p:spPr>
          <a:xfrm>
            <a:off x="8435539" y="4689593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6" name="Isosceles Triangle 8">
            <a:extLst>
              <a:ext uri="{FF2B5EF4-FFF2-40B4-BE49-F238E27FC236}">
                <a16:creationId xmlns:a16="http://schemas.microsoft.com/office/drawing/2014/main" id="{FED1BF7A-7546-4AF8-89CC-3CEC8A5874C0}"/>
              </a:ext>
            </a:extLst>
          </p:cNvPr>
          <p:cNvSpPr/>
          <p:nvPr/>
        </p:nvSpPr>
        <p:spPr>
          <a:xfrm rot="16200000">
            <a:off x="4359307" y="3634370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7" name="Donut 8">
            <a:extLst>
              <a:ext uri="{FF2B5EF4-FFF2-40B4-BE49-F238E27FC236}">
                <a16:creationId xmlns:a16="http://schemas.microsoft.com/office/drawing/2014/main" id="{E6D41FF5-B672-4C8A-A062-73A4028D9602}"/>
              </a:ext>
            </a:extLst>
          </p:cNvPr>
          <p:cNvSpPr/>
          <p:nvPr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Freeform 18">
            <a:extLst>
              <a:ext uri="{FF2B5EF4-FFF2-40B4-BE49-F238E27FC236}">
                <a16:creationId xmlns:a16="http://schemas.microsoft.com/office/drawing/2014/main" id="{F57ADD61-A5C9-4BA6-A485-F46349246C4A}"/>
              </a:ext>
            </a:extLst>
          </p:cNvPr>
          <p:cNvSpPr/>
          <p:nvPr/>
        </p:nvSpPr>
        <p:spPr>
          <a:xfrm>
            <a:off x="10104939" y="4747558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9" name="Oval 7">
            <a:extLst>
              <a:ext uri="{FF2B5EF4-FFF2-40B4-BE49-F238E27FC236}">
                <a16:creationId xmlns:a16="http://schemas.microsoft.com/office/drawing/2014/main" id="{5B3365E1-0E4A-4E37-8487-402BEAEC4C18}"/>
              </a:ext>
            </a:extLst>
          </p:cNvPr>
          <p:cNvSpPr/>
          <p:nvPr/>
        </p:nvSpPr>
        <p:spPr>
          <a:xfrm>
            <a:off x="10252270" y="3641888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0" name="Freeform 20">
            <a:extLst>
              <a:ext uri="{FF2B5EF4-FFF2-40B4-BE49-F238E27FC236}">
                <a16:creationId xmlns:a16="http://schemas.microsoft.com/office/drawing/2014/main" id="{E674EC10-6DF4-4D79-8C68-8E0E302F4814}"/>
              </a:ext>
            </a:extLst>
          </p:cNvPr>
          <p:cNvSpPr/>
          <p:nvPr/>
        </p:nvSpPr>
        <p:spPr>
          <a:xfrm>
            <a:off x="10998216" y="5652771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52251A18-A73B-4A26-9FEC-6B831E23205B}"/>
              </a:ext>
            </a:extLst>
          </p:cNvPr>
          <p:cNvSpPr/>
          <p:nvPr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2" name="Block Arc 41">
            <a:extLst>
              <a:ext uri="{FF2B5EF4-FFF2-40B4-BE49-F238E27FC236}">
                <a16:creationId xmlns:a16="http://schemas.microsoft.com/office/drawing/2014/main" id="{36DCD789-FED8-401C-8C81-CF9F331DAB6D}"/>
              </a:ext>
            </a:extLst>
          </p:cNvPr>
          <p:cNvSpPr/>
          <p:nvPr/>
        </p:nvSpPr>
        <p:spPr>
          <a:xfrm>
            <a:off x="9454085" y="5654190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Round Same Side Corner Rectangle 11">
            <a:extLst>
              <a:ext uri="{FF2B5EF4-FFF2-40B4-BE49-F238E27FC236}">
                <a16:creationId xmlns:a16="http://schemas.microsoft.com/office/drawing/2014/main" id="{AFBCEF67-A3DE-45DE-97FD-374E910A67D8}"/>
              </a:ext>
            </a:extLst>
          </p:cNvPr>
          <p:cNvSpPr/>
          <p:nvPr/>
        </p:nvSpPr>
        <p:spPr>
          <a:xfrm rot="9900000">
            <a:off x="10208909" y="1534986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4" name="Donut 39">
            <a:extLst>
              <a:ext uri="{FF2B5EF4-FFF2-40B4-BE49-F238E27FC236}">
                <a16:creationId xmlns:a16="http://schemas.microsoft.com/office/drawing/2014/main" id="{439297A1-2150-467C-8B3E-08A8C9E0E56F}"/>
              </a:ext>
            </a:extLst>
          </p:cNvPr>
          <p:cNvSpPr/>
          <p:nvPr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Freeform 25">
            <a:extLst>
              <a:ext uri="{FF2B5EF4-FFF2-40B4-BE49-F238E27FC236}">
                <a16:creationId xmlns:a16="http://schemas.microsoft.com/office/drawing/2014/main" id="{115A3EAB-6A86-45ED-8F48-A7797A2D6676}"/>
              </a:ext>
            </a:extLst>
          </p:cNvPr>
          <p:cNvSpPr/>
          <p:nvPr/>
        </p:nvSpPr>
        <p:spPr>
          <a:xfrm>
            <a:off x="8766357" y="3640605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6" name="Rectangle 36">
            <a:extLst>
              <a:ext uri="{FF2B5EF4-FFF2-40B4-BE49-F238E27FC236}">
                <a16:creationId xmlns:a16="http://schemas.microsoft.com/office/drawing/2014/main" id="{11A06711-0A15-47E5-AAA2-F0E6DC05BD1B}"/>
              </a:ext>
            </a:extLst>
          </p:cNvPr>
          <p:cNvSpPr/>
          <p:nvPr/>
        </p:nvSpPr>
        <p:spPr>
          <a:xfrm>
            <a:off x="5164740" y="4708914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id="{7A5ED58F-9964-4886-8BFC-E301F23293AB}"/>
              </a:ext>
            </a:extLst>
          </p:cNvPr>
          <p:cNvSpPr/>
          <p:nvPr/>
        </p:nvSpPr>
        <p:spPr>
          <a:xfrm>
            <a:off x="8316454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8" name="Rounded Rectangle 7">
            <a:extLst>
              <a:ext uri="{FF2B5EF4-FFF2-40B4-BE49-F238E27FC236}">
                <a16:creationId xmlns:a16="http://schemas.microsoft.com/office/drawing/2014/main" id="{7D6C3C70-FD86-419A-8B89-365FC328FB88}"/>
              </a:ext>
            </a:extLst>
          </p:cNvPr>
          <p:cNvSpPr/>
          <p:nvPr/>
        </p:nvSpPr>
        <p:spPr>
          <a:xfrm>
            <a:off x="9257631" y="1515679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9" name="Chord 15">
            <a:extLst>
              <a:ext uri="{FF2B5EF4-FFF2-40B4-BE49-F238E27FC236}">
                <a16:creationId xmlns:a16="http://schemas.microsoft.com/office/drawing/2014/main" id="{42E9D490-3DD3-4F66-B124-FE910E0FACBF}"/>
              </a:ext>
            </a:extLst>
          </p:cNvPr>
          <p:cNvSpPr/>
          <p:nvPr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0" name="Rectangle 16">
            <a:extLst>
              <a:ext uri="{FF2B5EF4-FFF2-40B4-BE49-F238E27FC236}">
                <a16:creationId xmlns:a16="http://schemas.microsoft.com/office/drawing/2014/main" id="{F1978DC7-2159-40E0-A5D4-88F414868797}"/>
              </a:ext>
            </a:extLst>
          </p:cNvPr>
          <p:cNvSpPr/>
          <p:nvPr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48E90455-C4C4-4792-86FF-218C5EFE04F0}"/>
              </a:ext>
            </a:extLst>
          </p:cNvPr>
          <p:cNvSpPr/>
          <p:nvPr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2" name="Rounded Rectangle 6">
            <a:extLst>
              <a:ext uri="{FF2B5EF4-FFF2-40B4-BE49-F238E27FC236}">
                <a16:creationId xmlns:a16="http://schemas.microsoft.com/office/drawing/2014/main" id="{8329069E-6F6C-4466-BEA3-223D7C56FECC}"/>
              </a:ext>
            </a:extLst>
          </p:cNvPr>
          <p:cNvSpPr/>
          <p:nvPr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3" name="Rounded Rectangle 6">
            <a:extLst>
              <a:ext uri="{FF2B5EF4-FFF2-40B4-BE49-F238E27FC236}">
                <a16:creationId xmlns:a16="http://schemas.microsoft.com/office/drawing/2014/main" id="{740CC869-4793-4E41-A92A-FDB14A2B194C}"/>
              </a:ext>
            </a:extLst>
          </p:cNvPr>
          <p:cNvSpPr/>
          <p:nvPr/>
        </p:nvSpPr>
        <p:spPr>
          <a:xfrm>
            <a:off x="6951715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17C1EAE2-459E-491D-81FC-F8924F353B13}"/>
              </a:ext>
            </a:extLst>
          </p:cNvPr>
          <p:cNvSpPr/>
          <p:nvPr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5" name="Teardrop 6">
            <a:extLst>
              <a:ext uri="{FF2B5EF4-FFF2-40B4-BE49-F238E27FC236}">
                <a16:creationId xmlns:a16="http://schemas.microsoft.com/office/drawing/2014/main" id="{3FF8E6D1-A5CA-4857-BFE4-E947E4F2F934}"/>
              </a:ext>
            </a:extLst>
          </p:cNvPr>
          <p:cNvSpPr/>
          <p:nvPr/>
        </p:nvSpPr>
        <p:spPr>
          <a:xfrm rot="8100000">
            <a:off x="11057692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6" name="Donut 24">
            <a:extLst>
              <a:ext uri="{FF2B5EF4-FFF2-40B4-BE49-F238E27FC236}">
                <a16:creationId xmlns:a16="http://schemas.microsoft.com/office/drawing/2014/main" id="{2358F6B7-5407-478C-BBCE-24DB33354B70}"/>
              </a:ext>
            </a:extLst>
          </p:cNvPr>
          <p:cNvSpPr/>
          <p:nvPr/>
        </p:nvSpPr>
        <p:spPr>
          <a:xfrm>
            <a:off x="5773604" y="2544634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7" name="Chord 38">
            <a:extLst>
              <a:ext uri="{FF2B5EF4-FFF2-40B4-BE49-F238E27FC236}">
                <a16:creationId xmlns:a16="http://schemas.microsoft.com/office/drawing/2014/main" id="{284AD387-FD7A-4FAE-86E7-99768FD2F34F}"/>
              </a:ext>
            </a:extLst>
          </p:cNvPr>
          <p:cNvSpPr/>
          <p:nvPr/>
        </p:nvSpPr>
        <p:spPr>
          <a:xfrm>
            <a:off x="6733447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Heart 38">
            <a:extLst>
              <a:ext uri="{FF2B5EF4-FFF2-40B4-BE49-F238E27FC236}">
                <a16:creationId xmlns:a16="http://schemas.microsoft.com/office/drawing/2014/main" id="{07191768-391A-445C-9738-68FC969D5D3B}"/>
              </a:ext>
            </a:extLst>
          </p:cNvPr>
          <p:cNvSpPr/>
          <p:nvPr/>
        </p:nvSpPr>
        <p:spPr>
          <a:xfrm>
            <a:off x="7436316" y="1509091"/>
            <a:ext cx="544275" cy="544275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Round Same Side Corner Rectangle 19">
            <a:extLst>
              <a:ext uri="{FF2B5EF4-FFF2-40B4-BE49-F238E27FC236}">
                <a16:creationId xmlns:a16="http://schemas.microsoft.com/office/drawing/2014/main" id="{4F6F0E8F-9F3A-4C37-B8FA-77940D946D49}"/>
              </a:ext>
            </a:extLst>
          </p:cNvPr>
          <p:cNvSpPr/>
          <p:nvPr/>
        </p:nvSpPr>
        <p:spPr>
          <a:xfrm>
            <a:off x="10301960" y="5685083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411254AD-C704-4DA8-B5ED-2CB7E0E42884}"/>
              </a:ext>
            </a:extLst>
          </p:cNvPr>
          <p:cNvSpPr/>
          <p:nvPr/>
        </p:nvSpPr>
        <p:spPr>
          <a:xfrm>
            <a:off x="4242329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Oval 31">
            <a:extLst>
              <a:ext uri="{FF2B5EF4-FFF2-40B4-BE49-F238E27FC236}">
                <a16:creationId xmlns:a16="http://schemas.microsoft.com/office/drawing/2014/main" id="{9CEA4298-5C72-495F-935E-04B7A42F93E1}"/>
              </a:ext>
            </a:extLst>
          </p:cNvPr>
          <p:cNvSpPr/>
          <p:nvPr/>
        </p:nvSpPr>
        <p:spPr>
          <a:xfrm>
            <a:off x="8665029" y="5684793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Rectangle 23">
            <a:extLst>
              <a:ext uri="{FF2B5EF4-FFF2-40B4-BE49-F238E27FC236}">
                <a16:creationId xmlns:a16="http://schemas.microsoft.com/office/drawing/2014/main" id="{D1D013BE-5839-41BC-BC72-D7D6A426C477}"/>
              </a:ext>
            </a:extLst>
          </p:cNvPr>
          <p:cNvSpPr/>
          <p:nvPr/>
        </p:nvSpPr>
        <p:spPr>
          <a:xfrm>
            <a:off x="5963173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Oval 31">
            <a:extLst>
              <a:ext uri="{FF2B5EF4-FFF2-40B4-BE49-F238E27FC236}">
                <a16:creationId xmlns:a16="http://schemas.microsoft.com/office/drawing/2014/main" id="{F2B4C20E-6F83-4700-819A-B889CC4F8028}"/>
              </a:ext>
            </a:extLst>
          </p:cNvPr>
          <p:cNvSpPr/>
          <p:nvPr/>
        </p:nvSpPr>
        <p:spPr>
          <a:xfrm>
            <a:off x="6939605" y="5653379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ardrop 17">
            <a:extLst>
              <a:ext uri="{FF2B5EF4-FFF2-40B4-BE49-F238E27FC236}">
                <a16:creationId xmlns:a16="http://schemas.microsoft.com/office/drawing/2014/main" id="{04CFE412-7B77-4FD8-A796-DE7E55B89403}"/>
              </a:ext>
            </a:extLst>
          </p:cNvPr>
          <p:cNvSpPr/>
          <p:nvPr/>
        </p:nvSpPr>
        <p:spPr>
          <a:xfrm rot="18900000">
            <a:off x="5204982" y="5698879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id="{2246F171-72B7-42E7-B6C0-D78C12504E9B}"/>
              </a:ext>
            </a:extLst>
          </p:cNvPr>
          <p:cNvSpPr/>
          <p:nvPr/>
        </p:nvSpPr>
        <p:spPr>
          <a:xfrm>
            <a:off x="7804029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Round Same Side Corner Rectangle 8">
            <a:extLst>
              <a:ext uri="{FF2B5EF4-FFF2-40B4-BE49-F238E27FC236}">
                <a16:creationId xmlns:a16="http://schemas.microsoft.com/office/drawing/2014/main" id="{DB67113F-D303-42DA-95BD-610BBED8BE92}"/>
              </a:ext>
            </a:extLst>
          </p:cNvPr>
          <p:cNvSpPr/>
          <p:nvPr/>
        </p:nvSpPr>
        <p:spPr>
          <a:xfrm>
            <a:off x="4455729" y="1450294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Round Same Side Corner Rectangle 20">
            <a:extLst>
              <a:ext uri="{FF2B5EF4-FFF2-40B4-BE49-F238E27FC236}">
                <a16:creationId xmlns:a16="http://schemas.microsoft.com/office/drawing/2014/main" id="{64493E6A-B33B-4279-A44A-DC445D86772A}"/>
              </a:ext>
            </a:extLst>
          </p:cNvPr>
          <p:cNvSpPr/>
          <p:nvPr/>
        </p:nvSpPr>
        <p:spPr>
          <a:xfrm rot="10800000">
            <a:off x="5042893" y="1447238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Donut 87">
            <a:extLst>
              <a:ext uri="{FF2B5EF4-FFF2-40B4-BE49-F238E27FC236}">
                <a16:creationId xmlns:a16="http://schemas.microsoft.com/office/drawing/2014/main" id="{4E09E652-E42B-4D35-B750-1E418CF08FA6}"/>
              </a:ext>
            </a:extLst>
          </p:cNvPr>
          <p:cNvSpPr/>
          <p:nvPr/>
        </p:nvSpPr>
        <p:spPr>
          <a:xfrm>
            <a:off x="5691892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Donut 90">
            <a:extLst>
              <a:ext uri="{FF2B5EF4-FFF2-40B4-BE49-F238E27FC236}">
                <a16:creationId xmlns:a16="http://schemas.microsoft.com/office/drawing/2014/main" id="{D86BE85A-63D8-48D0-8B07-9669B75E9D9D}"/>
              </a:ext>
            </a:extLst>
          </p:cNvPr>
          <p:cNvSpPr/>
          <p:nvPr/>
        </p:nvSpPr>
        <p:spPr>
          <a:xfrm>
            <a:off x="6568402" y="1501876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Oval 6">
            <a:extLst>
              <a:ext uri="{FF2B5EF4-FFF2-40B4-BE49-F238E27FC236}">
                <a16:creationId xmlns:a16="http://schemas.microsoft.com/office/drawing/2014/main" id="{319E467E-1F19-4CBB-A070-3B6CE4078D17}"/>
              </a:ext>
            </a:extLst>
          </p:cNvPr>
          <p:cNvSpPr/>
          <p:nvPr/>
        </p:nvSpPr>
        <p:spPr>
          <a:xfrm>
            <a:off x="7560710" y="2604582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Block Arc 25">
            <a:extLst>
              <a:ext uri="{FF2B5EF4-FFF2-40B4-BE49-F238E27FC236}">
                <a16:creationId xmlns:a16="http://schemas.microsoft.com/office/drawing/2014/main" id="{5F7FD4D6-1C06-4ABB-98F4-AC79D3C6A6D8}"/>
              </a:ext>
            </a:extLst>
          </p:cNvPr>
          <p:cNvSpPr/>
          <p:nvPr/>
        </p:nvSpPr>
        <p:spPr>
          <a:xfrm>
            <a:off x="5081796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Block Arc 31">
            <a:extLst>
              <a:ext uri="{FF2B5EF4-FFF2-40B4-BE49-F238E27FC236}">
                <a16:creationId xmlns:a16="http://schemas.microsoft.com/office/drawing/2014/main" id="{7D9DF903-DA8F-4191-AEDF-7DDF26A64847}"/>
              </a:ext>
            </a:extLst>
          </p:cNvPr>
          <p:cNvSpPr/>
          <p:nvPr/>
        </p:nvSpPr>
        <p:spPr>
          <a:xfrm>
            <a:off x="8411004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Freeform 53">
            <a:extLst>
              <a:ext uri="{FF2B5EF4-FFF2-40B4-BE49-F238E27FC236}">
                <a16:creationId xmlns:a16="http://schemas.microsoft.com/office/drawing/2014/main" id="{D57F2C4B-7240-41A7-B169-E1E9E5390396}"/>
              </a:ext>
            </a:extLst>
          </p:cNvPr>
          <p:cNvSpPr/>
          <p:nvPr/>
        </p:nvSpPr>
        <p:spPr>
          <a:xfrm>
            <a:off x="10130939" y="2599747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Block Arc 10">
            <a:extLst>
              <a:ext uri="{FF2B5EF4-FFF2-40B4-BE49-F238E27FC236}">
                <a16:creationId xmlns:a16="http://schemas.microsoft.com/office/drawing/2014/main" id="{75C14C12-5F78-4BDD-B8A3-69BB465A2216}"/>
              </a:ext>
            </a:extLst>
          </p:cNvPr>
          <p:cNvSpPr/>
          <p:nvPr/>
        </p:nvSpPr>
        <p:spPr>
          <a:xfrm>
            <a:off x="10959167" y="4745773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5" name="Freeform 55">
            <a:extLst>
              <a:ext uri="{FF2B5EF4-FFF2-40B4-BE49-F238E27FC236}">
                <a16:creationId xmlns:a16="http://schemas.microsoft.com/office/drawing/2014/main" id="{E1F21ECA-3730-4E2A-BB32-69C99B2546BB}"/>
              </a:ext>
            </a:extLst>
          </p:cNvPr>
          <p:cNvSpPr/>
          <p:nvPr/>
        </p:nvSpPr>
        <p:spPr>
          <a:xfrm>
            <a:off x="4423299" y="2468549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Round Same Side Corner Rectangle 36">
            <a:extLst>
              <a:ext uri="{FF2B5EF4-FFF2-40B4-BE49-F238E27FC236}">
                <a16:creationId xmlns:a16="http://schemas.microsoft.com/office/drawing/2014/main" id="{E0C4F70F-DCCD-48F1-A750-DF4F32AC8F75}"/>
              </a:ext>
            </a:extLst>
          </p:cNvPr>
          <p:cNvSpPr/>
          <p:nvPr/>
        </p:nvSpPr>
        <p:spPr>
          <a:xfrm>
            <a:off x="9209299" y="2626897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Oval 21">
            <a:extLst>
              <a:ext uri="{FF2B5EF4-FFF2-40B4-BE49-F238E27FC236}">
                <a16:creationId xmlns:a16="http://schemas.microsoft.com/office/drawing/2014/main" id="{B92F2676-D90E-40BF-8AC5-C623D6EC5932}"/>
              </a:ext>
            </a:extLst>
          </p:cNvPr>
          <p:cNvSpPr>
            <a:spLocks noChangeAspect="1"/>
          </p:cNvSpPr>
          <p:nvPr/>
        </p:nvSpPr>
        <p:spPr>
          <a:xfrm>
            <a:off x="7052099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8" name="Oval 32">
            <a:extLst>
              <a:ext uri="{FF2B5EF4-FFF2-40B4-BE49-F238E27FC236}">
                <a16:creationId xmlns:a16="http://schemas.microsoft.com/office/drawing/2014/main" id="{06C7F06B-394E-4FE3-88AA-93210AFF9C00}"/>
              </a:ext>
            </a:extLst>
          </p:cNvPr>
          <p:cNvSpPr/>
          <p:nvPr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1764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맑은 고딕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2061</TotalTime>
  <Words>5307</Words>
  <Application>Microsoft Office PowerPoint</Application>
  <PresentationFormat>Widescreen</PresentationFormat>
  <Paragraphs>549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Calibri</vt:lpstr>
      <vt:lpstr>FZShuTi</vt:lpstr>
      <vt:lpstr>HY견명조</vt:lpstr>
      <vt:lpstr>Cover and End Slide Master</vt:lpstr>
      <vt:lpstr>Contents Slide Master</vt:lpstr>
      <vt:lpstr>Section Break Slide Master</vt:lpstr>
      <vt:lpstr>Free PPT Templates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Images &amp;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Portfolio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Ali</cp:lastModifiedBy>
  <cp:revision>88</cp:revision>
  <dcterms:created xsi:type="dcterms:W3CDTF">2018-04-24T17:14:44Z</dcterms:created>
  <dcterms:modified xsi:type="dcterms:W3CDTF">2026-01-13T15:41:13Z</dcterms:modified>
</cp:coreProperties>
</file>